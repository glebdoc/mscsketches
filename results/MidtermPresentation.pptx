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"/>
  </p:notesMasterIdLst>
  <p:sldIdLst>
    <p:sldId id="256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 /><Relationship Id="rId9" Type="http://schemas.openxmlformats.org/officeDocument/2006/relationships/tableStyles" Target="tableStyles.xml" /><Relationship Id="rId1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897378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610148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63337343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04002957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6076982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651024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80656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49096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358008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678D16-7FFA-76FF-266F-B37499DF966D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287484-A510-95C5-B970-4A40E2D10E01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116506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2288731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7784021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759241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08677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48020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3052071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218933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7853220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60910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525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244875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82571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65548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378794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7115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852655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5271385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81959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4685194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180352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818177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702734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59572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485335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231962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008346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0714775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778113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21125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7519037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3660894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726696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56480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9207319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4451537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9144698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2970129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5644984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7025095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8569177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720760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79274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600877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959412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22546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1365890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5452203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562970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318241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875354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616195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918132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76458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715549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296347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332809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727118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151898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8974324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904790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417994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4178935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6334270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02945532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17933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044906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189662" y="789990"/>
            <a:ext cx="5164136" cy="5443035"/>
          </a:xfrm>
          <a:prstGeom prst="rect">
            <a:avLst/>
          </a:prstGeom>
        </p:spPr>
      </p:pic>
      <p:sp>
        <p:nvSpPr>
          <p:cNvPr id="1735581290" name=""/>
          <p:cNvSpPr txBox="1"/>
          <p:nvPr/>
        </p:nvSpPr>
        <p:spPr bwMode="auto">
          <a:xfrm flipH="0" flipV="0">
            <a:off x="6515090" y="6040855"/>
            <a:ext cx="4513281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1800" b="0" i="1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LLM setup: the number of points and wake</a:t>
            </a:r>
            <a:endParaRPr sz="1800" b="0" i="1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>
              <a:defRPr/>
            </a:pPr>
            <a:r>
              <a:rPr lang="en-US" sz="1800" b="0" i="1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lengths are reduced for image clarity</a:t>
            </a:r>
            <a:endParaRPr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439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521555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84200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53618" y="1825624"/>
            <a:ext cx="6476999" cy="38004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ONLYOFFICE/8.3.3.21</Application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2025-06-20T07:24:46Z</dcterms:modified>
</cp:coreProperties>
</file>