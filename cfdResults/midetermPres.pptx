
<file path=[Content_Types].xml><?xml version="1.0" encoding="utf-8"?>
<Types xmlns="http://schemas.openxmlformats.org/package/2006/content-types">
  <Default Extension="wmf" ContentType="image/x-wmf"/>
  <Default Extension="png" ContentType="image/png"/>
  <Default Extension="jpg" ContentType="image/jpe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notesSlides/notesSlide17.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slides/slide17.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0.xml" ContentType="application/vnd.openxmlformats-officedocument.presentationml.slide+xml"/>
  <Override PartName="/ppt/notesSlides/notesSlide15.xml" ContentType="application/vnd.openxmlformats-officedocument.presentationml.notesSlide+xml"/>
  <Override PartName="/ppt/slides/slide8.xml" ContentType="application/vnd.openxmlformats-officedocument.presentationml.slide+xml"/>
  <Override PartName="/ppt/slides/slide1.xml" ContentType="application/vnd.openxmlformats-officedocument.presentationml.slide+xml"/>
  <Override PartName="/ppt/notesSlides/notesSlide12.xml" ContentType="application/vnd.openxmlformats-officedocument.presentationml.notesSlide+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s/slide9.xml" ContentType="application/vnd.openxmlformats-officedocument.presentationml.slide+xml"/>
  <Override PartName="/ppt/slideLayouts/slideLayout2.xml" ContentType="application/vnd.openxmlformats-officedocument.presentationml.slideLayout+xml"/>
  <Override PartName="/ppt/slides/slide5.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theme/theme2.xml" ContentType="application/vnd.openxmlformats-officedocument.theme+xml"/>
  <Override PartName="/ppt/slides/slide15.xml" ContentType="application/vnd.openxmlformats-officedocument.presentationml.slide+xml"/>
  <Override PartName="/ppt/slides/slide3.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docProps/custom.xml" ContentType="application/vnd.openxmlformats-officedocument.custom-properties+xml"/>
  <Override PartName="/ppt/slides/slide6.xml" ContentType="application/vnd.openxmlformats-officedocument.presentationml.slide+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s/slide4.xml" ContentType="application/vnd.openxmlformats-officedocument.presentationml.slide+xml"/>
  <Override PartName="/customXml/itemProps3.xml" ContentType="application/vnd.openxmlformats-officedocument.customXmlProperties+xml"/>
  <Override PartName="/ppt/slideLayouts/slideLayout4.xml" ContentType="application/vnd.openxmlformats-officedocument.presentationml.slideLayout+xml"/>
  <Override PartName="/ppt/theme/theme1.xml" ContentType="application/vnd.openxmlformats-officedocument.theme+xml"/>
  <Override PartName="/customXml/itemProps2.xml" ContentType="application/vnd.openxmlformats-officedocument.customXmlProperties+xml"/>
  <Override PartName="/ppt/slides/slide16.xml" ContentType="application/vnd.openxmlformats-officedocument.presentationml.slide+xml"/>
  <Override PartName="/ppt/slideLayouts/slideLayout1.xml" ContentType="application/vnd.openxmlformats-officedocument.presentationml.slideLayout+xml"/>
  <Override PartName="/ppt/slides/slide2.xml" ContentType="application/vnd.openxmlformats-officedocument.presentationml.slide+xml"/>
  <Override PartName="/ppt/viewProps.xml" ContentType="application/vnd.openxmlformats-officedocument.presentationml.viewProps+xml"/>
  <Override PartName="/ppt/presProps.xml" ContentType="application/vnd.openxmlformats-officedocument.presentationml.presProps+xml"/>
  <Override PartName="/ppt/slideLayouts/slideLayout6.xml" ContentType="application/vnd.openxmlformats-officedocument.presentationml.slideLayout+xml"/>
  <Override PartName="/customXml/itemProps1.xml" ContentType="application/vnd.openxmlformats-officedocument.customXmlProperties+xml"/>
  <Override PartName="/ppt/slides/slide7.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21"/>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9144000"/>
  <p:defaultTextStyle>
    <a:defPPr>
      <a:defRPr lang="nl-NL"/>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5" d="100"/>
          <a:sy n="105" d="100"/>
        </p:scale>
        <p:origin x="834" y="510"/>
      </p:cViewPr>
      <p:guideLst>
        <p:guide pos="3840"/>
        <p:guide pos="2160" orient="horz"/>
        <p:guide pos="3940"/>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notesMaster" Target="notesMasters/notesMaster1.xml"/><Relationship Id="rId22" Type="http://schemas.openxmlformats.org/officeDocument/2006/relationships/presProps" Target="presProps.xml" /><Relationship Id="rId23" Type="http://schemas.openxmlformats.org/officeDocument/2006/relationships/tableStyles" Target="tableStyles.xml" /><Relationship Id="rId2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94011079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nl-NL"/>
          </a:p>
        </p:txBody>
      </p:sp>
      <p:sp>
        <p:nvSpPr>
          <p:cNvPr id="1424339209"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4B0057EB-7613-40BF-BC38-C4404E475540}" type="datetimeFigureOut">
              <a:rPr lang="nl-NL"/>
              <a:t>10-3-2025</a:t>
            </a:fld>
            <a:endParaRPr lang="nl-NL"/>
          </a:p>
        </p:txBody>
      </p:sp>
      <p:sp>
        <p:nvSpPr>
          <p:cNvPr id="888348807"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nl-NL"/>
          </a:p>
        </p:txBody>
      </p:sp>
      <p:sp>
        <p:nvSpPr>
          <p:cNvPr id="269996171"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nl-NL"/>
          </a:p>
        </p:txBody>
      </p:sp>
      <p:sp>
        <p:nvSpPr>
          <p:cNvPr id="961790830"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nl-NL"/>
          </a:p>
        </p:txBody>
      </p:sp>
      <p:sp>
        <p:nvSpPr>
          <p:cNvPr id="602348305"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8F6EDA97-E338-45F8-A5E7-1CDD5AF6A9A8}" type="slidenum">
              <a:rPr lang="nl-NL"/>
              <a:t>‹#›</a:t>
            </a:fld>
            <a:endParaRPr lang="nl-NL"/>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12625039" name="Tijdelijke aanduiding voor dia-afbeelding 1"/>
          <p:cNvSpPr>
            <a:spLocks noChangeAspect="1" noGrp="1" noRot="1"/>
          </p:cNvSpPr>
          <p:nvPr>
            <p:ph type="sldImg"/>
          </p:nvPr>
        </p:nvSpPr>
        <p:spPr bwMode="auto"/>
      </p:sp>
      <p:sp>
        <p:nvSpPr>
          <p:cNvPr id="1143505428" name="Tijdelijke aanduiding voor notities 2"/>
          <p:cNvSpPr>
            <a:spLocks noGrp="1"/>
          </p:cNvSpPr>
          <p:nvPr>
            <p:ph type="body" idx="1"/>
          </p:nvPr>
        </p:nvSpPr>
        <p:spPr bwMode="auto"/>
        <p:txBody>
          <a:bodyPr/>
          <a:lstStyle/>
          <a:p>
            <a:pPr>
              <a:defRPr/>
            </a:pPr>
            <a:endParaRPr lang="en-GB"/>
          </a:p>
        </p:txBody>
      </p:sp>
      <p:sp>
        <p:nvSpPr>
          <p:cNvPr id="673779590" name="Tijdelijke aanduiding voor dianummer 3"/>
          <p:cNvSpPr>
            <a:spLocks noGrp="1"/>
          </p:cNvSpPr>
          <p:nvPr>
            <p:ph type="sldNum" sz="quarter" idx="5"/>
          </p:nvPr>
        </p:nvSpPr>
        <p:spPr bwMode="auto"/>
        <p:txBody>
          <a:bodyPr/>
          <a:lstStyle/>
          <a:p>
            <a:pPr>
              <a:defRPr/>
            </a:pPr>
            <a:fld id="{48C176B4-2F3E-4542-A88B-B482618D0CAA}" type="slidenum">
              <a:rPr lang="nl-NL"/>
              <a:t>1</a:t>
            </a:fld>
            <a:endParaRPr lang="nl-NL"/>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7618575-8B68-A66F-996C-734567E21CBA}" type="slidenum">
              <a:rPr/>
              <a:t/>
            </a:fld>
            <a:endParaRP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764901" name="Slide Image Placeholder 1"/>
          <p:cNvSpPr>
            <a:spLocks noChangeAspect="1" noGrp="1" noRot="1"/>
          </p:cNvSpPr>
          <p:nvPr>
            <p:ph type="sldImg"/>
          </p:nvPr>
        </p:nvSpPr>
        <p:spPr bwMode="auto"/>
      </p:sp>
      <p:sp>
        <p:nvSpPr>
          <p:cNvPr id="691122710" name="Notes Placeholder 2"/>
          <p:cNvSpPr>
            <a:spLocks noGrp="1"/>
          </p:cNvSpPr>
          <p:nvPr>
            <p:ph type="body" idx="1"/>
          </p:nvPr>
        </p:nvSpPr>
        <p:spPr bwMode="auto"/>
        <p:txBody>
          <a:bodyPr/>
          <a:lstStyle/>
          <a:p>
            <a:pPr>
              <a:defRPr/>
            </a:pPr>
            <a:endParaRPr/>
          </a:p>
        </p:txBody>
      </p:sp>
      <p:sp>
        <p:nvSpPr>
          <p:cNvPr id="1443680107" name="Slide Number Placeholder 3"/>
          <p:cNvSpPr>
            <a:spLocks noGrp="1"/>
          </p:cNvSpPr>
          <p:nvPr>
            <p:ph type="sldNum" sz="quarter" idx="10"/>
          </p:nvPr>
        </p:nvSpPr>
        <p:spPr bwMode="auto"/>
        <p:txBody>
          <a:bodyPr/>
          <a:lstStyle/>
          <a:p>
            <a:pPr>
              <a:defRPr/>
            </a:pPr>
            <a:fld id="{8AF701E3-77FD-6EEC-7620-2E0E1702C80A}" type="slidenum">
              <a:rPr/>
              <a:t/>
            </a:fld>
            <a:endParaRP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BE175CA-20F6-2AA1-01C2-8A5D8BA5EDED}" type="slidenum">
              <a:rPr/>
              <a:t/>
            </a:fld>
            <a:endParaRP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5935372" name="Slide Image Placeholder 1"/>
          <p:cNvSpPr>
            <a:spLocks noChangeAspect="1" noGrp="1" noRot="1"/>
          </p:cNvSpPr>
          <p:nvPr>
            <p:ph type="sldImg"/>
          </p:nvPr>
        </p:nvSpPr>
        <p:spPr bwMode="auto"/>
      </p:sp>
      <p:sp>
        <p:nvSpPr>
          <p:cNvPr id="1446149164" name="Notes Placeholder 2"/>
          <p:cNvSpPr>
            <a:spLocks noGrp="1"/>
          </p:cNvSpPr>
          <p:nvPr>
            <p:ph type="body" idx="1"/>
          </p:nvPr>
        </p:nvSpPr>
        <p:spPr bwMode="auto"/>
        <p:txBody>
          <a:bodyPr/>
          <a:lstStyle/>
          <a:p>
            <a:pPr>
              <a:defRPr/>
            </a:pPr>
            <a:endParaRPr/>
          </a:p>
        </p:txBody>
      </p:sp>
      <p:sp>
        <p:nvSpPr>
          <p:cNvPr id="1412426738" name="Slide Number Placeholder 3"/>
          <p:cNvSpPr>
            <a:spLocks noGrp="1"/>
          </p:cNvSpPr>
          <p:nvPr>
            <p:ph type="sldNum" sz="quarter" idx="10"/>
          </p:nvPr>
        </p:nvSpPr>
        <p:spPr bwMode="auto"/>
        <p:txBody>
          <a:bodyPr/>
          <a:lstStyle/>
          <a:p>
            <a:pPr>
              <a:defRPr/>
            </a:pPr>
            <a:fld id="{1E4E225B-5442-D73A-04D5-4E3CAB4A8469}" type="slidenum">
              <a:rPr/>
              <a:t/>
            </a:fld>
            <a:endParaRP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16269070" name="Slide Image Placeholder 1"/>
          <p:cNvSpPr>
            <a:spLocks noChangeAspect="1" noGrp="1" noRot="1"/>
          </p:cNvSpPr>
          <p:nvPr>
            <p:ph type="sldImg"/>
          </p:nvPr>
        </p:nvSpPr>
        <p:spPr bwMode="auto"/>
      </p:sp>
      <p:sp>
        <p:nvSpPr>
          <p:cNvPr id="1283871332" name="Notes Placeholder 2"/>
          <p:cNvSpPr>
            <a:spLocks noGrp="1"/>
          </p:cNvSpPr>
          <p:nvPr>
            <p:ph type="body" idx="1"/>
          </p:nvPr>
        </p:nvSpPr>
        <p:spPr bwMode="auto"/>
        <p:txBody>
          <a:bodyPr/>
          <a:lstStyle/>
          <a:p>
            <a:pPr>
              <a:defRPr/>
            </a:pPr>
            <a:endParaRPr/>
          </a:p>
        </p:txBody>
      </p:sp>
      <p:sp>
        <p:nvSpPr>
          <p:cNvPr id="1329492471" name="Slide Number Placeholder 3"/>
          <p:cNvSpPr>
            <a:spLocks noGrp="1"/>
          </p:cNvSpPr>
          <p:nvPr>
            <p:ph type="sldNum" sz="quarter" idx="10"/>
          </p:nvPr>
        </p:nvSpPr>
        <p:spPr bwMode="auto"/>
        <p:txBody>
          <a:bodyPr/>
          <a:lstStyle/>
          <a:p>
            <a:pPr>
              <a:defRPr/>
            </a:pPr>
            <a:fld id="{CFE19EBE-F99A-87B6-E4E7-8BE72CC87012}" type="slidenum">
              <a:rPr/>
              <a:t/>
            </a:fld>
            <a:endParaRP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4557133" name="Slide Image Placeholder 1"/>
          <p:cNvSpPr>
            <a:spLocks noChangeAspect="1" noGrp="1" noRot="1"/>
          </p:cNvSpPr>
          <p:nvPr>
            <p:ph type="sldImg"/>
          </p:nvPr>
        </p:nvSpPr>
        <p:spPr bwMode="auto"/>
      </p:sp>
      <p:sp>
        <p:nvSpPr>
          <p:cNvPr id="1797501492" name="Notes Placeholder 2"/>
          <p:cNvSpPr>
            <a:spLocks noGrp="1"/>
          </p:cNvSpPr>
          <p:nvPr>
            <p:ph type="body" idx="1"/>
          </p:nvPr>
        </p:nvSpPr>
        <p:spPr bwMode="auto"/>
        <p:txBody>
          <a:bodyPr/>
          <a:lstStyle/>
          <a:p>
            <a:pPr>
              <a:defRPr/>
            </a:pPr>
            <a:endParaRPr/>
          </a:p>
        </p:txBody>
      </p:sp>
      <p:sp>
        <p:nvSpPr>
          <p:cNvPr id="1801941227" name="Slide Number Placeholder 3"/>
          <p:cNvSpPr>
            <a:spLocks noGrp="1"/>
          </p:cNvSpPr>
          <p:nvPr>
            <p:ph type="sldNum" sz="quarter" idx="10"/>
          </p:nvPr>
        </p:nvSpPr>
        <p:spPr bwMode="auto"/>
        <p:txBody>
          <a:bodyPr/>
          <a:lstStyle/>
          <a:p>
            <a:pPr>
              <a:defRPr/>
            </a:pPr>
            <a:fld id="{AA3F1B4A-FBD6-793B-48BE-4CC3D363E041}" type="slidenum">
              <a:rPr/>
              <a:t/>
            </a:fld>
            <a:endParaRP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9583117" name="Slide Image Placeholder 1"/>
          <p:cNvSpPr>
            <a:spLocks noChangeAspect="1" noGrp="1" noRot="1"/>
          </p:cNvSpPr>
          <p:nvPr>
            <p:ph type="sldImg"/>
          </p:nvPr>
        </p:nvSpPr>
        <p:spPr bwMode="auto"/>
      </p:sp>
      <p:sp>
        <p:nvSpPr>
          <p:cNvPr id="310351549" name="Notes Placeholder 2"/>
          <p:cNvSpPr>
            <a:spLocks noGrp="1"/>
          </p:cNvSpPr>
          <p:nvPr>
            <p:ph type="body" idx="1"/>
          </p:nvPr>
        </p:nvSpPr>
        <p:spPr bwMode="auto"/>
        <p:txBody>
          <a:bodyPr/>
          <a:lstStyle/>
          <a:p>
            <a:pPr>
              <a:defRPr/>
            </a:pPr>
            <a:endParaRPr/>
          </a:p>
        </p:txBody>
      </p:sp>
      <p:sp>
        <p:nvSpPr>
          <p:cNvPr id="1468281226" name="Slide Number Placeholder 3"/>
          <p:cNvSpPr>
            <a:spLocks noGrp="1"/>
          </p:cNvSpPr>
          <p:nvPr>
            <p:ph type="sldNum" sz="quarter" idx="10"/>
          </p:nvPr>
        </p:nvSpPr>
        <p:spPr bwMode="auto"/>
        <p:txBody>
          <a:bodyPr/>
          <a:lstStyle/>
          <a:p>
            <a:pPr>
              <a:defRPr/>
            </a:pPr>
            <a:fld id="{878D2C82-6796-A44E-1EE5-A905C8678B91}" type="slidenum">
              <a:rPr/>
              <a:t/>
            </a:fld>
            <a:endParaRP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3240808" name="Slide Image Placeholder 1"/>
          <p:cNvSpPr>
            <a:spLocks noChangeAspect="1" noGrp="1" noRot="1"/>
          </p:cNvSpPr>
          <p:nvPr>
            <p:ph type="sldImg"/>
          </p:nvPr>
        </p:nvSpPr>
        <p:spPr bwMode="auto"/>
      </p:sp>
      <p:sp>
        <p:nvSpPr>
          <p:cNvPr id="1241196875" name="Notes Placeholder 2"/>
          <p:cNvSpPr>
            <a:spLocks noGrp="1"/>
          </p:cNvSpPr>
          <p:nvPr>
            <p:ph type="body" idx="1"/>
          </p:nvPr>
        </p:nvSpPr>
        <p:spPr bwMode="auto"/>
        <p:txBody>
          <a:bodyPr/>
          <a:lstStyle/>
          <a:p>
            <a:pPr>
              <a:defRPr/>
            </a:pPr>
            <a:endParaRPr/>
          </a:p>
        </p:txBody>
      </p:sp>
      <p:sp>
        <p:nvSpPr>
          <p:cNvPr id="2048007878" name="Slide Number Placeholder 3"/>
          <p:cNvSpPr>
            <a:spLocks noGrp="1"/>
          </p:cNvSpPr>
          <p:nvPr>
            <p:ph type="sldNum" sz="quarter" idx="10"/>
          </p:nvPr>
        </p:nvSpPr>
        <p:spPr bwMode="auto"/>
        <p:txBody>
          <a:bodyPr/>
          <a:lstStyle/>
          <a:p>
            <a:pPr>
              <a:defRPr/>
            </a:pPr>
            <a:fld id="{C497A9F9-B7A5-7028-2C07-F4A1C61851E5}" type="slidenum">
              <a:rPr/>
              <a:t/>
            </a:fld>
            <a:endParaRP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236866" name="Slide Image Placeholder 1"/>
          <p:cNvSpPr>
            <a:spLocks noChangeAspect="1" noGrp="1" noRot="1"/>
          </p:cNvSpPr>
          <p:nvPr>
            <p:ph type="sldImg"/>
          </p:nvPr>
        </p:nvSpPr>
        <p:spPr bwMode="auto"/>
      </p:sp>
      <p:sp>
        <p:nvSpPr>
          <p:cNvPr id="558953946" name="Notes Placeholder 2"/>
          <p:cNvSpPr>
            <a:spLocks noGrp="1"/>
          </p:cNvSpPr>
          <p:nvPr>
            <p:ph type="body" idx="1"/>
          </p:nvPr>
        </p:nvSpPr>
        <p:spPr bwMode="auto"/>
        <p:txBody>
          <a:bodyPr/>
          <a:lstStyle/>
          <a:p>
            <a:pPr>
              <a:defRPr/>
            </a:pPr>
            <a:endParaRPr/>
          </a:p>
        </p:txBody>
      </p:sp>
      <p:sp>
        <p:nvSpPr>
          <p:cNvPr id="275859194" name="Slide Number Placeholder 3"/>
          <p:cNvSpPr>
            <a:spLocks noGrp="1"/>
          </p:cNvSpPr>
          <p:nvPr>
            <p:ph type="sldNum" sz="quarter" idx="10"/>
          </p:nvPr>
        </p:nvSpPr>
        <p:spPr bwMode="auto"/>
        <p:txBody>
          <a:bodyPr/>
          <a:lstStyle/>
          <a:p>
            <a:pPr>
              <a:defRPr/>
            </a:pPr>
            <a:fld id="{719952E7-5EBF-3C4A-07B3-704A1D1EB005}" type="slidenum">
              <a:rPr/>
              <a:t/>
            </a:fld>
            <a:endParaRP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4963601" name="Slide Image Placeholder 1"/>
          <p:cNvSpPr>
            <a:spLocks noChangeAspect="1" noGrp="1" noRot="1"/>
          </p:cNvSpPr>
          <p:nvPr>
            <p:ph type="sldImg"/>
          </p:nvPr>
        </p:nvSpPr>
        <p:spPr bwMode="auto"/>
      </p:sp>
      <p:sp>
        <p:nvSpPr>
          <p:cNvPr id="1551792978" name="Notes Placeholder 2"/>
          <p:cNvSpPr>
            <a:spLocks noGrp="1"/>
          </p:cNvSpPr>
          <p:nvPr>
            <p:ph type="body" idx="1"/>
          </p:nvPr>
        </p:nvSpPr>
        <p:spPr bwMode="auto"/>
        <p:txBody>
          <a:bodyPr/>
          <a:lstStyle/>
          <a:p>
            <a:pPr>
              <a:defRPr/>
            </a:pPr>
            <a:endParaRPr/>
          </a:p>
        </p:txBody>
      </p:sp>
      <p:sp>
        <p:nvSpPr>
          <p:cNvPr id="558456128" name="Slide Number Placeholder 3"/>
          <p:cNvSpPr>
            <a:spLocks noGrp="1"/>
          </p:cNvSpPr>
          <p:nvPr>
            <p:ph type="sldNum" sz="quarter" idx="10"/>
          </p:nvPr>
        </p:nvSpPr>
        <p:spPr bwMode="auto"/>
        <p:txBody>
          <a:bodyPr/>
          <a:lstStyle/>
          <a:p>
            <a:pPr>
              <a:defRPr/>
            </a:pPr>
            <a:fld id="{C050FD3C-5639-7D52-45E1-C0DF05F05BAF}" type="slidenum">
              <a:rPr/>
              <a:t/>
            </a:fld>
            <a:endParaRP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98634633" name="Slide Image Placeholder 1"/>
          <p:cNvSpPr>
            <a:spLocks noChangeAspect="1" noGrp="1" noRot="1"/>
          </p:cNvSpPr>
          <p:nvPr>
            <p:ph type="sldImg"/>
          </p:nvPr>
        </p:nvSpPr>
        <p:spPr bwMode="auto"/>
      </p:sp>
      <p:sp>
        <p:nvSpPr>
          <p:cNvPr id="1323190198" name="Notes Placeholder 2"/>
          <p:cNvSpPr>
            <a:spLocks noGrp="1"/>
          </p:cNvSpPr>
          <p:nvPr>
            <p:ph type="body" idx="1"/>
          </p:nvPr>
        </p:nvSpPr>
        <p:spPr bwMode="auto"/>
        <p:txBody>
          <a:bodyPr/>
          <a:lstStyle/>
          <a:p>
            <a:pPr>
              <a:defRPr/>
            </a:pPr>
            <a:endParaRPr/>
          </a:p>
        </p:txBody>
      </p:sp>
      <p:sp>
        <p:nvSpPr>
          <p:cNvPr id="1973866606" name="Slide Number Placeholder 3"/>
          <p:cNvSpPr>
            <a:spLocks noGrp="1"/>
          </p:cNvSpPr>
          <p:nvPr>
            <p:ph type="sldNum" sz="quarter" idx="10"/>
          </p:nvPr>
        </p:nvSpPr>
        <p:spPr bwMode="auto"/>
        <p:txBody>
          <a:bodyPr/>
          <a:lstStyle/>
          <a:p>
            <a:pPr>
              <a:defRPr/>
            </a:pPr>
            <a:fld id="{3E8B28A4-77DB-0225-A529-782ED2A5A324}" type="slidenum">
              <a:rPr/>
              <a:t/>
            </a:fld>
            <a:endParaRPr/>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7673170" name="Slide Image Placeholder 1"/>
          <p:cNvSpPr>
            <a:spLocks noChangeAspect="1" noGrp="1" noRot="1"/>
          </p:cNvSpPr>
          <p:nvPr>
            <p:ph type="sldImg"/>
          </p:nvPr>
        </p:nvSpPr>
        <p:spPr bwMode="auto"/>
      </p:sp>
      <p:sp>
        <p:nvSpPr>
          <p:cNvPr id="1633467752" name="Notes Placeholder 2"/>
          <p:cNvSpPr>
            <a:spLocks noGrp="1"/>
          </p:cNvSpPr>
          <p:nvPr>
            <p:ph type="body" idx="1"/>
          </p:nvPr>
        </p:nvSpPr>
        <p:spPr bwMode="auto"/>
        <p:txBody>
          <a:bodyPr/>
          <a:lstStyle/>
          <a:p>
            <a:pPr>
              <a:defRPr/>
            </a:pPr>
            <a:endParaRPr/>
          </a:p>
        </p:txBody>
      </p:sp>
      <p:sp>
        <p:nvSpPr>
          <p:cNvPr id="781877650" name="Slide Number Placeholder 3"/>
          <p:cNvSpPr>
            <a:spLocks noGrp="1"/>
          </p:cNvSpPr>
          <p:nvPr>
            <p:ph type="sldNum" sz="quarter" idx="10"/>
          </p:nvPr>
        </p:nvSpPr>
        <p:spPr bwMode="auto"/>
        <p:txBody>
          <a:bodyPr/>
          <a:lstStyle/>
          <a:p>
            <a:pPr>
              <a:defRPr/>
            </a:pPr>
            <a:fld id="{7DB91B17-4BB0-51CB-F643-F67CCF085830}" type="slidenum">
              <a:rPr/>
              <a:t/>
            </a:fld>
            <a:endParaRPr/>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68322792" name="Slide Image Placeholder 1"/>
          <p:cNvSpPr>
            <a:spLocks noChangeAspect="1" noGrp="1" noRot="1"/>
          </p:cNvSpPr>
          <p:nvPr>
            <p:ph type="sldImg"/>
          </p:nvPr>
        </p:nvSpPr>
        <p:spPr bwMode="auto"/>
      </p:sp>
      <p:sp>
        <p:nvSpPr>
          <p:cNvPr id="1472277618" name="Notes Placeholder 2"/>
          <p:cNvSpPr>
            <a:spLocks noGrp="1"/>
          </p:cNvSpPr>
          <p:nvPr>
            <p:ph type="body" idx="1"/>
          </p:nvPr>
        </p:nvSpPr>
        <p:spPr bwMode="auto"/>
        <p:txBody>
          <a:bodyPr/>
          <a:lstStyle/>
          <a:p>
            <a:pPr>
              <a:defRPr/>
            </a:pPr>
            <a:endParaRPr/>
          </a:p>
        </p:txBody>
      </p:sp>
      <p:sp>
        <p:nvSpPr>
          <p:cNvPr id="643239346" name="Slide Number Placeholder 3"/>
          <p:cNvSpPr>
            <a:spLocks noGrp="1"/>
          </p:cNvSpPr>
          <p:nvPr>
            <p:ph type="sldNum" sz="quarter" idx="10"/>
          </p:nvPr>
        </p:nvSpPr>
        <p:spPr bwMode="auto"/>
        <p:txBody>
          <a:bodyPr/>
          <a:lstStyle/>
          <a:p>
            <a:pPr>
              <a:defRPr/>
            </a:pPr>
            <a:fld id="{5B26D7DE-6D89-B7EE-6BA3-940D060AFEBA}" type="slidenum">
              <a:rPr/>
              <a:t/>
            </a:fld>
            <a:endParaRPr/>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89373587" name="Slide Image Placeholder 1"/>
          <p:cNvSpPr>
            <a:spLocks noChangeAspect="1" noGrp="1" noRot="1"/>
          </p:cNvSpPr>
          <p:nvPr>
            <p:ph type="sldImg"/>
          </p:nvPr>
        </p:nvSpPr>
        <p:spPr bwMode="auto"/>
      </p:sp>
      <p:sp>
        <p:nvSpPr>
          <p:cNvPr id="512963917" name="Notes Placeholder 2"/>
          <p:cNvSpPr>
            <a:spLocks noGrp="1"/>
          </p:cNvSpPr>
          <p:nvPr>
            <p:ph type="body" idx="1"/>
          </p:nvPr>
        </p:nvSpPr>
        <p:spPr bwMode="auto"/>
        <p:txBody>
          <a:bodyPr/>
          <a:lstStyle/>
          <a:p>
            <a:pPr>
              <a:defRPr/>
            </a:pPr>
            <a:endParaRPr/>
          </a:p>
        </p:txBody>
      </p:sp>
      <p:sp>
        <p:nvSpPr>
          <p:cNvPr id="7870857" name="Slide Number Placeholder 3"/>
          <p:cNvSpPr>
            <a:spLocks noGrp="1"/>
          </p:cNvSpPr>
          <p:nvPr>
            <p:ph type="sldNum" sz="quarter" idx="10"/>
          </p:nvPr>
        </p:nvSpPr>
        <p:spPr bwMode="auto"/>
        <p:txBody>
          <a:bodyPr/>
          <a:lstStyle/>
          <a:p>
            <a:pPr>
              <a:defRPr/>
            </a:pPr>
            <a:fld id="{F889CFCE-B694-7F28-983A-9444904F6E4E}" type="slidenum">
              <a:rPr/>
              <a:t/>
            </a:fld>
            <a:endParaRPr/>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00733" name="Slide Image Placeholder 1"/>
          <p:cNvSpPr>
            <a:spLocks noChangeAspect="1" noGrp="1" noRot="1"/>
          </p:cNvSpPr>
          <p:nvPr>
            <p:ph type="sldImg"/>
          </p:nvPr>
        </p:nvSpPr>
        <p:spPr bwMode="auto"/>
      </p:sp>
      <p:sp>
        <p:nvSpPr>
          <p:cNvPr id="2035846876" name="Notes Placeholder 2"/>
          <p:cNvSpPr>
            <a:spLocks noGrp="1"/>
          </p:cNvSpPr>
          <p:nvPr>
            <p:ph type="body" idx="1"/>
          </p:nvPr>
        </p:nvSpPr>
        <p:spPr bwMode="auto"/>
        <p:txBody>
          <a:bodyPr/>
          <a:lstStyle/>
          <a:p>
            <a:pPr>
              <a:defRPr/>
            </a:pPr>
            <a:endParaRPr/>
          </a:p>
        </p:txBody>
      </p:sp>
      <p:sp>
        <p:nvSpPr>
          <p:cNvPr id="957905196" name="Slide Number Placeholder 3"/>
          <p:cNvSpPr>
            <a:spLocks noGrp="1"/>
          </p:cNvSpPr>
          <p:nvPr>
            <p:ph type="sldNum" sz="quarter" idx="10"/>
          </p:nvPr>
        </p:nvSpPr>
        <p:spPr bwMode="auto"/>
        <p:txBody>
          <a:bodyPr/>
          <a:lstStyle/>
          <a:p>
            <a:pPr>
              <a:defRPr/>
            </a:pPr>
            <a:fld id="{2F04DE49-20FF-E840-68B6-B5A59683B64A}" type="slidenum">
              <a:rPr/>
              <a:t/>
            </a:fld>
            <a:endParaRPr/>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4063746" name="Slide Image Placeholder 1"/>
          <p:cNvSpPr>
            <a:spLocks noChangeAspect="1" noGrp="1" noRot="1"/>
          </p:cNvSpPr>
          <p:nvPr>
            <p:ph type="sldImg"/>
          </p:nvPr>
        </p:nvSpPr>
        <p:spPr bwMode="auto"/>
      </p:sp>
      <p:sp>
        <p:nvSpPr>
          <p:cNvPr id="1995983492" name="Notes Placeholder 2"/>
          <p:cNvSpPr>
            <a:spLocks noGrp="1"/>
          </p:cNvSpPr>
          <p:nvPr>
            <p:ph type="body" idx="1"/>
          </p:nvPr>
        </p:nvSpPr>
        <p:spPr bwMode="auto"/>
        <p:txBody>
          <a:bodyPr/>
          <a:lstStyle/>
          <a:p>
            <a:pPr>
              <a:defRPr/>
            </a:pPr>
            <a:endParaRPr/>
          </a:p>
        </p:txBody>
      </p:sp>
      <p:sp>
        <p:nvSpPr>
          <p:cNvPr id="2099112670" name="Slide Number Placeholder 3"/>
          <p:cNvSpPr>
            <a:spLocks noGrp="1"/>
          </p:cNvSpPr>
          <p:nvPr>
            <p:ph type="sldNum" sz="quarter" idx="10"/>
          </p:nvPr>
        </p:nvSpPr>
        <p:spPr bwMode="auto"/>
        <p:txBody>
          <a:bodyPr/>
          <a:lstStyle/>
          <a:p>
            <a:pPr>
              <a:defRPr/>
            </a:pPr>
            <a:fld id="{B5856FC8-75EA-F650-B224-30876C8CDA14}" type="slidenum">
              <a:rPr/>
              <a:t/>
            </a:fld>
            <a:endParaRP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Quote">
    <p:bg>
      <p:bgPr shadeToTitle="0">
        <a:solidFill>
          <a:schemeClr val="accent1"/>
        </a:solidFill>
      </p:bgPr>
    </p:bg>
    <p:spTree>
      <p:nvGrpSpPr>
        <p:cNvPr id="1" name=""/>
        <p:cNvGrpSpPr/>
        <p:nvPr/>
      </p:nvGrpSpPr>
      <p:grpSpPr bwMode="auto">
        <a:xfrm>
          <a:off x="0" y="0"/>
          <a:ext cx="0" cy="0"/>
          <a:chOff x="0" y="0"/>
          <a:chExt cx="0" cy="0"/>
        </a:xfrm>
      </p:grpSpPr>
      <p:sp>
        <p:nvSpPr>
          <p:cNvPr id="1381937622" name="Rechthoek 33"/>
          <p:cNvSpPr/>
          <p:nvPr userDrawn="1"/>
        </p:nvSpPr>
        <p:spPr bwMode="auto">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282195725" name="Titel 6"/>
          <p:cNvSpPr>
            <a:spLocks noGrp="1"/>
          </p:cNvSpPr>
          <p:nvPr>
            <p:ph type="title" hasCustomPrompt="1"/>
          </p:nvPr>
        </p:nvSpPr>
        <p:spPr bwMode="auto">
          <a:xfrm>
            <a:off x="0" y="-461002"/>
            <a:ext cx="666849"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spAutoFit/>
          </a:bodyPr>
          <a:lstStyle>
            <a:lvl1pPr>
              <a:lnSpc>
                <a:spcPct val="100000"/>
              </a:lnSpc>
              <a:defRPr lang="nl-NL" sz="1800" b="1" cap="none">
                <a:solidFill>
                  <a:schemeClr val="accent1"/>
                </a:solidFill>
                <a:latin typeface="+mj-lt"/>
              </a:defRPr>
            </a:lvl1pPr>
          </a:lstStyle>
          <a:p>
            <a:pPr marL="0" lvl="0">
              <a:defRPr/>
            </a:pPr>
            <a:r>
              <a:rPr lang="en-GB"/>
              <a:t>Quote</a:t>
            </a:r>
            <a:endParaRPr/>
          </a:p>
        </p:txBody>
      </p:sp>
      <p:sp>
        <p:nvSpPr>
          <p:cNvPr id="1021647990" name="Rechthoek 35"/>
          <p:cNvSpPr>
            <a:spLocks noAdjustHandles="1" noChangeArrowheads="1" noChangeShapeType="1" noEditPoints="1" noGrp="1" noMove="1" noResize="1" noRot="1"/>
          </p:cNvSpPr>
          <p:nvPr userDrawn="1"/>
        </p:nvSpPr>
        <p:spPr bwMode="auto">
          <a:xfrm>
            <a:off x="0" y="0"/>
            <a:ext cx="12192000" cy="6858000"/>
          </a:xfrm>
          <a:prstGeom prst="rect">
            <a:avLst/>
          </a:prstGeom>
          <a:solidFill>
            <a:srgbClr val="0076C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1028566462" name="Vrije vorm: vorm 40"/>
          <p:cNvSpPr>
            <a:spLocks noAdjustHandles="1" noChangeArrowheads="1" noChangeShapeType="1" noEditPoints="1" noGrp="1" noMove="1" noResize="1" noRot="1"/>
          </p:cNvSpPr>
          <p:nvPr userDrawn="1"/>
        </p:nvSpPr>
        <p:spPr bwMode="auto">
          <a:xfrm>
            <a:off x="2" y="2"/>
            <a:ext cx="12191999" cy="6857999"/>
          </a:xfrm>
          <a:custGeom>
            <a:avLst/>
            <a:gdLst>
              <a:gd name="connsiteX0" fmla="*/ 2664877 w 12191999"/>
              <a:gd name="connsiteY0" fmla="*/ 0 h 6857999"/>
              <a:gd name="connsiteX1" fmla="*/ 9662219 w 12191999"/>
              <a:gd name="connsiteY1" fmla="*/ 0 h 6857999"/>
              <a:gd name="connsiteX2" fmla="*/ 9669502 w 12191999"/>
              <a:gd name="connsiteY2" fmla="*/ 58454 h 6857999"/>
              <a:gd name="connsiteX3" fmla="*/ 12141987 w 12191999"/>
              <a:gd name="connsiteY3" fmla="*/ 2645975 h 6857999"/>
              <a:gd name="connsiteX4" fmla="*/ 12191999 w 12191999"/>
              <a:gd name="connsiteY4" fmla="*/ 2652349 h 6857999"/>
              <a:gd name="connsiteX5" fmla="*/ 12191999 w 12191999"/>
              <a:gd name="connsiteY5" fmla="*/ 6857999 h 6857999"/>
              <a:gd name="connsiteX6" fmla="*/ 7658728 w 12191999"/>
              <a:gd name="connsiteY6" fmla="*/ 6857999 h 6857999"/>
              <a:gd name="connsiteX7" fmla="*/ 7684133 w 12191999"/>
              <a:gd name="connsiteY7" fmla="*/ 6682259 h 6857999"/>
              <a:gd name="connsiteX8" fmla="*/ 7588732 w 12191999"/>
              <a:gd name="connsiteY8" fmla="*/ 5413362 h 6857999"/>
              <a:gd name="connsiteX9" fmla="*/ 6769078 w 12191999"/>
              <a:gd name="connsiteY9" fmla="*/ 6441900 h 6857999"/>
              <a:gd name="connsiteX10" fmla="*/ 6629774 w 12191999"/>
              <a:gd name="connsiteY10" fmla="*/ 6673849 h 6857999"/>
              <a:gd name="connsiteX11" fmla="*/ 6506207 w 12191999"/>
              <a:gd name="connsiteY11" fmla="*/ 6857999 h 6857999"/>
              <a:gd name="connsiteX12" fmla="*/ 0 w 12191999"/>
              <a:gd name="connsiteY12" fmla="*/ 6857999 h 6857999"/>
              <a:gd name="connsiteX13" fmla="*/ 0 w 12191999"/>
              <a:gd name="connsiteY13" fmla="*/ 4333078 h 6857999"/>
              <a:gd name="connsiteX14" fmla="*/ 146172 w 12191999"/>
              <a:gd name="connsiteY14" fmla="*/ 4092082 h 6857999"/>
              <a:gd name="connsiteX15" fmla="*/ 2642743 w 12191999"/>
              <a:gd name="connsiteY15" fmla="*/ 49565 h 6857999"/>
              <a:gd name="connsiteX16" fmla="*/ 0 w 12191999"/>
              <a:gd name="connsiteY16" fmla="*/ 0 h 6857999"/>
              <a:gd name="connsiteX17" fmla="*/ 960612 w 12191999"/>
              <a:gd name="connsiteY17" fmla="*/ 0 h 6857999"/>
              <a:gd name="connsiteX18" fmla="*/ 943428 w 12191999"/>
              <a:gd name="connsiteY18" fmla="*/ 19059 h 6857999"/>
              <a:gd name="connsiteX19" fmla="*/ 113541 w 12191999"/>
              <a:gd name="connsiteY19" fmla="*/ 831096 h 6857999"/>
              <a:gd name="connsiteX20" fmla="*/ 0 w 12191999"/>
              <a:gd name="connsiteY20" fmla="*/ 93168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191999" h="6857999" fill="norm" stroke="1" extrusionOk="0">
                <a:moveTo>
                  <a:pt x="2664877" y="0"/>
                </a:moveTo>
                <a:lnTo>
                  <a:pt x="9662219" y="0"/>
                </a:lnTo>
                <a:lnTo>
                  <a:pt x="9669502" y="58454"/>
                </a:lnTo>
                <a:cubicBezTo>
                  <a:pt x="9916918" y="1666551"/>
                  <a:pt x="10899414" y="2453064"/>
                  <a:pt x="12141987" y="2645975"/>
                </a:cubicBezTo>
                <a:lnTo>
                  <a:pt x="12191999" y="2652349"/>
                </a:lnTo>
                <a:lnTo>
                  <a:pt x="12191999" y="6857999"/>
                </a:lnTo>
                <a:lnTo>
                  <a:pt x="7658728" y="6857999"/>
                </a:lnTo>
                <a:lnTo>
                  <a:pt x="7684133" y="6682259"/>
                </a:lnTo>
                <a:cubicBezTo>
                  <a:pt x="7761749" y="6064946"/>
                  <a:pt x="7755600" y="5464341"/>
                  <a:pt x="7588732" y="5413362"/>
                </a:cubicBezTo>
                <a:cubicBezTo>
                  <a:pt x="7340994" y="5335952"/>
                  <a:pt x="7131278" y="5762726"/>
                  <a:pt x="6769078" y="6441900"/>
                </a:cubicBezTo>
                <a:cubicBezTo>
                  <a:pt x="6725598" y="6518910"/>
                  <a:pt x="6679102" y="6596298"/>
                  <a:pt x="6629774" y="6673849"/>
                </a:cubicBezTo>
                <a:lnTo>
                  <a:pt x="6506207" y="6857999"/>
                </a:lnTo>
                <a:lnTo>
                  <a:pt x="0" y="6857999"/>
                </a:lnTo>
                <a:lnTo>
                  <a:pt x="0" y="4333078"/>
                </a:lnTo>
                <a:lnTo>
                  <a:pt x="146172" y="4092082"/>
                </a:lnTo>
                <a:cubicBezTo>
                  <a:pt x="909057" y="2863958"/>
                  <a:pt x="1936780" y="1556781"/>
                  <a:pt x="2642743" y="49565"/>
                </a:cubicBezTo>
                <a:close/>
                <a:moveTo>
                  <a:pt x="0" y="0"/>
                </a:moveTo>
                <a:lnTo>
                  <a:pt x="960612" y="0"/>
                </a:lnTo>
                <a:lnTo>
                  <a:pt x="943428" y="19059"/>
                </a:lnTo>
                <a:cubicBezTo>
                  <a:pt x="681749" y="296223"/>
                  <a:pt x="403894" y="566215"/>
                  <a:pt x="113541" y="831096"/>
                </a:cubicBezTo>
                <a:lnTo>
                  <a:pt x="0" y="93168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defRPr/>
            </a:pPr>
            <a:endParaRPr lang="en-GB" sz="1600"/>
          </a:p>
        </p:txBody>
      </p:sp>
      <p:sp>
        <p:nvSpPr>
          <p:cNvPr id="2004744316" name="Tijdelijke aanduiding voor tekst 3"/>
          <p:cNvSpPr>
            <a:spLocks noAdjustHandles="1" noChangeArrowheads="1" noChangeShapeType="1" noEditPoints="1" noGrp="1" noMove="1" noResize="1" noRot="1"/>
          </p:cNvSpPr>
          <p:nvPr>
            <p:ph type="body" sz="quarter" idx="13" hasCustomPrompt="1"/>
          </p:nvPr>
        </p:nvSpPr>
        <p:spPr bwMode="auto">
          <a:xfrm>
            <a:off x="719138" y="719138"/>
            <a:ext cx="10752137" cy="5281612"/>
          </a:xfrm>
        </p:spPr>
        <p:txBody>
          <a:bodyPr wrap="square" anchor="ctr" anchorCtr="0">
            <a:normAutofit/>
          </a:bodyPr>
          <a:lstStyle>
            <a:lvl1pPr marL="0" indent="0" algn="ctr">
              <a:lnSpc>
                <a:spcPts val="5200"/>
              </a:lnSpc>
              <a:spcBef>
                <a:spcPts val="0"/>
              </a:spcBef>
              <a:spcAft>
                <a:spcPts val="0"/>
              </a:spcAft>
              <a:buNone/>
              <a:defRPr sz="4800" b="0" i="0">
                <a:solidFill>
                  <a:schemeClr val="bg1"/>
                </a:solidFill>
                <a:latin typeface="+mj-lt"/>
              </a:defRPr>
            </a:lvl1pPr>
            <a:lvl2pPr marL="0" indent="0" algn="r">
              <a:buNone/>
              <a:defRPr sz="4400" b="1" i="0">
                <a:solidFill>
                  <a:schemeClr val="bg1"/>
                </a:solidFill>
                <a:latin typeface="+mj-lt"/>
              </a:defRPr>
            </a:lvl2pPr>
            <a:lvl3pPr marL="0" indent="0" algn="r">
              <a:buFont typeface="Arial"/>
              <a:buNone/>
              <a:defRPr sz="4400" b="1" i="0">
                <a:solidFill>
                  <a:schemeClr val="bg1"/>
                </a:solidFill>
                <a:latin typeface="+mj-lt"/>
              </a:defRPr>
            </a:lvl3pPr>
            <a:lvl4pPr marL="0" indent="0" algn="r">
              <a:buFont typeface="Arial"/>
              <a:buNone/>
              <a:defRPr sz="4400" b="1" i="0">
                <a:solidFill>
                  <a:schemeClr val="bg1"/>
                </a:solidFill>
                <a:latin typeface="+mj-lt"/>
              </a:defRPr>
            </a:lvl4pPr>
            <a:lvl5pPr marL="0" indent="0" algn="r">
              <a:buFont typeface="Arial"/>
              <a:buNone/>
              <a:defRPr sz="4400" b="1" i="0">
                <a:solidFill>
                  <a:schemeClr val="bg1"/>
                </a:solidFill>
                <a:latin typeface="+mj-lt"/>
              </a:defRPr>
            </a:lvl5pPr>
            <a:lvl6pPr marL="0" indent="0" algn="r">
              <a:buFont typeface="Arial"/>
              <a:buNone/>
              <a:defRPr sz="4400" b="1" i="0">
                <a:solidFill>
                  <a:schemeClr val="bg1"/>
                </a:solidFill>
                <a:latin typeface="+mj-lt"/>
              </a:defRPr>
            </a:lvl6pPr>
            <a:lvl7pPr marL="0" indent="0" algn="r">
              <a:buFont typeface="Arial"/>
              <a:buNone/>
              <a:defRPr sz="4400" b="1" i="0">
                <a:solidFill>
                  <a:schemeClr val="bg1"/>
                </a:solidFill>
                <a:latin typeface="+mj-lt"/>
              </a:defRPr>
            </a:lvl7pPr>
            <a:lvl8pPr marL="0" indent="0" algn="r">
              <a:buFont typeface="Arial"/>
              <a:buNone/>
              <a:defRPr sz="4400" b="1" i="0">
                <a:solidFill>
                  <a:schemeClr val="bg1"/>
                </a:solidFill>
                <a:latin typeface="+mj-lt"/>
              </a:defRPr>
            </a:lvl8pPr>
            <a:lvl9pPr marL="0" indent="0" algn="r">
              <a:buFont typeface="Arial"/>
              <a:buNone/>
              <a:defRPr sz="4400" b="1" i="0">
                <a:solidFill>
                  <a:schemeClr val="bg1"/>
                </a:solidFill>
                <a:latin typeface="+mj-lt"/>
              </a:defRPr>
            </a:lvl9pPr>
          </a:lstStyle>
          <a:p>
            <a:pPr>
              <a:defRPr/>
            </a:pPr>
            <a:r>
              <a:rPr lang="en-GB"/>
              <a:t>Quote</a:t>
            </a:r>
            <a:endParaRPr/>
          </a:p>
        </p:txBody>
      </p:sp>
      <p:grpSp>
        <p:nvGrpSpPr>
          <p:cNvPr id="585988198" name="Groep 24"/>
          <p:cNvGrpSpPr/>
          <p:nvPr userDrawn="1"/>
        </p:nvGrpSpPr>
        <p:grpSpPr bwMode="auto">
          <a:xfrm>
            <a:off x="721079" y="6216736"/>
            <a:ext cx="961200" cy="381600"/>
            <a:chOff x="2807303" y="2354764"/>
            <a:chExt cx="944974" cy="368527"/>
          </a:xfrm>
          <a:solidFill>
            <a:schemeClr val="bg1"/>
          </a:solidFill>
        </p:grpSpPr>
        <p:sp>
          <p:nvSpPr>
            <p:cNvPr id="26" name="Vrije vorm: vorm 25"/>
            <p:cNvSpPr/>
            <p:nvPr/>
          </p:nvSpPr>
          <p:spPr bwMode="auto">
            <a:xfrm>
              <a:off x="2994660" y="2537173"/>
              <a:ext cx="174307" cy="186023"/>
            </a:xfrm>
            <a:custGeom>
              <a:avLst/>
              <a:gdLst>
                <a:gd name="connsiteX0" fmla="*/ 87154 w 174307"/>
                <a:gd name="connsiteY0" fmla="*/ 150686 h 186023"/>
                <a:gd name="connsiteX1" fmla="*/ 123825 w 174307"/>
                <a:gd name="connsiteY1" fmla="*/ 112776 h 186023"/>
                <a:gd name="connsiteX2" fmla="*/ 123825 w 174307"/>
                <a:gd name="connsiteY2" fmla="*/ 0 h 186023"/>
                <a:gd name="connsiteX3" fmla="*/ 174307 w 174307"/>
                <a:gd name="connsiteY3" fmla="*/ 0 h 186023"/>
                <a:gd name="connsiteX4" fmla="*/ 174307 w 174307"/>
                <a:gd name="connsiteY4" fmla="*/ 115348 h 186023"/>
                <a:gd name="connsiteX5" fmla="*/ 87154 w 174307"/>
                <a:gd name="connsiteY5" fmla="*/ 186023 h 186023"/>
                <a:gd name="connsiteX6" fmla="*/ 0 w 174307"/>
                <a:gd name="connsiteY6" fmla="*/ 115348 h 186023"/>
                <a:gd name="connsiteX7" fmla="*/ 0 w 174307"/>
                <a:gd name="connsiteY7" fmla="*/ 0 h 186023"/>
                <a:gd name="connsiteX8" fmla="*/ 50482 w 174307"/>
                <a:gd name="connsiteY8" fmla="*/ 0 h 186023"/>
                <a:gd name="connsiteX9" fmla="*/ 50482 w 174307"/>
                <a:gd name="connsiteY9" fmla="*/ 112776 h 186023"/>
                <a:gd name="connsiteX10" fmla="*/ 87154 w 174307"/>
                <a:gd name="connsiteY10" fmla="*/ 150686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307" h="186023" fill="norm" stroke="1" extrusionOk="0">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grpFill/>
            <a:ln w="9525" cap="flat">
              <a:noFill/>
              <a:prstDash val="solid"/>
              <a:miter/>
            </a:ln>
          </p:spPr>
          <p:txBody>
            <a:bodyPr rtlCol="0" anchor="ctr"/>
            <a:lstStyle/>
            <a:p>
              <a:pPr>
                <a:defRPr/>
              </a:pPr>
              <a:endParaRPr lang="en-GB"/>
            </a:p>
          </p:txBody>
        </p:sp>
        <p:sp>
          <p:nvSpPr>
            <p:cNvPr id="27" name="Vrije vorm: vorm 26"/>
            <p:cNvSpPr/>
            <p:nvPr/>
          </p:nvSpPr>
          <p:spPr bwMode="auto">
            <a:xfrm>
              <a:off x="2807303" y="2537173"/>
              <a:ext cx="163639" cy="182213"/>
            </a:xfrm>
            <a:custGeom>
              <a:avLst/>
              <a:gdLst>
                <a:gd name="connsiteX0" fmla="*/ 56578 w 163639"/>
                <a:gd name="connsiteY0" fmla="*/ 182213 h 182213"/>
                <a:gd name="connsiteX1" fmla="*/ 107061 w 163639"/>
                <a:gd name="connsiteY1" fmla="*/ 182213 h 182213"/>
                <a:gd name="connsiteX2" fmla="*/ 107061 w 163639"/>
                <a:gd name="connsiteY2" fmla="*/ 35338 h 182213"/>
                <a:gd name="connsiteX3" fmla="*/ 163640 w 163639"/>
                <a:gd name="connsiteY3" fmla="*/ 35338 h 182213"/>
                <a:gd name="connsiteX4" fmla="*/ 163640 w 163639"/>
                <a:gd name="connsiteY4" fmla="*/ 0 h 182213"/>
                <a:gd name="connsiteX5" fmla="*/ 0 w 163639"/>
                <a:gd name="connsiteY5" fmla="*/ 0 h 182213"/>
                <a:gd name="connsiteX6" fmla="*/ 0 w 163639"/>
                <a:gd name="connsiteY6" fmla="*/ 35338 h 182213"/>
                <a:gd name="connsiteX7" fmla="*/ 56578 w 163639"/>
                <a:gd name="connsiteY7" fmla="*/ 35338 h 1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639" h="182213" fill="norm" stroke="1" extrusionOk="0">
                  <a:moveTo>
                    <a:pt x="56578" y="182213"/>
                  </a:moveTo>
                  <a:lnTo>
                    <a:pt x="107061" y="182213"/>
                  </a:lnTo>
                  <a:lnTo>
                    <a:pt x="107061" y="35338"/>
                  </a:lnTo>
                  <a:lnTo>
                    <a:pt x="163640" y="35338"/>
                  </a:lnTo>
                  <a:lnTo>
                    <a:pt x="163640" y="0"/>
                  </a:lnTo>
                  <a:lnTo>
                    <a:pt x="0" y="0"/>
                  </a:lnTo>
                  <a:lnTo>
                    <a:pt x="0" y="35338"/>
                  </a:lnTo>
                  <a:lnTo>
                    <a:pt x="56578" y="35338"/>
                  </a:lnTo>
                  <a:close/>
                </a:path>
              </a:pathLst>
            </a:custGeom>
            <a:grpFill/>
            <a:ln w="9525" cap="flat">
              <a:noFill/>
              <a:prstDash val="solid"/>
              <a:miter/>
            </a:ln>
          </p:spPr>
          <p:txBody>
            <a:bodyPr rtlCol="0" anchor="ctr"/>
            <a:lstStyle/>
            <a:p>
              <a:pPr>
                <a:defRPr/>
              </a:pPr>
              <a:endParaRPr lang="en-GB"/>
            </a:p>
          </p:txBody>
        </p:sp>
        <p:sp>
          <p:nvSpPr>
            <p:cNvPr id="28" name="Vrije vorm: vorm 27"/>
            <p:cNvSpPr/>
            <p:nvPr/>
          </p:nvSpPr>
          <p:spPr bwMode="auto">
            <a:xfrm>
              <a:off x="2856490" y="2354764"/>
              <a:ext cx="172449" cy="170903"/>
            </a:xfrm>
            <a:custGeom>
              <a:avLst/>
              <a:gdLst>
                <a:gd name="connsiteX0" fmla="*/ 128740 w 172449"/>
                <a:gd name="connsiteY0" fmla="*/ 93637 h 170903"/>
                <a:gd name="connsiteX1" fmla="*/ 103785 w 172449"/>
                <a:gd name="connsiteY1" fmla="*/ 77920 h 170903"/>
                <a:gd name="connsiteX2" fmla="*/ 170936 w 172449"/>
                <a:gd name="connsiteY2" fmla="*/ 9816 h 170903"/>
                <a:gd name="connsiteX3" fmla="*/ 170460 w 172449"/>
                <a:gd name="connsiteY3" fmla="*/ 6 h 170903"/>
                <a:gd name="connsiteX4" fmla="*/ 165888 w 172449"/>
                <a:gd name="connsiteY4" fmla="*/ 6959 h 170903"/>
                <a:gd name="connsiteX5" fmla="*/ 69114 w 172449"/>
                <a:gd name="connsiteY5" fmla="*/ 45440 h 170903"/>
                <a:gd name="connsiteX6" fmla="*/ 2058 w 172449"/>
                <a:gd name="connsiteY6" fmla="*/ 146405 h 170903"/>
                <a:gd name="connsiteX7" fmla="*/ 6344 w 172449"/>
                <a:gd name="connsiteY7" fmla="*/ 159454 h 170903"/>
                <a:gd name="connsiteX8" fmla="*/ 8439 w 172449"/>
                <a:gd name="connsiteY8" fmla="*/ 146215 h 170903"/>
                <a:gd name="connsiteX9" fmla="*/ 67209 w 172449"/>
                <a:gd name="connsiteY9" fmla="*/ 73348 h 170903"/>
                <a:gd name="connsiteX10" fmla="*/ 72638 w 172449"/>
                <a:gd name="connsiteY10" fmla="*/ 68205 h 170903"/>
                <a:gd name="connsiteX11" fmla="*/ 72162 w 172449"/>
                <a:gd name="connsiteY11" fmla="*/ 73158 h 170903"/>
                <a:gd name="connsiteX12" fmla="*/ 52445 w 172449"/>
                <a:gd name="connsiteY12" fmla="*/ 120878 h 170903"/>
                <a:gd name="connsiteX13" fmla="*/ 89592 w 172449"/>
                <a:gd name="connsiteY13" fmla="*/ 113544 h 170903"/>
                <a:gd name="connsiteX14" fmla="*/ 93688 w 172449"/>
                <a:gd name="connsiteY14" fmla="*/ 108495 h 170903"/>
                <a:gd name="connsiteX15" fmla="*/ 93974 w 172449"/>
                <a:gd name="connsiteY15" fmla="*/ 116020 h 170903"/>
                <a:gd name="connsiteX16" fmla="*/ 69304 w 172449"/>
                <a:gd name="connsiteY16" fmla="*/ 162502 h 170903"/>
                <a:gd name="connsiteX17" fmla="*/ 57207 w 172449"/>
                <a:gd name="connsiteY17" fmla="*/ 170313 h 170903"/>
                <a:gd name="connsiteX18" fmla="*/ 63684 w 172449"/>
                <a:gd name="connsiteY18" fmla="*/ 170694 h 170903"/>
                <a:gd name="connsiteX19" fmla="*/ 151124 w 172449"/>
                <a:gd name="connsiteY19" fmla="*/ 85159 h 170903"/>
                <a:gd name="connsiteX20" fmla="*/ 151410 w 172449"/>
                <a:gd name="connsiteY20" fmla="*/ 79920 h 170903"/>
                <a:gd name="connsiteX21" fmla="*/ 146361 w 172449"/>
                <a:gd name="connsiteY21" fmla="*/ 82873 h 170903"/>
                <a:gd name="connsiteX22" fmla="*/ 128740 w 172449"/>
                <a:gd name="connsiteY22" fmla="*/ 93637 h 17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2449" h="170903" fill="norm" stroke="1" extrusionOk="0">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grpFill/>
            <a:ln w="9525" cap="flat">
              <a:noFill/>
              <a:prstDash val="solid"/>
              <a:miter/>
            </a:ln>
          </p:spPr>
          <p:txBody>
            <a:bodyPr rtlCol="0" anchor="ctr"/>
            <a:lstStyle/>
            <a:p>
              <a:pPr>
                <a:defRPr/>
              </a:pPr>
              <a:endParaRPr lang="en-GB"/>
            </a:p>
          </p:txBody>
        </p:sp>
        <p:sp>
          <p:nvSpPr>
            <p:cNvPr id="29" name="Vrije vorm: vorm 28"/>
            <p:cNvSpPr/>
            <p:nvPr/>
          </p:nvSpPr>
          <p:spPr bwMode="auto">
            <a:xfrm>
              <a:off x="3391376" y="2588894"/>
              <a:ext cx="114680" cy="134397"/>
            </a:xfrm>
            <a:custGeom>
              <a:avLst/>
              <a:gdLst>
                <a:gd name="connsiteX0" fmla="*/ 24955 w 114680"/>
                <a:gd name="connsiteY0" fmla="*/ 55054 h 134397"/>
                <a:gd name="connsiteX1" fmla="*/ 57055 w 114680"/>
                <a:gd name="connsiteY1" fmla="*/ 17431 h 134397"/>
                <a:gd name="connsiteX2" fmla="*/ 89344 w 114680"/>
                <a:gd name="connsiteY2" fmla="*/ 55054 h 134397"/>
                <a:gd name="connsiteX3" fmla="*/ 24955 w 114680"/>
                <a:gd name="connsiteY3" fmla="*/ 55054 h 134397"/>
                <a:gd name="connsiteX4" fmla="*/ 114681 w 114680"/>
                <a:gd name="connsiteY4" fmla="*/ 71723 h 134397"/>
                <a:gd name="connsiteX5" fmla="*/ 114681 w 114680"/>
                <a:gd name="connsiteY5" fmla="*/ 59817 h 134397"/>
                <a:gd name="connsiteX6" fmla="*/ 58864 w 114680"/>
                <a:gd name="connsiteY6" fmla="*/ 0 h 134397"/>
                <a:gd name="connsiteX7" fmla="*/ 0 w 114680"/>
                <a:gd name="connsiteY7" fmla="*/ 68199 h 134397"/>
                <a:gd name="connsiteX8" fmla="*/ 56864 w 114680"/>
                <a:gd name="connsiteY8" fmla="*/ 134398 h 134397"/>
                <a:gd name="connsiteX9" fmla="*/ 113157 w 114680"/>
                <a:gd name="connsiteY9" fmla="*/ 91250 h 134397"/>
                <a:gd name="connsiteX10" fmla="*/ 87916 w 114680"/>
                <a:gd name="connsiteY10" fmla="*/ 91250 h 134397"/>
                <a:gd name="connsiteX11" fmla="*/ 57150 w 114680"/>
                <a:gd name="connsiteY11" fmla="*/ 116967 h 134397"/>
                <a:gd name="connsiteX12" fmla="*/ 24479 w 114680"/>
                <a:gd name="connsiteY12" fmla="*/ 71818 h 134397"/>
                <a:gd name="connsiteX13" fmla="*/ 114681 w 114680"/>
                <a:gd name="connsiteY13" fmla="*/ 71818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680" h="134397" fill="norm" stroke="1" extrusionOk="0">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grpFill/>
            <a:ln w="9525" cap="flat">
              <a:noFill/>
              <a:prstDash val="solid"/>
              <a:miter/>
            </a:ln>
          </p:spPr>
          <p:txBody>
            <a:bodyPr rtlCol="0" anchor="ctr"/>
            <a:lstStyle/>
            <a:p>
              <a:pPr>
                <a:defRPr/>
              </a:pPr>
              <a:endParaRPr lang="en-GB"/>
            </a:p>
          </p:txBody>
        </p:sp>
        <p:sp>
          <p:nvSpPr>
            <p:cNvPr id="30" name="Vrije vorm: vorm 29"/>
            <p:cNvSpPr/>
            <p:nvPr/>
          </p:nvSpPr>
          <p:spPr bwMode="auto">
            <a:xfrm>
              <a:off x="3535108" y="2537173"/>
              <a:ext cx="24003" cy="182213"/>
            </a:xfrm>
            <a:custGeom>
              <a:avLst/>
              <a:gdLst>
                <a:gd name="connsiteX0" fmla="*/ 0 w 24003"/>
                <a:gd name="connsiteY0" fmla="*/ 0 h 182213"/>
                <a:gd name="connsiteX1" fmla="*/ 24003 w 24003"/>
                <a:gd name="connsiteY1" fmla="*/ 0 h 182213"/>
                <a:gd name="connsiteX2" fmla="*/ 24003 w 24003"/>
                <a:gd name="connsiteY2" fmla="*/ 182213 h 182213"/>
                <a:gd name="connsiteX3" fmla="*/ 0 w 24003"/>
                <a:gd name="connsiteY3" fmla="*/ 182213 h 182213"/>
              </a:gdLst>
              <a:ahLst/>
              <a:cxnLst>
                <a:cxn ang="0">
                  <a:pos x="connsiteX0" y="connsiteY0"/>
                </a:cxn>
                <a:cxn ang="0">
                  <a:pos x="connsiteX1" y="connsiteY1"/>
                </a:cxn>
                <a:cxn ang="0">
                  <a:pos x="connsiteX2" y="connsiteY2"/>
                </a:cxn>
                <a:cxn ang="0">
                  <a:pos x="connsiteX3" y="connsiteY3"/>
                </a:cxn>
              </a:cxnLst>
              <a:rect l="l" t="t" r="r" b="b"/>
              <a:pathLst>
                <a:path w="24003" h="182213" fill="norm" stroke="1" extrusionOk="0">
                  <a:moveTo>
                    <a:pt x="0" y="0"/>
                  </a:moveTo>
                  <a:lnTo>
                    <a:pt x="24003" y="0"/>
                  </a:lnTo>
                  <a:lnTo>
                    <a:pt x="24003" y="182213"/>
                  </a:lnTo>
                  <a:lnTo>
                    <a:pt x="0" y="182213"/>
                  </a:lnTo>
                  <a:close/>
                </a:path>
              </a:pathLst>
            </a:custGeom>
            <a:grpFill/>
            <a:ln w="9525" cap="flat">
              <a:noFill/>
              <a:prstDash val="solid"/>
              <a:miter/>
            </a:ln>
          </p:spPr>
          <p:txBody>
            <a:bodyPr rtlCol="0" anchor="ctr"/>
            <a:lstStyle/>
            <a:p>
              <a:pPr>
                <a:defRPr/>
              </a:pPr>
              <a:endParaRPr lang="en-GB"/>
            </a:p>
          </p:txBody>
        </p:sp>
        <p:sp>
          <p:nvSpPr>
            <p:cNvPr id="31" name="Vrije vorm: vorm 30"/>
            <p:cNvSpPr/>
            <p:nvPr/>
          </p:nvSpPr>
          <p:spPr bwMode="auto">
            <a:xfrm>
              <a:off x="3585591" y="2533363"/>
              <a:ext cx="81533" cy="186023"/>
            </a:xfrm>
            <a:custGeom>
              <a:avLst/>
              <a:gdLst>
                <a:gd name="connsiteX0" fmla="*/ 48768 w 81533"/>
                <a:gd name="connsiteY0" fmla="*/ 186023 h 186023"/>
                <a:gd name="connsiteX1" fmla="*/ 48768 w 81533"/>
                <a:gd name="connsiteY1" fmla="*/ 76009 h 186023"/>
                <a:gd name="connsiteX2" fmla="*/ 78010 w 81533"/>
                <a:gd name="connsiteY2" fmla="*/ 76009 h 186023"/>
                <a:gd name="connsiteX3" fmla="*/ 78010 w 81533"/>
                <a:gd name="connsiteY3" fmla="*/ 59341 h 186023"/>
                <a:gd name="connsiteX4" fmla="*/ 48768 w 81533"/>
                <a:gd name="connsiteY4" fmla="*/ 59341 h 186023"/>
                <a:gd name="connsiteX5" fmla="*/ 48768 w 81533"/>
                <a:gd name="connsiteY5" fmla="*/ 38862 h 186023"/>
                <a:gd name="connsiteX6" fmla="*/ 69437 w 81533"/>
                <a:gd name="connsiteY6" fmla="*/ 21717 h 186023"/>
                <a:gd name="connsiteX7" fmla="*/ 81534 w 81533"/>
                <a:gd name="connsiteY7" fmla="*/ 22479 h 186023"/>
                <a:gd name="connsiteX8" fmla="*/ 81534 w 81533"/>
                <a:gd name="connsiteY8" fmla="*/ 2572 h 186023"/>
                <a:gd name="connsiteX9" fmla="*/ 64389 w 81533"/>
                <a:gd name="connsiteY9" fmla="*/ 0 h 186023"/>
                <a:gd name="connsiteX10" fmla="*/ 24765 w 81533"/>
                <a:gd name="connsiteY10" fmla="*/ 35624 h 186023"/>
                <a:gd name="connsiteX11" fmla="*/ 24765 w 81533"/>
                <a:gd name="connsiteY11" fmla="*/ 59341 h 186023"/>
                <a:gd name="connsiteX12" fmla="*/ 0 w 81533"/>
                <a:gd name="connsiteY12" fmla="*/ 59341 h 186023"/>
                <a:gd name="connsiteX13" fmla="*/ 0 w 81533"/>
                <a:gd name="connsiteY13" fmla="*/ 76009 h 186023"/>
                <a:gd name="connsiteX14" fmla="*/ 24765 w 81533"/>
                <a:gd name="connsiteY14" fmla="*/ 76009 h 186023"/>
                <a:gd name="connsiteX15" fmla="*/ 24765 w 81533"/>
                <a:gd name="connsiteY15" fmla="*/ 186023 h 186023"/>
                <a:gd name="connsiteX16" fmla="*/ 48768 w 81533"/>
                <a:gd name="connsiteY16" fmla="*/ 186023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533" h="186023" fill="norm" stroke="1" extrusionOk="0">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grpFill/>
            <a:ln w="9525" cap="flat">
              <a:noFill/>
              <a:prstDash val="solid"/>
              <a:miter/>
            </a:ln>
          </p:spPr>
          <p:txBody>
            <a:bodyPr rtlCol="0" anchor="ctr"/>
            <a:lstStyle/>
            <a:p>
              <a:pPr>
                <a:defRPr/>
              </a:pPr>
              <a:endParaRPr lang="en-GB"/>
            </a:p>
          </p:txBody>
        </p:sp>
        <p:sp>
          <p:nvSpPr>
            <p:cNvPr id="32" name="Vrije vorm: vorm 31"/>
            <p:cNvSpPr/>
            <p:nvPr/>
          </p:nvSpPr>
          <p:spPr bwMode="auto">
            <a:xfrm>
              <a:off x="3677316" y="2558224"/>
              <a:ext cx="74961" cy="164972"/>
            </a:xfrm>
            <a:custGeom>
              <a:avLst/>
              <a:gdLst>
                <a:gd name="connsiteX0" fmla="*/ 0 w 74961"/>
                <a:gd name="connsiteY0" fmla="*/ 34480 h 164972"/>
                <a:gd name="connsiteX1" fmla="*/ 0 w 74961"/>
                <a:gd name="connsiteY1" fmla="*/ 51149 h 164972"/>
                <a:gd name="connsiteX2" fmla="*/ 21717 w 74961"/>
                <a:gd name="connsiteY2" fmla="*/ 51149 h 164972"/>
                <a:gd name="connsiteX3" fmla="*/ 21717 w 74961"/>
                <a:gd name="connsiteY3" fmla="*/ 131921 h 164972"/>
                <a:gd name="connsiteX4" fmla="*/ 57626 w 74961"/>
                <a:gd name="connsiteY4" fmla="*/ 164973 h 164972"/>
                <a:gd name="connsiteX5" fmla="*/ 74009 w 74961"/>
                <a:gd name="connsiteY5" fmla="*/ 163449 h 164972"/>
                <a:gd name="connsiteX6" fmla="*/ 74009 w 74961"/>
                <a:gd name="connsiteY6" fmla="*/ 145066 h 164972"/>
                <a:gd name="connsiteX7" fmla="*/ 61341 w 74961"/>
                <a:gd name="connsiteY7" fmla="*/ 146590 h 164972"/>
                <a:gd name="connsiteX8" fmla="*/ 45720 w 74961"/>
                <a:gd name="connsiteY8" fmla="*/ 133255 h 164972"/>
                <a:gd name="connsiteX9" fmla="*/ 45720 w 74961"/>
                <a:gd name="connsiteY9" fmla="*/ 51245 h 164972"/>
                <a:gd name="connsiteX10" fmla="*/ 74962 w 74961"/>
                <a:gd name="connsiteY10" fmla="*/ 51245 h 164972"/>
                <a:gd name="connsiteX11" fmla="*/ 74962 w 74961"/>
                <a:gd name="connsiteY11" fmla="*/ 34576 h 164972"/>
                <a:gd name="connsiteX12" fmla="*/ 45720 w 74961"/>
                <a:gd name="connsiteY12" fmla="*/ 34576 h 164972"/>
                <a:gd name="connsiteX13" fmla="*/ 45720 w 74961"/>
                <a:gd name="connsiteY13" fmla="*/ 0 h 164972"/>
                <a:gd name="connsiteX14" fmla="*/ 21717 w 74961"/>
                <a:gd name="connsiteY14" fmla="*/ 7525 h 164972"/>
                <a:gd name="connsiteX15" fmla="*/ 21717 w 74961"/>
                <a:gd name="connsiteY15" fmla="*/ 34576 h 164972"/>
                <a:gd name="connsiteX16" fmla="*/ 0 w 74961"/>
                <a:gd name="connsiteY16" fmla="*/ 34480 h 16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961" h="164972" fill="norm" stroke="1" extrusionOk="0">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grpFill/>
            <a:ln w="9525" cap="flat">
              <a:noFill/>
              <a:prstDash val="solid"/>
              <a:miter/>
            </a:ln>
          </p:spPr>
          <p:txBody>
            <a:bodyPr rtlCol="0" anchor="ctr"/>
            <a:lstStyle/>
            <a:p>
              <a:pPr>
                <a:defRPr/>
              </a:pPr>
              <a:endParaRPr lang="en-GB"/>
            </a:p>
          </p:txBody>
        </p:sp>
        <p:sp>
          <p:nvSpPr>
            <p:cNvPr id="33" name="Vrije vorm: vorm 32"/>
            <p:cNvSpPr/>
            <p:nvPr/>
          </p:nvSpPr>
          <p:spPr bwMode="auto">
            <a:xfrm>
              <a:off x="3219449" y="2537077"/>
              <a:ext cx="148685" cy="182308"/>
            </a:xfrm>
            <a:custGeom>
              <a:avLst/>
              <a:gdLst>
                <a:gd name="connsiteX0" fmla="*/ 0 w 148685"/>
                <a:gd name="connsiteY0" fmla="*/ 182309 h 182308"/>
                <a:gd name="connsiteX1" fmla="*/ 62579 w 148685"/>
                <a:gd name="connsiteY1" fmla="*/ 182309 h 182308"/>
                <a:gd name="connsiteX2" fmla="*/ 148685 w 148685"/>
                <a:gd name="connsiteY2" fmla="*/ 91154 h 182308"/>
                <a:gd name="connsiteX3" fmla="*/ 62579 w 148685"/>
                <a:gd name="connsiteY3" fmla="*/ 0 h 182308"/>
                <a:gd name="connsiteX4" fmla="*/ 0 w 148685"/>
                <a:gd name="connsiteY4" fmla="*/ 0 h 182308"/>
                <a:gd name="connsiteX5" fmla="*/ 0 w 148685"/>
                <a:gd name="connsiteY5" fmla="*/ 182309 h 182308"/>
                <a:gd name="connsiteX6" fmla="*/ 25241 w 148685"/>
                <a:gd name="connsiteY6" fmla="*/ 21812 h 182308"/>
                <a:gd name="connsiteX7" fmla="*/ 62579 w 148685"/>
                <a:gd name="connsiteY7" fmla="*/ 21812 h 182308"/>
                <a:gd name="connsiteX8" fmla="*/ 122206 w 148685"/>
                <a:gd name="connsiteY8" fmla="*/ 91250 h 182308"/>
                <a:gd name="connsiteX9" fmla="*/ 62579 w 148685"/>
                <a:gd name="connsiteY9" fmla="*/ 160687 h 182308"/>
                <a:gd name="connsiteX10" fmla="*/ 25241 w 148685"/>
                <a:gd name="connsiteY10" fmla="*/ 160687 h 182308"/>
                <a:gd name="connsiteX11" fmla="*/ 25241 w 148685"/>
                <a:gd name="connsiteY11" fmla="*/ 21812 h 182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685" h="182308" fill="norm" stroke="1" extrusionOk="0">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grpFill/>
            <a:ln w="9525" cap="flat">
              <a:noFill/>
              <a:prstDash val="solid"/>
              <a:miter/>
            </a:ln>
          </p:spPr>
          <p:txBody>
            <a:bodyPr rtlCol="0" anchor="ctr"/>
            <a:lstStyle/>
            <a:p>
              <a:pPr>
                <a:defRPr/>
              </a:pPr>
              <a:endParaRPr lang="en-GB"/>
            </a:p>
          </p:txBody>
        </p:sp>
      </p:grpSp>
      <p:sp>
        <p:nvSpPr>
          <p:cNvPr id="1098510392" name="Tijdelijke aanduiding voor datum 41"/>
          <p:cNvSpPr>
            <a:spLocks noGrp="1"/>
          </p:cNvSpPr>
          <p:nvPr>
            <p:ph type="dt" sz="half" idx="14"/>
          </p:nvPr>
        </p:nvSpPr>
        <p:spPr bwMode="auto"/>
        <p:txBody>
          <a:bodyPr/>
          <a:lstStyle>
            <a:lvl1pPr>
              <a:defRPr>
                <a:solidFill>
                  <a:schemeClr val="bg1"/>
                </a:solidFill>
              </a:defRPr>
            </a:lvl1pPr>
          </a:lstStyle>
          <a:p>
            <a:pPr>
              <a:defRPr/>
            </a:pPr>
            <a:fld id="{5B227193-D8F5-48A7-B0D3-6DAD1F4F8E92}" type="datetime1">
              <a:rPr lang="nl-NL"/>
              <a:t>10-3-2025</a:t>
            </a:fld>
            <a:endParaRPr lang="en-GB"/>
          </a:p>
        </p:txBody>
      </p:sp>
      <p:sp>
        <p:nvSpPr>
          <p:cNvPr id="252902588" name="Tijdelijke aanduiding voor dianummer 42"/>
          <p:cNvSpPr>
            <a:spLocks noGrp="1"/>
          </p:cNvSpPr>
          <p:nvPr>
            <p:ph type="sldNum" sz="quarter" idx="15"/>
          </p:nvPr>
        </p:nvSpPr>
        <p:spPr bwMode="auto"/>
        <p:txBody>
          <a:bodyPr/>
          <a:lstStyle>
            <a:lvl1pPr>
              <a:defRPr>
                <a:solidFill>
                  <a:schemeClr val="bg1"/>
                </a:solidFill>
              </a:defRPr>
            </a:lvl1pPr>
          </a:lstStyle>
          <a:p>
            <a:pPr>
              <a:defRPr/>
            </a:pPr>
            <a:fld id="{9E843DB9-9987-4157-AB9C-CEA8D7D910BB}"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Graph">
    <p:spTree>
      <p:nvGrpSpPr>
        <p:cNvPr id="1" name=""/>
        <p:cNvGrpSpPr/>
        <p:nvPr/>
      </p:nvGrpSpPr>
      <p:grpSpPr bwMode="auto">
        <a:xfrm>
          <a:off x="0" y="0"/>
          <a:ext cx="0" cy="0"/>
          <a:chOff x="0" y="0"/>
          <a:chExt cx="0" cy="0"/>
        </a:xfrm>
      </p:grpSpPr>
      <p:sp>
        <p:nvSpPr>
          <p:cNvPr id="242289149" name="Tijdelijke aanduiding voor grafiek 17"/>
          <p:cNvSpPr>
            <a:spLocks noGrp="1"/>
          </p:cNvSpPr>
          <p:nvPr>
            <p:ph type="chart" sz="quarter" idx="17" hasCustomPrompt="1"/>
          </p:nvPr>
        </p:nvSpPr>
        <p:spPr bwMode="auto">
          <a:xfrm>
            <a:off x="718667" y="1565275"/>
            <a:ext cx="10753334" cy="4435475"/>
          </a:xfrm>
          <a:prstGeom prst="rect">
            <a:avLst/>
          </a:prstGeo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pPr>
              <a:defRPr/>
            </a:pPr>
            <a:r>
              <a:rPr lang="en-GB"/>
              <a:t>Click on the icon below</a:t>
            </a:r>
            <a:br>
              <a:rPr lang="en-GB"/>
            </a:br>
            <a:r>
              <a:rPr lang="en-GB"/>
              <a:t>to insert a graph</a:t>
            </a:r>
            <a:endParaRPr/>
          </a:p>
        </p:txBody>
      </p:sp>
      <p:sp>
        <p:nvSpPr>
          <p:cNvPr id="1549014924" name="Titel 1"/>
          <p:cNvSpPr>
            <a:spLocks noGrp="1"/>
          </p:cNvSpPr>
          <p:nvPr>
            <p:ph type="title" hasCustomPrompt="1"/>
          </p:nvPr>
        </p:nvSpPr>
        <p:spPr bwMode="auto"/>
        <p:txBody>
          <a:bodyPr/>
          <a:lstStyle/>
          <a:p>
            <a:pPr>
              <a:defRPr/>
            </a:pPr>
            <a:r>
              <a:rPr lang="en-GB"/>
              <a:t>Title goes here</a:t>
            </a:r>
            <a:endParaRPr/>
          </a:p>
        </p:txBody>
      </p:sp>
      <p:sp>
        <p:nvSpPr>
          <p:cNvPr id="950975474" name="Rechthoek 7"/>
          <p:cNvSpPr/>
          <p:nvPr userDrawn="1"/>
        </p:nvSpPr>
        <p:spPr bwMode="auto">
          <a:xfrm>
            <a:off x="0" y="-441330"/>
            <a:ext cx="67967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spAutoFit/>
          </a:bodyPr>
          <a:lstStyle/>
          <a:p>
            <a:pPr lvl="0">
              <a:defRPr/>
            </a:pPr>
            <a:r>
              <a:rPr lang="en-GB" sz="1800" b="1" cap="none">
                <a:solidFill>
                  <a:schemeClr val="accent1"/>
                </a:solidFill>
                <a:latin typeface="+mj-lt"/>
              </a:rPr>
              <a:t>Graph</a:t>
            </a:r>
            <a:endParaRPr/>
          </a:p>
        </p:txBody>
      </p:sp>
      <p:sp>
        <p:nvSpPr>
          <p:cNvPr id="1912830964" name="Tijdelijke aanduiding voor datum 2"/>
          <p:cNvSpPr>
            <a:spLocks noGrp="1"/>
          </p:cNvSpPr>
          <p:nvPr>
            <p:ph type="dt" sz="half" idx="14"/>
          </p:nvPr>
        </p:nvSpPr>
        <p:spPr bwMode="auto"/>
        <p:txBody>
          <a:bodyPr/>
          <a:lstStyle/>
          <a:p>
            <a:pPr>
              <a:defRPr/>
            </a:pPr>
            <a:fld id="{84F67F68-8730-46D4-B97A-B14B07754ED5}" type="datetime1">
              <a:rPr lang="nl-NL"/>
              <a:t>10-3-2025</a:t>
            </a:fld>
            <a:endParaRPr lang="en-GB"/>
          </a:p>
        </p:txBody>
      </p:sp>
      <p:sp>
        <p:nvSpPr>
          <p:cNvPr id="1667240253" name="Tijdelijke aanduiding voor dianummer 4"/>
          <p:cNvSpPr>
            <a:spLocks noGrp="1"/>
          </p:cNvSpPr>
          <p:nvPr>
            <p:ph type="sldNum" sz="quarter" idx="16"/>
          </p:nvPr>
        </p:nvSpPr>
        <p:spPr bwMode="auto"/>
        <p:txBody>
          <a:bodyPr/>
          <a:lstStyle/>
          <a:p>
            <a:pPr>
              <a:defRPr/>
            </a:pPr>
            <a:fld id="{9E843DB9-9987-4157-AB9C-CEA8D7D910BB}" type="slidenum">
              <a:rPr lang="en-GB"/>
              <a:t>‹#›</a:t>
            </a:fld>
            <a:endParaRPr lang="en-GB"/>
          </a:p>
        </p:txBody>
      </p:sp>
      <p:grpSp>
        <p:nvGrpSpPr>
          <p:cNvPr id="1093047419" name="INSTRUCTION"/>
          <p:cNvGrpSpPr/>
          <p:nvPr userDrawn="1"/>
        </p:nvGrpSpPr>
        <p:grpSpPr bwMode="auto">
          <a:xfrm>
            <a:off x="-3786437" y="2"/>
            <a:ext cx="3693386" cy="5715919"/>
            <a:chOff x="-3786437" y="2"/>
            <a:chExt cx="3693386" cy="5715919"/>
          </a:xfrm>
        </p:grpSpPr>
        <p:grpSp>
          <p:nvGrpSpPr>
            <p:cNvPr id="7" name="Groep 6"/>
            <p:cNvGrpSpPr/>
            <p:nvPr userDrawn="1"/>
          </p:nvGrpSpPr>
          <p:grpSpPr bwMode="auto">
            <a:xfrm>
              <a:off x="-3786437" y="3234716"/>
              <a:ext cx="3693386" cy="2481205"/>
              <a:chOff x="-3786437" y="3234716"/>
              <a:chExt cx="3693386" cy="2481205"/>
            </a:xfrm>
          </p:grpSpPr>
          <p:sp>
            <p:nvSpPr>
              <p:cNvPr id="32" name="Rechthoek 31"/>
              <p:cNvSpPr/>
              <p:nvPr userDrawn="1"/>
            </p:nvSpPr>
            <p:spPr bwMode="auto">
              <a:xfrm>
                <a:off x="-3786165" y="3234716"/>
                <a:ext cx="3593091" cy="184934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600"/>
                  </a:spcBef>
                  <a:spcAft>
                    <a:spcPts val="600"/>
                  </a:spcAft>
                  <a:defRPr/>
                </a:pPr>
                <a:r>
                  <a:rPr lang="en-GB" sz="1400" b="1" cap="all">
                    <a:solidFill>
                      <a:schemeClr val="accent1"/>
                    </a:solidFill>
                    <a:latin typeface="Calibri"/>
                    <a:cs typeface="Calibri"/>
                  </a:rPr>
                  <a:t>Edit chart data</a:t>
                </a:r>
                <a:endParaRPr/>
              </a:p>
            </p:txBody>
          </p:sp>
          <p:sp>
            <p:nvSpPr>
              <p:cNvPr id="33" name="Ovaal 32"/>
              <p:cNvSpPr/>
              <p:nvPr userDrawn="1"/>
            </p:nvSpPr>
            <p:spPr bwMode="auto">
              <a:xfrm>
                <a:off x="-3603587" y="369931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34" name="Rechthoek 33"/>
              <p:cNvSpPr/>
              <p:nvPr userDrawn="1"/>
            </p:nvSpPr>
            <p:spPr bwMode="auto">
              <a:xfrm>
                <a:off x="-3319415" y="3699315"/>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Click with the right mouse button on the chart</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and choose </a:t>
                </a:r>
                <a:r>
                  <a:rPr lang="en-GB" sz="1200" b="1" i="0" u="none" strike="noStrike" cap="none" spc="0">
                    <a:ln>
                      <a:noFill/>
                    </a:ln>
                    <a:solidFill>
                      <a:srgbClr val="000000"/>
                    </a:solidFill>
                    <a:latin typeface="Calibri"/>
                    <a:cs typeface="Calibri"/>
                  </a:rPr>
                  <a:t>‘Edit data’</a:t>
                </a:r>
                <a:r>
                  <a:rPr lang="en-GB" sz="1200" b="0" i="0" u="none" strike="noStrike" cap="none" spc="0">
                    <a:ln>
                      <a:noFill/>
                    </a:ln>
                    <a:solidFill>
                      <a:srgbClr val="000000"/>
                    </a:solidFill>
                    <a:latin typeface="Calibri"/>
                    <a:cs typeface="Calibri"/>
                  </a:rPr>
                  <a:t>.</a:t>
                </a:r>
                <a:endParaRPr/>
              </a:p>
            </p:txBody>
          </p:sp>
          <p:grpSp>
            <p:nvGrpSpPr>
              <p:cNvPr id="35" name="Groep 34"/>
              <p:cNvGrpSpPr/>
              <p:nvPr userDrawn="1"/>
            </p:nvGrpSpPr>
            <p:grpSpPr bwMode="auto">
              <a:xfrm>
                <a:off x="-3314821" y="4139107"/>
                <a:ext cx="1495189" cy="563933"/>
                <a:chOff x="-3314821" y="3310415"/>
                <a:chExt cx="1495189" cy="563933"/>
              </a:xfrm>
            </p:grpSpPr>
            <p:sp>
              <p:nvSpPr>
                <p:cNvPr id="46" name="Rechthoek 45"/>
                <p:cNvSpPr/>
                <p:nvPr userDrawn="1"/>
              </p:nvSpPr>
              <p:spPr bwMode="auto">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noAutofit/>
                </a:bodyPr>
                <a:lstStyle/>
                <a:p>
                  <a:pPr algn="l">
                    <a:lnSpc>
                      <a:spcPct val="90000"/>
                    </a:lnSpc>
                    <a:spcBef>
                      <a:spcPts val="600"/>
                    </a:spcBef>
                    <a:spcAft>
                      <a:spcPts val="600"/>
                    </a:spcAft>
                    <a:defRPr/>
                  </a:pPr>
                  <a:endParaRPr lang="en-GB" sz="800" b="0">
                    <a:solidFill>
                      <a:srgbClr val="211F26"/>
                    </a:solidFill>
                    <a:latin typeface="Calibri"/>
                    <a:cs typeface="Calibri"/>
                  </a:endParaRPr>
                </a:p>
              </p:txBody>
            </p:sp>
            <p:sp>
              <p:nvSpPr>
                <p:cNvPr id="47" name="Rechthoek 46"/>
                <p:cNvSpPr/>
                <p:nvPr userDrawn="1"/>
              </p:nvSpPr>
              <p:spPr bwMode="auto">
                <a:xfrm>
                  <a:off x="-3304718"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48" name="Tekstvak 47"/>
                <p:cNvSpPr txBox="1"/>
                <p:nvPr userDrawn="1"/>
              </p:nvSpPr>
              <p:spPr bwMode="auto">
                <a:xfrm>
                  <a:off x="-3122115" y="3369117"/>
                  <a:ext cx="1258624" cy="137495"/>
                </a:xfrm>
                <a:prstGeom prst="rect">
                  <a:avLst/>
                </a:prstGeom>
                <a:noFill/>
              </p:spPr>
              <p:txBody>
                <a:bodyPr wrap="square" rtlCol="0" anchor="ctr">
                  <a:noAutofit/>
                </a:bodyPr>
                <a:lstStyle/>
                <a:p>
                  <a:pPr marL="0" algn="l" defTabSz="1217512">
                    <a:lnSpc>
                      <a:spcPct val="90000"/>
                    </a:lnSpc>
                    <a:spcBef>
                      <a:spcPts val="600"/>
                    </a:spcBef>
                    <a:spcAft>
                      <a:spcPts val="600"/>
                    </a:spcAft>
                    <a:defRPr/>
                  </a:pPr>
                  <a:r>
                    <a:rPr lang="en-GB" sz="900" b="0">
                      <a:solidFill>
                        <a:srgbClr val="211F26"/>
                      </a:solidFill>
                      <a:latin typeface="Calibri"/>
                      <a:ea typeface="+mn-ea"/>
                      <a:cs typeface="Calibri"/>
                    </a:rPr>
                    <a:t>Change chart type</a:t>
                  </a:r>
                  <a:endParaRPr/>
                </a:p>
              </p:txBody>
            </p:sp>
            <p:sp>
              <p:nvSpPr>
                <p:cNvPr id="49" name="Tekstvak 48"/>
                <p:cNvSpPr txBox="1"/>
                <p:nvPr userDrawn="1"/>
              </p:nvSpPr>
              <p:spPr bwMode="auto">
                <a:xfrm>
                  <a:off x="-3115840" y="3624236"/>
                  <a:ext cx="1296208" cy="126416"/>
                </a:xfrm>
                <a:prstGeom prst="rect">
                  <a:avLst/>
                </a:prstGeom>
                <a:noFill/>
              </p:spPr>
              <p:txBody>
                <a:bodyPr wrap="square" rtlCol="0" anchor="ctr">
                  <a:noAutofit/>
                </a:bodyPr>
                <a:lstStyle/>
                <a:p>
                  <a:pPr marL="0" algn="l" defTabSz="1217512">
                    <a:lnSpc>
                      <a:spcPct val="90000"/>
                    </a:lnSpc>
                    <a:spcBef>
                      <a:spcPts val="600"/>
                    </a:spcBef>
                    <a:spcAft>
                      <a:spcPts val="600"/>
                    </a:spcAft>
                    <a:defRPr/>
                  </a:pPr>
                  <a:r>
                    <a:rPr lang="en-GB" sz="900" b="0">
                      <a:solidFill>
                        <a:srgbClr val="211F26"/>
                      </a:solidFill>
                      <a:latin typeface="Calibri"/>
                      <a:ea typeface="+mn-ea"/>
                      <a:cs typeface="Calibri"/>
                    </a:rPr>
                    <a:t>Edit data</a:t>
                  </a:r>
                  <a:endParaRPr/>
                </a:p>
              </p:txBody>
            </p:sp>
            <p:sp>
              <p:nvSpPr>
                <p:cNvPr id="50" name="Vrije vorm: vorm 49"/>
                <p:cNvSpPr/>
                <p:nvPr userDrawn="1"/>
              </p:nvSpPr>
              <p:spPr bwMode="auto">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fill="norm" stroke="1"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Calibri"/>
                    <a:cs typeface="Calibri"/>
                  </a:endParaRPr>
                </a:p>
              </p:txBody>
            </p:sp>
            <p:grpSp>
              <p:nvGrpSpPr>
                <p:cNvPr id="51" name="Groep 50"/>
                <p:cNvGrpSpPr/>
                <p:nvPr userDrawn="1"/>
              </p:nvGrpSpPr>
              <p:grpSpPr bwMode="auto">
                <a:xfrm>
                  <a:off x="-3261976" y="3361742"/>
                  <a:ext cx="139861" cy="152244"/>
                  <a:chOff x="12574450" y="6053892"/>
                  <a:chExt cx="169232" cy="184215"/>
                </a:xfrm>
              </p:grpSpPr>
              <p:sp>
                <p:nvSpPr>
                  <p:cNvPr id="71" name="Rechthoek 70"/>
                  <p:cNvSpPr/>
                  <p:nvPr userDrawn="1"/>
                </p:nvSpPr>
                <p:spPr bwMode="auto">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000">
                      <a:solidFill>
                        <a:srgbClr val="211F26"/>
                      </a:solidFill>
                      <a:latin typeface="Calibri"/>
                      <a:cs typeface="Calibri"/>
                    </a:endParaRPr>
                  </a:p>
                </p:txBody>
              </p:sp>
              <p:sp>
                <p:nvSpPr>
                  <p:cNvPr id="72" name="Rechthoek 71"/>
                  <p:cNvSpPr/>
                  <p:nvPr userDrawn="1"/>
                </p:nvSpPr>
                <p:spPr bwMode="auto">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000">
                      <a:solidFill>
                        <a:srgbClr val="211F26"/>
                      </a:solidFill>
                      <a:latin typeface="Calibri"/>
                      <a:cs typeface="Calibri"/>
                    </a:endParaRPr>
                  </a:p>
                </p:txBody>
              </p:sp>
              <p:sp>
                <p:nvSpPr>
                  <p:cNvPr id="73" name="Rechthoek 72"/>
                  <p:cNvSpPr/>
                  <p:nvPr userDrawn="1"/>
                </p:nvSpPr>
                <p:spPr bwMode="auto">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000">
                      <a:solidFill>
                        <a:srgbClr val="211F26"/>
                      </a:solidFill>
                      <a:latin typeface="Calibri"/>
                      <a:cs typeface="Calibri"/>
                    </a:endParaRPr>
                  </a:p>
                </p:txBody>
              </p:sp>
            </p:grpSp>
            <p:grpSp>
              <p:nvGrpSpPr>
                <p:cNvPr id="52" name="Groep 51"/>
                <p:cNvGrpSpPr/>
                <p:nvPr userDrawn="1"/>
              </p:nvGrpSpPr>
              <p:grpSpPr bwMode="auto">
                <a:xfrm>
                  <a:off x="-3261070" y="3635199"/>
                  <a:ext cx="168905" cy="104490"/>
                  <a:chOff x="-3261070" y="3620931"/>
                  <a:chExt cx="193920" cy="119965"/>
                </a:xfrm>
              </p:grpSpPr>
              <p:sp>
                <p:nvSpPr>
                  <p:cNvPr id="53" name="Rechthoek 52"/>
                  <p:cNvSpPr/>
                  <p:nvPr userDrawn="1"/>
                </p:nvSpPr>
                <p:spPr bwMode="auto">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400">
                      <a:solidFill>
                        <a:srgbClr val="211F26"/>
                      </a:solidFill>
                      <a:latin typeface="Calibri"/>
                      <a:cs typeface="Calibri"/>
                    </a:endParaRPr>
                  </a:p>
                </p:txBody>
              </p:sp>
              <p:grpSp>
                <p:nvGrpSpPr>
                  <p:cNvPr id="54" name="Groep 53"/>
                  <p:cNvGrpSpPr/>
                  <p:nvPr userDrawn="1"/>
                </p:nvGrpSpPr>
                <p:grpSpPr bwMode="auto">
                  <a:xfrm>
                    <a:off x="-3261070" y="3622063"/>
                    <a:ext cx="141113" cy="117345"/>
                    <a:chOff x="1094874" y="-878305"/>
                    <a:chExt cx="867364" cy="613611"/>
                  </a:xfrm>
                </p:grpSpPr>
                <p:cxnSp>
                  <p:nvCxnSpPr>
                    <p:cNvPr id="64" name="Rechte verbindingslijn 63"/>
                    <p:cNvCxnSpPr/>
                    <p:nvPr userDrawn="1"/>
                  </p:nvCxnSpPr>
                  <p:spPr bwMode="auto">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65" name="Rechte verbindingslijn 64"/>
                    <p:cNvCxnSpPr/>
                    <p:nvPr userDrawn="1"/>
                  </p:nvCxnSpPr>
                  <p:spPr bwMode="auto">
                    <a:xfrm>
                      <a:off x="1962238" y="-878305"/>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66" name="Groep 65"/>
                    <p:cNvGrpSpPr/>
                    <p:nvPr userDrawn="1"/>
                  </p:nvGrpSpPr>
                  <p:grpSpPr bwMode="auto">
                    <a:xfrm>
                      <a:off x="1270535" y="-878305"/>
                      <a:ext cx="526983" cy="613611"/>
                      <a:chOff x="1270535" y="-745959"/>
                      <a:chExt cx="526983" cy="481264"/>
                    </a:xfrm>
                  </p:grpSpPr>
                  <p:cxnSp>
                    <p:nvCxnSpPr>
                      <p:cNvPr id="67" name="Rechte verbindingslijn 66"/>
                      <p:cNvCxnSpPr/>
                      <p:nvPr userDrawn="1"/>
                    </p:nvCxnSpPr>
                    <p:spPr bwMode="auto">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68" name="Rechte verbindingslijn 67"/>
                      <p:cNvCxnSpPr/>
                      <p:nvPr userDrawn="1"/>
                    </p:nvCxnSpPr>
                    <p:spPr bwMode="auto">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69" name="Rechte verbindingslijn 68"/>
                      <p:cNvCxnSpPr/>
                      <p:nvPr userDrawn="1"/>
                    </p:nvCxnSpPr>
                    <p:spPr bwMode="auto">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70" name="Rechte verbindingslijn 69"/>
                      <p:cNvCxnSpPr/>
                      <p:nvPr userDrawn="1"/>
                    </p:nvCxnSpPr>
                    <p:spPr bwMode="auto">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55" name="Rechte verbindingslijn 54"/>
                  <p:cNvCxnSpPr/>
                  <p:nvPr userDrawn="1"/>
                </p:nvCxnSpPr>
                <p:spPr bwMode="auto">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p:cNvCxnSpPr/>
                  <p:nvPr userDrawn="1"/>
                </p:nvCxnSpPr>
                <p:spPr bwMode="auto">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p:cNvCxnSpPr/>
                  <p:nvPr userDrawn="1"/>
                </p:nvCxnSpPr>
                <p:spPr bwMode="auto">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8" name="Rechte verbindingslijn 57"/>
                  <p:cNvCxnSpPr/>
                  <p:nvPr userDrawn="1"/>
                </p:nvCxnSpPr>
                <p:spPr bwMode="auto">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59" name="Rechthoek 58"/>
                  <p:cNvSpPr/>
                  <p:nvPr userDrawn="1"/>
                </p:nvSpPr>
                <p:spPr bwMode="auto">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400">
                      <a:solidFill>
                        <a:srgbClr val="211F26"/>
                      </a:solidFill>
                      <a:latin typeface="Calibri"/>
                      <a:cs typeface="Calibri"/>
                    </a:endParaRPr>
                  </a:p>
                </p:txBody>
              </p:sp>
              <p:grpSp>
                <p:nvGrpSpPr>
                  <p:cNvPr id="60" name="Groep 59"/>
                  <p:cNvGrpSpPr/>
                  <p:nvPr userDrawn="1"/>
                </p:nvGrpSpPr>
                <p:grpSpPr bwMode="auto">
                  <a:xfrm rot="2700000">
                    <a:off x="-3158000" y="3650045"/>
                    <a:ext cx="34350" cy="147351"/>
                    <a:chOff x="3148392" y="-836646"/>
                    <a:chExt cx="132124" cy="596095"/>
                  </a:xfrm>
                  <a:solidFill>
                    <a:srgbClr val="3399FF"/>
                  </a:solidFill>
                </p:grpSpPr>
                <p:sp>
                  <p:nvSpPr>
                    <p:cNvPr id="61" name="Rechthoek 60"/>
                    <p:cNvSpPr/>
                    <p:nvPr userDrawn="1"/>
                  </p:nvSpPr>
                  <p:spPr bwMode="auto">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400">
                        <a:solidFill>
                          <a:srgbClr val="211F26"/>
                        </a:solidFill>
                        <a:latin typeface="Calibri"/>
                        <a:cs typeface="Calibri"/>
                      </a:endParaRPr>
                    </a:p>
                  </p:txBody>
                </p:sp>
                <p:sp>
                  <p:nvSpPr>
                    <p:cNvPr id="62" name="Rechthoek: afgeronde bovenhoeken 61"/>
                    <p:cNvSpPr/>
                    <p:nvPr userDrawn="1"/>
                  </p:nvSpPr>
                  <p:spPr bwMode="auto">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400">
                        <a:solidFill>
                          <a:srgbClr val="211F26"/>
                        </a:solidFill>
                        <a:latin typeface="Calibri"/>
                        <a:cs typeface="Calibri"/>
                      </a:endParaRPr>
                    </a:p>
                  </p:txBody>
                </p:sp>
                <p:sp>
                  <p:nvSpPr>
                    <p:cNvPr id="63" name="Gelijkbenige driehoek 62"/>
                    <p:cNvSpPr/>
                    <p:nvPr userDrawn="1"/>
                  </p:nvSpPr>
                  <p:spPr bwMode="auto">
                    <a:xfrm rot="10800000">
                      <a:off x="3148392" y="-420304"/>
                      <a:ext cx="131887" cy="179753"/>
                    </a:xfrm>
                    <a:prstGeom prst="triangle">
                      <a:avLst>
                        <a:gd name="adj" fmla="val 5000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400">
                        <a:solidFill>
                          <a:srgbClr val="211F26"/>
                        </a:solidFill>
                        <a:latin typeface="Calibri"/>
                        <a:cs typeface="Calibri"/>
                      </a:endParaRPr>
                    </a:p>
                  </p:txBody>
                </p:sp>
              </p:grpSp>
            </p:grpSp>
          </p:grpSp>
          <p:sp>
            <p:nvSpPr>
              <p:cNvPr id="36" name="Rechthoek 35"/>
              <p:cNvSpPr/>
              <p:nvPr userDrawn="1"/>
            </p:nvSpPr>
            <p:spPr bwMode="auto">
              <a:xfrm>
                <a:off x="-3786437" y="4887921"/>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600"/>
                  </a:spcBef>
                  <a:spcAft>
                    <a:spcPts val="600"/>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mn-ea"/>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mn-ea"/>
                    <a:cs typeface="Calibri"/>
                  </a:rPr>
                  <a:t>and click</a:t>
                </a:r>
                <a:br>
                  <a:rPr lang="en-GB" sz="1200" cap="none">
                    <a:solidFill>
                      <a:srgbClr val="211F26"/>
                    </a:solidFill>
                    <a:latin typeface="Calibri"/>
                    <a:ea typeface="+mn-ea"/>
                    <a:cs typeface="Calibri"/>
                  </a:rPr>
                </a:br>
                <a:r>
                  <a:rPr lang="en-GB" sz="1200" cap="none">
                    <a:solidFill>
                      <a:srgbClr val="211F26"/>
                    </a:solidFill>
                    <a:latin typeface="Calibri"/>
                    <a:ea typeface="+mn-ea"/>
                    <a:cs typeface="Calibri"/>
                  </a:rPr>
                  <a:t>on the button </a:t>
                </a:r>
                <a:r>
                  <a:rPr lang="en-GB" sz="1200" b="1" cap="all">
                    <a:solidFill>
                      <a:srgbClr val="211F26"/>
                    </a:solidFill>
                    <a:latin typeface="Calibri"/>
                    <a:cs typeface="Calibri"/>
                  </a:rPr>
                  <a:t>‘Inspiration'</a:t>
                </a:r>
                <a:endParaRPr/>
              </a:p>
            </p:txBody>
          </p:sp>
          <p:grpSp>
            <p:nvGrpSpPr>
              <p:cNvPr id="37" name="ICOON_info"/>
              <p:cNvGrpSpPr/>
              <p:nvPr userDrawn="1"/>
            </p:nvGrpSpPr>
            <p:grpSpPr bwMode="auto">
              <a:xfrm>
                <a:off x="-376735" y="4751903"/>
                <a:ext cx="283685" cy="283685"/>
                <a:chOff x="-510741" y="5913713"/>
                <a:chExt cx="267555" cy="267555"/>
              </a:xfrm>
            </p:grpSpPr>
            <p:sp>
              <p:nvSpPr>
                <p:cNvPr id="44" name="Ovaal 43"/>
                <p:cNvSpPr/>
                <p:nvPr userDrawn="1"/>
              </p:nvSpPr>
              <p:spPr bwMode="auto">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Calibri"/>
                    <a:cs typeface="Calibri"/>
                  </a:endParaRPr>
                </a:p>
              </p:txBody>
            </p:sp>
            <p:sp>
              <p:nvSpPr>
                <p:cNvPr id="45" name="Graphic 163" descr="Informatie"/>
                <p:cNvSpPr/>
                <p:nvPr/>
              </p:nvSpPr>
              <p:spPr bwMode="auto">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pPr>
                    <a:defRPr/>
                  </a:pPr>
                  <a:endParaRPr lang="en-GB" sz="2000">
                    <a:solidFill>
                      <a:srgbClr val="211F26"/>
                    </a:solidFill>
                    <a:latin typeface="Calibri"/>
                    <a:cs typeface="Calibri"/>
                  </a:endParaRPr>
                </a:p>
              </p:txBody>
            </p:sp>
          </p:grpSp>
          <p:grpSp>
            <p:nvGrpSpPr>
              <p:cNvPr id="38" name="Groep 37"/>
              <p:cNvGrpSpPr/>
              <p:nvPr userDrawn="1"/>
            </p:nvGrpSpPr>
            <p:grpSpPr bwMode="auto">
              <a:xfrm>
                <a:off x="-938434" y="5025298"/>
                <a:ext cx="627798" cy="576693"/>
                <a:chOff x="-938434" y="4570310"/>
                <a:chExt cx="627798" cy="576693"/>
              </a:xfrm>
            </p:grpSpPr>
            <p:grpSp>
              <p:nvGrpSpPr>
                <p:cNvPr id="39" name="Inspireren"/>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41" name="Freeform 12"/>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42" name="Freeform 13"/>
                  <p:cNvSpPr/>
                  <p:nvPr/>
                </p:nvSpPr>
                <p:spPr bwMode="auto">
                  <a:xfrm>
                    <a:off x="5022" y="3795"/>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43" name="Freeform 14"/>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grpSp>
            <p:sp>
              <p:nvSpPr>
                <p:cNvPr id="40" name="Tekstvak 39"/>
                <p:cNvSpPr txBox="1"/>
                <p:nvPr userDrawn="1"/>
              </p:nvSpPr>
              <p:spPr bwMode="auto">
                <a:xfrm>
                  <a:off x="-938434" y="4824764"/>
                  <a:ext cx="627798" cy="322239"/>
                </a:xfrm>
                <a:prstGeom prst="rect">
                  <a:avLst/>
                </a:prstGeom>
                <a:noFill/>
              </p:spPr>
              <p:txBody>
                <a:bodyPr wrap="square" lIns="0" tIns="0" rIns="0" bIns="0" rtlCol="0" anchor="ctr">
                  <a:noAutofit/>
                </a:bodyPr>
                <a:lstStyle/>
                <a:p>
                  <a:pPr marL="0" marR="0" lvl="0" indent="0" algn="ctr" defTabSz="914400">
                    <a:lnSpc>
                      <a:spcPct val="90000"/>
                    </a:lnSpc>
                    <a:spcBef>
                      <a:spcPts val="600"/>
                    </a:spcBef>
                    <a:spcAft>
                      <a:spcPts val="600"/>
                    </a:spcAft>
                    <a:buClrTx/>
                    <a:buSzTx/>
                    <a:buFontTx/>
                    <a:buNone/>
                    <a:defRPr/>
                  </a:pPr>
                  <a:r>
                    <a:rPr lang="en-GB" sz="1000" b="0" i="0" u="none" strike="noStrike" cap="none" spc="0">
                      <a:ln>
                        <a:noFill/>
                      </a:ln>
                      <a:solidFill>
                        <a:srgbClr val="211F26"/>
                      </a:solidFill>
                      <a:latin typeface="Calibri"/>
                      <a:ea typeface="+mn-ea"/>
                      <a:cs typeface="Calibri"/>
                    </a:rPr>
                    <a:t>Inspiration</a:t>
                  </a:r>
                  <a:endParaRPr/>
                </a:p>
              </p:txBody>
            </p:sp>
          </p:grpSp>
        </p:grpSp>
        <p:grpSp>
          <p:nvGrpSpPr>
            <p:cNvPr id="9" name="Groep 8"/>
            <p:cNvGrpSpPr/>
            <p:nvPr userDrawn="1"/>
          </p:nvGrpSpPr>
          <p:grpSpPr bwMode="auto">
            <a:xfrm>
              <a:off x="-3786165" y="2"/>
              <a:ext cx="3593091" cy="3041230"/>
              <a:chOff x="-3786165" y="2"/>
              <a:chExt cx="3593091" cy="3041230"/>
            </a:xfrm>
          </p:grpSpPr>
          <p:sp>
            <p:nvSpPr>
              <p:cNvPr id="10" name="Rechthoek 9"/>
              <p:cNvSpPr/>
              <p:nvPr userDrawn="1"/>
            </p:nvSpPr>
            <p:spPr bwMode="auto">
              <a:xfrm>
                <a:off x="-3786165" y="2"/>
                <a:ext cx="3593091" cy="304123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600"/>
                  </a:spcBef>
                  <a:spcAft>
                    <a:spcPts val="600"/>
                  </a:spcAft>
                  <a:defRPr/>
                </a:pPr>
                <a:r>
                  <a:rPr lang="en-GB" sz="1400" b="1" cap="all">
                    <a:solidFill>
                      <a:schemeClr val="accent1"/>
                    </a:solidFill>
                    <a:latin typeface="Calibri"/>
                    <a:cs typeface="Calibri"/>
                  </a:rPr>
                  <a:t>Format CHART</a:t>
                </a:r>
                <a:endParaRPr/>
              </a:p>
            </p:txBody>
          </p:sp>
          <p:sp>
            <p:nvSpPr>
              <p:cNvPr id="11" name="Ovaal 10"/>
              <p:cNvSpPr/>
              <p:nvPr userDrawn="1"/>
            </p:nvSpPr>
            <p:spPr bwMode="auto">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2" name="Rechthoek 11"/>
              <p:cNvSpPr/>
              <p:nvPr userDrawn="1"/>
            </p:nvSpPr>
            <p:spPr bwMode="auto">
              <a:xfrm>
                <a:off x="-3319415" y="465324"/>
                <a:ext cx="2944682" cy="490019"/>
              </a:xfrm>
              <a:prstGeom prst="rect">
                <a:avLst/>
              </a:prstGeom>
              <a:noFill/>
              <a:ln w="25400" cap="flat" cmpd="sng" algn="ctr">
                <a:noFill/>
                <a:prstDash val="solid"/>
              </a:ln>
              <a:effectLst/>
            </p:spPr>
            <p:txBody>
              <a:bodyPr lIns="0" tIns="0" rIns="0" bIns="0" rtlCol="0" anchor="t">
                <a:noAutofit/>
              </a:bodyPr>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When you want to change the lay-out of the chart, select the preferred part of the chart and go to the tab </a:t>
                </a:r>
                <a:r>
                  <a:rPr lang="en-GB" sz="1200" b="1" i="0" u="none" strike="noStrike" cap="none" spc="0">
                    <a:ln>
                      <a:noFill/>
                    </a:ln>
                    <a:solidFill>
                      <a:srgbClr val="000000"/>
                    </a:solidFill>
                    <a:latin typeface="Calibri"/>
                    <a:cs typeface="Calibri"/>
                  </a:rPr>
                  <a:t>‘Format’.</a:t>
                </a:r>
                <a:endParaRPr lang="en-GB" sz="1200" b="0" i="0" u="none" strike="noStrike" cap="none" spc="0">
                  <a:ln>
                    <a:noFill/>
                  </a:ln>
                  <a:solidFill>
                    <a:srgbClr val="000000"/>
                  </a:solidFill>
                  <a:latin typeface="Calibri"/>
                  <a:cs typeface="Calibri"/>
                </a:endParaRPr>
              </a:p>
            </p:txBody>
          </p:sp>
          <p:sp>
            <p:nvSpPr>
              <p:cNvPr id="13" name="Ovaal 12"/>
              <p:cNvSpPr/>
              <p:nvPr userDrawn="1"/>
            </p:nvSpPr>
            <p:spPr bwMode="auto">
              <a:xfrm>
                <a:off x="-3603587" y="14936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14" name="Rechthoek 13"/>
              <p:cNvSpPr/>
              <p:nvPr userDrawn="1"/>
            </p:nvSpPr>
            <p:spPr bwMode="auto">
              <a:xfrm>
                <a:off x="-3319415" y="1493636"/>
                <a:ext cx="2944682" cy="658055"/>
              </a:xfrm>
              <a:prstGeom prst="rect">
                <a:avLst/>
              </a:prstGeom>
              <a:noFill/>
              <a:ln w="25400" cap="flat" cmpd="sng" algn="ctr">
                <a:noFill/>
                <a:prstDash val="solid"/>
              </a:ln>
              <a:effectLst/>
            </p:spPr>
            <p:txBody>
              <a:bodyPr lIns="0" tIns="0" rIns="0" bIns="0" rtlCol="0" anchor="t">
                <a:noAutofit/>
              </a:bodyPr>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You can change the settings of the axes and data series by clicking on them with the right mouse button. Choose </a:t>
                </a:r>
                <a:r>
                  <a:rPr lang="en-GB" sz="1200" b="1" i="0" u="none" strike="noStrike" cap="none" spc="0">
                    <a:ln>
                      <a:noFill/>
                    </a:ln>
                    <a:solidFill>
                      <a:srgbClr val="000000"/>
                    </a:solidFill>
                    <a:latin typeface="Calibri"/>
                    <a:cs typeface="Calibri"/>
                  </a:rPr>
                  <a:t>‘Format Axis’</a:t>
                </a:r>
                <a:r>
                  <a:rPr lang="en-GB" sz="1200" b="0" i="0" u="none" strike="noStrike" cap="none" spc="0">
                    <a:ln>
                      <a:noFill/>
                    </a:ln>
                    <a:solidFill>
                      <a:srgbClr val="000000"/>
                    </a:solidFill>
                    <a:latin typeface="Calibri"/>
                    <a:cs typeface="Calibri"/>
                  </a:rPr>
                  <a:t> or </a:t>
                </a:r>
                <a:r>
                  <a:rPr lang="en-GB" sz="1200" b="1" i="0" u="none" strike="noStrike" cap="none" spc="0">
                    <a:ln>
                      <a:noFill/>
                    </a:ln>
                    <a:solidFill>
                      <a:srgbClr val="000000"/>
                    </a:solidFill>
                    <a:latin typeface="Calibri"/>
                    <a:cs typeface="Calibri"/>
                  </a:rPr>
                  <a:t>‘Format Data Series’</a:t>
                </a:r>
                <a:r>
                  <a:rPr lang="en-GB" sz="1200" b="0" i="0" u="none" strike="noStrike" cap="none" spc="0">
                    <a:ln>
                      <a:noFill/>
                    </a:ln>
                    <a:solidFill>
                      <a:srgbClr val="000000"/>
                    </a:solidFill>
                    <a:latin typeface="Calibri"/>
                    <a:cs typeface="Calibri"/>
                  </a:rPr>
                  <a:t>.</a:t>
                </a:r>
                <a:endParaRPr/>
              </a:p>
            </p:txBody>
          </p:sp>
          <p:grpSp>
            <p:nvGrpSpPr>
              <p:cNvPr id="15" name="Groep 14"/>
              <p:cNvGrpSpPr/>
              <p:nvPr userDrawn="1"/>
            </p:nvGrpSpPr>
            <p:grpSpPr bwMode="auto">
              <a:xfrm>
                <a:off x="-3312582" y="1060763"/>
                <a:ext cx="576000" cy="246597"/>
                <a:chOff x="-3303310" y="1024128"/>
                <a:chExt cx="576000" cy="246597"/>
              </a:xfrm>
            </p:grpSpPr>
            <p:sp>
              <p:nvSpPr>
                <p:cNvPr id="30" name="Rechthoek 29"/>
                <p:cNvSpPr/>
                <p:nvPr userDrawn="1"/>
              </p:nvSpPr>
              <p:spPr bwMode="auto">
                <a:xfrm>
                  <a:off x="-3303310" y="1024128"/>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1050" b="1">
                      <a:solidFill>
                        <a:srgbClr val="B74629"/>
                      </a:solidFill>
                      <a:latin typeface="Calibri"/>
                      <a:cs typeface="Calibri"/>
                    </a:rPr>
                    <a:t>Format</a:t>
                  </a:r>
                  <a:endParaRPr/>
                </a:p>
              </p:txBody>
            </p:sp>
            <p:sp>
              <p:nvSpPr>
                <p:cNvPr id="31" name="Rechthoek 30"/>
                <p:cNvSpPr/>
                <p:nvPr userDrawn="1"/>
              </p:nvSpPr>
              <p:spPr bwMode="auto">
                <a:xfrm>
                  <a:off x="-3303310" y="1243554"/>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6" name="Groep 15"/>
              <p:cNvGrpSpPr/>
              <p:nvPr userDrawn="1"/>
            </p:nvGrpSpPr>
            <p:grpSpPr bwMode="auto">
              <a:xfrm>
                <a:off x="-3314821" y="2257494"/>
                <a:ext cx="1377262" cy="591693"/>
                <a:chOff x="-3314821" y="2421532"/>
                <a:chExt cx="1377262" cy="591693"/>
              </a:xfrm>
            </p:grpSpPr>
            <p:sp>
              <p:nvSpPr>
                <p:cNvPr id="17" name="Rechthoek 16"/>
                <p:cNvSpPr/>
                <p:nvPr userDrawn="1"/>
              </p:nvSpPr>
              <p:spPr bwMode="auto">
                <a:xfrm>
                  <a:off x="-3314821" y="2421532"/>
                  <a:ext cx="1360375"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noAutofit/>
                </a:bodyPr>
                <a:lstStyle/>
                <a:p>
                  <a:pPr algn="l">
                    <a:lnSpc>
                      <a:spcPct val="90000"/>
                    </a:lnSpc>
                    <a:spcBef>
                      <a:spcPts val="600"/>
                    </a:spcBef>
                    <a:spcAft>
                      <a:spcPts val="600"/>
                    </a:spcAft>
                    <a:defRPr/>
                  </a:pPr>
                  <a:endParaRPr lang="en-GB" sz="800" b="0">
                    <a:solidFill>
                      <a:srgbClr val="211F26"/>
                    </a:solidFill>
                    <a:latin typeface="Calibri"/>
                    <a:cs typeface="Calibri"/>
                  </a:endParaRPr>
                </a:p>
              </p:txBody>
            </p:sp>
            <p:sp>
              <p:nvSpPr>
                <p:cNvPr id="18" name="Rechthoek 17"/>
                <p:cNvSpPr/>
                <p:nvPr userDrawn="1"/>
              </p:nvSpPr>
              <p:spPr bwMode="auto">
                <a:xfrm>
                  <a:off x="-3304718" y="2675257"/>
                  <a:ext cx="1344885"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19" name="Tekstvak 18"/>
                <p:cNvSpPr txBox="1"/>
                <p:nvPr userDrawn="1"/>
              </p:nvSpPr>
              <p:spPr bwMode="auto">
                <a:xfrm>
                  <a:off x="-3122115" y="2480234"/>
                  <a:ext cx="1116000" cy="137495"/>
                </a:xfrm>
                <a:prstGeom prst="rect">
                  <a:avLst/>
                </a:prstGeom>
                <a:noFill/>
              </p:spPr>
              <p:txBody>
                <a:bodyPr wrap="square" rtlCol="0" anchor="ctr">
                  <a:noAutofit/>
                </a:bodyPr>
                <a:lstStyle/>
                <a:p>
                  <a:pPr marL="0" algn="l" defTabSz="1217512">
                    <a:lnSpc>
                      <a:spcPct val="90000"/>
                    </a:lnSpc>
                    <a:spcBef>
                      <a:spcPts val="600"/>
                    </a:spcBef>
                    <a:spcAft>
                      <a:spcPts val="600"/>
                    </a:spcAft>
                    <a:defRPr/>
                  </a:pPr>
                  <a:r>
                    <a:rPr lang="en-GB" sz="900" b="0">
                      <a:solidFill>
                        <a:srgbClr val="211F26"/>
                      </a:solidFill>
                      <a:latin typeface="Calibri"/>
                      <a:ea typeface="+mn-ea"/>
                      <a:cs typeface="Calibri"/>
                    </a:rPr>
                    <a:t>Add Trendline</a:t>
                  </a:r>
                  <a:endParaRPr/>
                </a:p>
              </p:txBody>
            </p:sp>
            <p:sp>
              <p:nvSpPr>
                <p:cNvPr id="20" name="Tekstvak 19"/>
                <p:cNvSpPr txBox="1"/>
                <p:nvPr userDrawn="1"/>
              </p:nvSpPr>
              <p:spPr bwMode="auto">
                <a:xfrm>
                  <a:off x="-3115841" y="2753263"/>
                  <a:ext cx="1116000" cy="108505"/>
                </a:xfrm>
                <a:prstGeom prst="rect">
                  <a:avLst/>
                </a:prstGeom>
                <a:noFill/>
              </p:spPr>
              <p:txBody>
                <a:bodyPr wrap="square" rtlCol="0" anchor="ctr">
                  <a:noAutofit/>
                </a:bodyPr>
                <a:lstStyle/>
                <a:p>
                  <a:pPr marL="0" algn="l" defTabSz="1217512">
                    <a:lnSpc>
                      <a:spcPct val="90000"/>
                    </a:lnSpc>
                    <a:spcBef>
                      <a:spcPts val="600"/>
                    </a:spcBef>
                    <a:spcAft>
                      <a:spcPts val="600"/>
                    </a:spcAft>
                    <a:defRPr/>
                  </a:pPr>
                  <a:r>
                    <a:rPr lang="en-GB" sz="900" b="0">
                      <a:solidFill>
                        <a:srgbClr val="211F26"/>
                      </a:solidFill>
                      <a:latin typeface="Calibri"/>
                      <a:ea typeface="+mn-ea"/>
                      <a:cs typeface="Calibri"/>
                    </a:rPr>
                    <a:t>Format Data Series</a:t>
                  </a:r>
                  <a:endParaRPr/>
                </a:p>
              </p:txBody>
            </p:sp>
            <p:sp>
              <p:nvSpPr>
                <p:cNvPr id="21" name="Vrije vorm: vorm 20"/>
                <p:cNvSpPr/>
                <p:nvPr userDrawn="1"/>
              </p:nvSpPr>
              <p:spPr bwMode="auto">
                <a:xfrm>
                  <a:off x="-2035121" y="2833225"/>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fill="norm" stroke="1"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Calibri"/>
                    <a:cs typeface="Calibri"/>
                  </a:endParaRPr>
                </a:p>
              </p:txBody>
            </p:sp>
            <p:grpSp>
              <p:nvGrpSpPr>
                <p:cNvPr id="22" name="Groep 21"/>
                <p:cNvGrpSpPr/>
                <p:nvPr userDrawn="1"/>
              </p:nvGrpSpPr>
              <p:grpSpPr bwMode="auto">
                <a:xfrm>
                  <a:off x="-3258488" y="2718400"/>
                  <a:ext cx="225663" cy="229638"/>
                  <a:chOff x="-3258488" y="2713782"/>
                  <a:chExt cx="225663" cy="229638"/>
                </a:xfrm>
              </p:grpSpPr>
              <p:sp>
                <p:nvSpPr>
                  <p:cNvPr id="26" name="Rechthoek 25"/>
                  <p:cNvSpPr/>
                  <p:nvPr userDrawn="1"/>
                </p:nvSpPr>
                <p:spPr bwMode="auto">
                  <a:xfrm>
                    <a:off x="-3245249" y="2761416"/>
                    <a:ext cx="43200" cy="104609"/>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endParaRPr lang="en-GB" sz="2000">
                      <a:solidFill>
                        <a:srgbClr val="211F26"/>
                      </a:solidFill>
                      <a:latin typeface="Calibri"/>
                      <a:cs typeface="Calibri"/>
                    </a:endParaRPr>
                  </a:p>
                </p:txBody>
              </p:sp>
              <p:sp>
                <p:nvSpPr>
                  <p:cNvPr id="27" name="Rechthoek 26"/>
                  <p:cNvSpPr/>
                  <p:nvPr userDrawn="1"/>
                </p:nvSpPr>
                <p:spPr bwMode="auto">
                  <a:xfrm>
                    <a:off x="-3199591" y="2713782"/>
                    <a:ext cx="43200" cy="152244"/>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endParaRPr lang="en-GB" sz="2000">
                      <a:solidFill>
                        <a:srgbClr val="211F26"/>
                      </a:solidFill>
                      <a:latin typeface="Calibri"/>
                      <a:cs typeface="Calibri"/>
                    </a:endParaRPr>
                  </a:p>
                </p:txBody>
              </p:sp>
              <p:sp>
                <p:nvSpPr>
                  <p:cNvPr id="28" name="Rechthoek 27"/>
                  <p:cNvSpPr/>
                  <p:nvPr userDrawn="1"/>
                </p:nvSpPr>
                <p:spPr bwMode="auto">
                  <a:xfrm>
                    <a:off x="-3152134" y="2747679"/>
                    <a:ext cx="43200" cy="118347"/>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endParaRPr lang="en-GB" sz="2000">
                      <a:solidFill>
                        <a:srgbClr val="211F26"/>
                      </a:solidFill>
                      <a:latin typeface="Calibri"/>
                      <a:cs typeface="Calibri"/>
                    </a:endParaRPr>
                  </a:p>
                </p:txBody>
              </p:sp>
              <p:sp>
                <p:nvSpPr>
                  <p:cNvPr id="29" name="Rechthoek 282"/>
                  <p:cNvSpPr/>
                  <p:nvPr userDrawn="1"/>
                </p:nvSpPr>
                <p:spPr bwMode="auto">
                  <a:xfrm rot="19731947">
                    <a:off x="-3258488" y="2796616"/>
                    <a:ext cx="225663" cy="146803"/>
                  </a:xfrm>
                  <a:custGeom>
                    <a:avLst/>
                    <a:gdLst>
                      <a:gd name="connsiteX0" fmla="*/ 0 w 205092"/>
                      <a:gd name="connsiteY0" fmla="*/ 0 h 73844"/>
                      <a:gd name="connsiteX1" fmla="*/ 205092 w 205092"/>
                      <a:gd name="connsiteY1" fmla="*/ 0 h 73844"/>
                      <a:gd name="connsiteX2" fmla="*/ 205092 w 205092"/>
                      <a:gd name="connsiteY2" fmla="*/ 73844 h 73844"/>
                      <a:gd name="connsiteX3" fmla="*/ 0 w 205092"/>
                      <a:gd name="connsiteY3" fmla="*/ 73844 h 73844"/>
                      <a:gd name="connsiteX4" fmla="*/ 0 w 205092"/>
                      <a:gd name="connsiteY4" fmla="*/ 0 h 73844"/>
                      <a:gd name="connsiteX0" fmla="*/ 0 w 205092"/>
                      <a:gd name="connsiteY0" fmla="*/ 0 h 121600"/>
                      <a:gd name="connsiteX1" fmla="*/ 205092 w 205092"/>
                      <a:gd name="connsiteY1" fmla="*/ 0 h 121600"/>
                      <a:gd name="connsiteX2" fmla="*/ 187772 w 205092"/>
                      <a:gd name="connsiteY2" fmla="*/ 121600 h 121600"/>
                      <a:gd name="connsiteX3" fmla="*/ 0 w 205092"/>
                      <a:gd name="connsiteY3" fmla="*/ 73844 h 121600"/>
                      <a:gd name="connsiteX4" fmla="*/ 0 w 205092"/>
                      <a:gd name="connsiteY4" fmla="*/ 0 h 121600"/>
                      <a:gd name="connsiteX0" fmla="*/ 0 w 205092"/>
                      <a:gd name="connsiteY0" fmla="*/ 0 h 121600"/>
                      <a:gd name="connsiteX1" fmla="*/ 205092 w 205092"/>
                      <a:gd name="connsiteY1" fmla="*/ 0 h 121600"/>
                      <a:gd name="connsiteX2" fmla="*/ 187772 w 205092"/>
                      <a:gd name="connsiteY2" fmla="*/ 121600 h 121600"/>
                      <a:gd name="connsiteX3" fmla="*/ 3148 w 205092"/>
                      <a:gd name="connsiteY3" fmla="*/ 65161 h 121600"/>
                      <a:gd name="connsiteX4" fmla="*/ 0 w 205092"/>
                      <a:gd name="connsiteY4" fmla="*/ 0 h 121600"/>
                      <a:gd name="connsiteX0" fmla="*/ 13407 w 218499"/>
                      <a:gd name="connsiteY0" fmla="*/ 0 h 121600"/>
                      <a:gd name="connsiteX1" fmla="*/ 218499 w 218499"/>
                      <a:gd name="connsiteY1" fmla="*/ 0 h 121600"/>
                      <a:gd name="connsiteX2" fmla="*/ 201179 w 218499"/>
                      <a:gd name="connsiteY2" fmla="*/ 121600 h 121600"/>
                      <a:gd name="connsiteX3" fmla="*/ 0 w 218499"/>
                      <a:gd name="connsiteY3" fmla="*/ 38976 h 121600"/>
                      <a:gd name="connsiteX4" fmla="*/ 13407 w 218499"/>
                      <a:gd name="connsiteY4" fmla="*/ 0 h 121600"/>
                      <a:gd name="connsiteX0" fmla="*/ 13407 w 218499"/>
                      <a:gd name="connsiteY0" fmla="*/ 0 h 134944"/>
                      <a:gd name="connsiteX1" fmla="*/ 218499 w 218499"/>
                      <a:gd name="connsiteY1" fmla="*/ 0 h 134944"/>
                      <a:gd name="connsiteX2" fmla="*/ 160746 w 218499"/>
                      <a:gd name="connsiteY2" fmla="*/ 134944 h 134944"/>
                      <a:gd name="connsiteX3" fmla="*/ 0 w 218499"/>
                      <a:gd name="connsiteY3" fmla="*/ 38976 h 134944"/>
                      <a:gd name="connsiteX4" fmla="*/ 13407 w 218499"/>
                      <a:gd name="connsiteY4" fmla="*/ 0 h 134944"/>
                      <a:gd name="connsiteX0" fmla="*/ 13407 w 225663"/>
                      <a:gd name="connsiteY0" fmla="*/ 11860 h 146804"/>
                      <a:gd name="connsiteX1" fmla="*/ 225663 w 225663"/>
                      <a:gd name="connsiteY1" fmla="*/ 0 h 146804"/>
                      <a:gd name="connsiteX2" fmla="*/ 160746 w 225663"/>
                      <a:gd name="connsiteY2" fmla="*/ 146804 h 146804"/>
                      <a:gd name="connsiteX3" fmla="*/ 0 w 225663"/>
                      <a:gd name="connsiteY3" fmla="*/ 50836 h 146804"/>
                      <a:gd name="connsiteX4" fmla="*/ 13407 w 225663"/>
                      <a:gd name="connsiteY4" fmla="*/ 11860 h 146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63" h="146804" fill="norm" stroke="1" extrusionOk="0">
                        <a:moveTo>
                          <a:pt x="13407" y="11860"/>
                        </a:moveTo>
                        <a:lnTo>
                          <a:pt x="225663" y="0"/>
                        </a:lnTo>
                        <a:lnTo>
                          <a:pt x="160746" y="146804"/>
                        </a:lnTo>
                        <a:lnTo>
                          <a:pt x="0" y="50836"/>
                        </a:lnTo>
                        <a:lnTo>
                          <a:pt x="13407" y="11860"/>
                        </a:lnTo>
                        <a:close/>
                      </a:path>
                    </a:pathLst>
                  </a:cu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lvl="0">
                      <a:defRPr/>
                    </a:pPr>
                    <a:endParaRPr lang="en-GB" sz="1000" b="1">
                      <a:solidFill>
                        <a:srgbClr val="211F26"/>
                      </a:solidFill>
                      <a:latin typeface="Calibri"/>
                      <a:cs typeface="Calibri"/>
                    </a:endParaRPr>
                  </a:p>
                </p:txBody>
              </p:sp>
            </p:grpSp>
            <p:grpSp>
              <p:nvGrpSpPr>
                <p:cNvPr id="23" name="Groep 22"/>
                <p:cNvGrpSpPr/>
                <p:nvPr userDrawn="1"/>
              </p:nvGrpSpPr>
              <p:grpSpPr bwMode="auto">
                <a:xfrm>
                  <a:off x="-3219980" y="2771792"/>
                  <a:ext cx="140241" cy="116552"/>
                  <a:chOff x="-2608640" y="2891109"/>
                  <a:chExt cx="309118" cy="261993"/>
                </a:xfrm>
              </p:grpSpPr>
              <p:sp>
                <p:nvSpPr>
                  <p:cNvPr id="24" name="Vrije vorm: vorm 23"/>
                  <p:cNvSpPr/>
                  <p:nvPr userDrawn="1"/>
                </p:nvSpPr>
                <p:spPr bwMode="auto">
                  <a:xfrm rot="513865">
                    <a:off x="-2465317" y="2891109"/>
                    <a:ext cx="165795" cy="200435"/>
                  </a:xfrm>
                  <a:custGeom>
                    <a:avLst/>
                    <a:gdLst>
                      <a:gd name="connsiteX0" fmla="*/ 0 w 147782"/>
                      <a:gd name="connsiteY0" fmla="*/ 184728 h 221673"/>
                      <a:gd name="connsiteX1" fmla="*/ 147782 w 147782"/>
                      <a:gd name="connsiteY1" fmla="*/ 0 h 221673"/>
                      <a:gd name="connsiteX2" fmla="*/ 92363 w 147782"/>
                      <a:gd name="connsiteY2" fmla="*/ 221673 h 221673"/>
                      <a:gd name="connsiteX3" fmla="*/ 0 w 147782"/>
                      <a:gd name="connsiteY3" fmla="*/ 184728 h 221673"/>
                      <a:gd name="connsiteX0" fmla="*/ 0 w 180109"/>
                      <a:gd name="connsiteY0" fmla="*/ 166255 h 203200"/>
                      <a:gd name="connsiteX1" fmla="*/ 180109 w 180109"/>
                      <a:gd name="connsiteY1" fmla="*/ 0 h 203200"/>
                      <a:gd name="connsiteX2" fmla="*/ 92363 w 180109"/>
                      <a:gd name="connsiteY2" fmla="*/ 203200 h 203200"/>
                      <a:gd name="connsiteX3" fmla="*/ 0 w 180109"/>
                      <a:gd name="connsiteY3" fmla="*/ 166255 h 203200"/>
                      <a:gd name="connsiteX0" fmla="*/ 0 w 182213"/>
                      <a:gd name="connsiteY0" fmla="*/ 166453 h 203398"/>
                      <a:gd name="connsiteX1" fmla="*/ 180109 w 182213"/>
                      <a:gd name="connsiteY1" fmla="*/ 198 h 203398"/>
                      <a:gd name="connsiteX2" fmla="*/ 92363 w 182213"/>
                      <a:gd name="connsiteY2" fmla="*/ 203398 h 203398"/>
                      <a:gd name="connsiteX3" fmla="*/ 0 w 182213"/>
                      <a:gd name="connsiteY3" fmla="*/ 166453 h 203398"/>
                      <a:gd name="connsiteX0" fmla="*/ 0 w 186034"/>
                      <a:gd name="connsiteY0" fmla="*/ 168058 h 205003"/>
                      <a:gd name="connsiteX1" fmla="*/ 180109 w 186034"/>
                      <a:gd name="connsiteY1" fmla="*/ 1803 h 205003"/>
                      <a:gd name="connsiteX2" fmla="*/ 92363 w 186034"/>
                      <a:gd name="connsiteY2" fmla="*/ 205003 h 205003"/>
                      <a:gd name="connsiteX3" fmla="*/ 0 w 186034"/>
                      <a:gd name="connsiteY3" fmla="*/ 168058 h 205003"/>
                      <a:gd name="connsiteX0" fmla="*/ 0 w 163074"/>
                      <a:gd name="connsiteY0" fmla="*/ 161895 h 203458"/>
                      <a:gd name="connsiteX1" fmla="*/ 161637 w 163074"/>
                      <a:gd name="connsiteY1" fmla="*/ 258 h 203458"/>
                      <a:gd name="connsiteX2" fmla="*/ 73891 w 163074"/>
                      <a:gd name="connsiteY2" fmla="*/ 203458 h 203458"/>
                      <a:gd name="connsiteX3" fmla="*/ 0 w 163074"/>
                      <a:gd name="connsiteY3" fmla="*/ 161895 h 203458"/>
                      <a:gd name="connsiteX0" fmla="*/ 0 w 162654"/>
                      <a:gd name="connsiteY0" fmla="*/ 161843 h 198788"/>
                      <a:gd name="connsiteX1" fmla="*/ 161637 w 162654"/>
                      <a:gd name="connsiteY1" fmla="*/ 206 h 198788"/>
                      <a:gd name="connsiteX2" fmla="*/ 64654 w 162654"/>
                      <a:gd name="connsiteY2" fmla="*/ 198788 h 198788"/>
                      <a:gd name="connsiteX3" fmla="*/ 0 w 162654"/>
                      <a:gd name="connsiteY3" fmla="*/ 161843 h 198788"/>
                      <a:gd name="connsiteX0" fmla="*/ 0 w 165794"/>
                      <a:gd name="connsiteY0" fmla="*/ 163491 h 200436"/>
                      <a:gd name="connsiteX1" fmla="*/ 161637 w 165794"/>
                      <a:gd name="connsiteY1" fmla="*/ 1854 h 200436"/>
                      <a:gd name="connsiteX2" fmla="*/ 64654 w 165794"/>
                      <a:gd name="connsiteY2" fmla="*/ 200436 h 200436"/>
                      <a:gd name="connsiteX3" fmla="*/ 0 w 165794"/>
                      <a:gd name="connsiteY3" fmla="*/ 163491 h 200436"/>
                    </a:gdLst>
                    <a:ahLst/>
                    <a:cxnLst>
                      <a:cxn ang="0">
                        <a:pos x="connsiteX0" y="connsiteY0"/>
                      </a:cxn>
                      <a:cxn ang="0">
                        <a:pos x="connsiteX1" y="connsiteY1"/>
                      </a:cxn>
                      <a:cxn ang="0">
                        <a:pos x="connsiteX2" y="connsiteY2"/>
                      </a:cxn>
                      <a:cxn ang="0">
                        <a:pos x="connsiteX3" y="connsiteY3"/>
                      </a:cxn>
                    </a:cxnLst>
                    <a:rect l="l" t="t" r="r" b="b"/>
                    <a:pathLst>
                      <a:path w="165794" h="200436" fill="norm" stroke="1" extrusionOk="0">
                        <a:moveTo>
                          <a:pt x="0" y="163491"/>
                        </a:moveTo>
                        <a:cubicBezTo>
                          <a:pt x="14624" y="129624"/>
                          <a:pt x="137006" y="-18157"/>
                          <a:pt x="161637" y="1854"/>
                        </a:cubicBezTo>
                        <a:cubicBezTo>
                          <a:pt x="186268" y="21865"/>
                          <a:pt x="94672" y="172727"/>
                          <a:pt x="64654" y="200436"/>
                        </a:cubicBezTo>
                        <a:lnTo>
                          <a:pt x="0" y="163491"/>
                        </a:lnTo>
                        <a:close/>
                      </a:path>
                    </a:pathLst>
                  </a:custGeom>
                  <a:solidFill>
                    <a:srgbClr val="FFFFFF"/>
                  </a:solidFill>
                  <a:ln w="9525">
                    <a:solidFill>
                      <a:srgbClr val="3F3E3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mj-lt"/>
                    </a:endParaRPr>
                  </a:p>
                </p:txBody>
              </p:sp>
              <p:sp>
                <p:nvSpPr>
                  <p:cNvPr id="25" name="Vrije vorm: vorm 24"/>
                  <p:cNvSpPr/>
                  <p:nvPr userDrawn="1"/>
                </p:nvSpPr>
                <p:spPr bwMode="auto">
                  <a:xfrm rot="513865">
                    <a:off x="-2608640" y="3034770"/>
                    <a:ext cx="207309" cy="118332"/>
                  </a:xfrm>
                  <a:custGeom>
                    <a:avLst/>
                    <a:gdLst>
                      <a:gd name="connsiteX0" fmla="*/ 0 w 138545"/>
                      <a:gd name="connsiteY0" fmla="*/ 78509 h 87746"/>
                      <a:gd name="connsiteX1" fmla="*/ 73891 w 138545"/>
                      <a:gd name="connsiteY1" fmla="*/ 87746 h 87746"/>
                      <a:gd name="connsiteX2" fmla="*/ 138545 w 138545"/>
                      <a:gd name="connsiteY2" fmla="*/ 27709 h 87746"/>
                      <a:gd name="connsiteX3" fmla="*/ 96981 w 138545"/>
                      <a:gd name="connsiteY3" fmla="*/ 0 h 87746"/>
                      <a:gd name="connsiteX4" fmla="*/ 46181 w 138545"/>
                      <a:gd name="connsiteY4" fmla="*/ 41564 h 87746"/>
                      <a:gd name="connsiteX5" fmla="*/ 0 w 138545"/>
                      <a:gd name="connsiteY5" fmla="*/ 78509 h 87746"/>
                      <a:gd name="connsiteX0" fmla="*/ 0 w 138545"/>
                      <a:gd name="connsiteY0" fmla="*/ 78509 h 87746"/>
                      <a:gd name="connsiteX1" fmla="*/ 73891 w 138545"/>
                      <a:gd name="connsiteY1" fmla="*/ 87746 h 87746"/>
                      <a:gd name="connsiteX2" fmla="*/ 138545 w 138545"/>
                      <a:gd name="connsiteY2" fmla="*/ 27709 h 87746"/>
                      <a:gd name="connsiteX3" fmla="*/ 96981 w 138545"/>
                      <a:gd name="connsiteY3" fmla="*/ 0 h 87746"/>
                      <a:gd name="connsiteX4" fmla="*/ 0 w 138545"/>
                      <a:gd name="connsiteY4" fmla="*/ 78509 h 87746"/>
                      <a:gd name="connsiteX0" fmla="*/ 0 w 138545"/>
                      <a:gd name="connsiteY0" fmla="*/ 78509 h 87746"/>
                      <a:gd name="connsiteX1" fmla="*/ 73891 w 138545"/>
                      <a:gd name="connsiteY1" fmla="*/ 87746 h 87746"/>
                      <a:gd name="connsiteX2" fmla="*/ 138545 w 138545"/>
                      <a:gd name="connsiteY2" fmla="*/ 27709 h 87746"/>
                      <a:gd name="connsiteX3" fmla="*/ 96981 w 138545"/>
                      <a:gd name="connsiteY3" fmla="*/ 0 h 87746"/>
                      <a:gd name="connsiteX4" fmla="*/ 0 w 138545"/>
                      <a:gd name="connsiteY4" fmla="*/ 78509 h 87746"/>
                      <a:gd name="connsiteX0" fmla="*/ 0 w 138545"/>
                      <a:gd name="connsiteY0" fmla="*/ 78509 h 88052"/>
                      <a:gd name="connsiteX1" fmla="*/ 73891 w 138545"/>
                      <a:gd name="connsiteY1" fmla="*/ 87746 h 88052"/>
                      <a:gd name="connsiteX2" fmla="*/ 138545 w 138545"/>
                      <a:gd name="connsiteY2" fmla="*/ 27709 h 88052"/>
                      <a:gd name="connsiteX3" fmla="*/ 96981 w 138545"/>
                      <a:gd name="connsiteY3" fmla="*/ 0 h 88052"/>
                      <a:gd name="connsiteX4" fmla="*/ 0 w 138545"/>
                      <a:gd name="connsiteY4" fmla="*/ 78509 h 88052"/>
                      <a:gd name="connsiteX0" fmla="*/ 188 w 138733"/>
                      <a:gd name="connsiteY0" fmla="*/ 78509 h 97514"/>
                      <a:gd name="connsiteX1" fmla="*/ 74079 w 138733"/>
                      <a:gd name="connsiteY1" fmla="*/ 87746 h 97514"/>
                      <a:gd name="connsiteX2" fmla="*/ 138733 w 138733"/>
                      <a:gd name="connsiteY2" fmla="*/ 27709 h 97514"/>
                      <a:gd name="connsiteX3" fmla="*/ 97169 w 138733"/>
                      <a:gd name="connsiteY3" fmla="*/ 0 h 97514"/>
                      <a:gd name="connsiteX4" fmla="*/ 188 w 138733"/>
                      <a:gd name="connsiteY4" fmla="*/ 78509 h 97514"/>
                      <a:gd name="connsiteX0" fmla="*/ 167 w 138712"/>
                      <a:gd name="connsiteY0" fmla="*/ 78509 h 91707"/>
                      <a:gd name="connsiteX1" fmla="*/ 74058 w 138712"/>
                      <a:gd name="connsiteY1" fmla="*/ 87746 h 91707"/>
                      <a:gd name="connsiteX2" fmla="*/ 138712 w 138712"/>
                      <a:gd name="connsiteY2" fmla="*/ 27709 h 91707"/>
                      <a:gd name="connsiteX3" fmla="*/ 97148 w 138712"/>
                      <a:gd name="connsiteY3" fmla="*/ 0 h 91707"/>
                      <a:gd name="connsiteX4" fmla="*/ 167 w 138712"/>
                      <a:gd name="connsiteY4" fmla="*/ 78509 h 91707"/>
                      <a:gd name="connsiteX0" fmla="*/ 167 w 138712"/>
                      <a:gd name="connsiteY0" fmla="*/ 78509 h 91707"/>
                      <a:gd name="connsiteX1" fmla="*/ 74058 w 138712"/>
                      <a:gd name="connsiteY1" fmla="*/ 87746 h 91707"/>
                      <a:gd name="connsiteX2" fmla="*/ 138712 w 138712"/>
                      <a:gd name="connsiteY2" fmla="*/ 27709 h 91707"/>
                      <a:gd name="connsiteX3" fmla="*/ 97148 w 138712"/>
                      <a:gd name="connsiteY3" fmla="*/ 0 h 91707"/>
                      <a:gd name="connsiteX4" fmla="*/ 167 w 138712"/>
                      <a:gd name="connsiteY4" fmla="*/ 78509 h 91707"/>
                      <a:gd name="connsiteX0" fmla="*/ 167 w 138712"/>
                      <a:gd name="connsiteY0" fmla="*/ 78509 h 91707"/>
                      <a:gd name="connsiteX1" fmla="*/ 74058 w 138712"/>
                      <a:gd name="connsiteY1" fmla="*/ 87746 h 91707"/>
                      <a:gd name="connsiteX2" fmla="*/ 138712 w 138712"/>
                      <a:gd name="connsiteY2" fmla="*/ 27709 h 91707"/>
                      <a:gd name="connsiteX3" fmla="*/ 97148 w 138712"/>
                      <a:gd name="connsiteY3" fmla="*/ 0 h 91707"/>
                      <a:gd name="connsiteX4" fmla="*/ 167 w 138712"/>
                      <a:gd name="connsiteY4" fmla="*/ 78509 h 91707"/>
                      <a:gd name="connsiteX0" fmla="*/ 167 w 139150"/>
                      <a:gd name="connsiteY0" fmla="*/ 78509 h 91707"/>
                      <a:gd name="connsiteX1" fmla="*/ 74058 w 139150"/>
                      <a:gd name="connsiteY1" fmla="*/ 87746 h 91707"/>
                      <a:gd name="connsiteX2" fmla="*/ 138712 w 139150"/>
                      <a:gd name="connsiteY2" fmla="*/ 27709 h 91707"/>
                      <a:gd name="connsiteX3" fmla="*/ 97148 w 139150"/>
                      <a:gd name="connsiteY3" fmla="*/ 0 h 91707"/>
                      <a:gd name="connsiteX4" fmla="*/ 167 w 139150"/>
                      <a:gd name="connsiteY4" fmla="*/ 78509 h 91707"/>
                      <a:gd name="connsiteX0" fmla="*/ 167 w 139150"/>
                      <a:gd name="connsiteY0" fmla="*/ 87626 h 100824"/>
                      <a:gd name="connsiteX1" fmla="*/ 74058 w 139150"/>
                      <a:gd name="connsiteY1" fmla="*/ 96863 h 100824"/>
                      <a:gd name="connsiteX2" fmla="*/ 138712 w 139150"/>
                      <a:gd name="connsiteY2" fmla="*/ 36826 h 100824"/>
                      <a:gd name="connsiteX3" fmla="*/ 97148 w 139150"/>
                      <a:gd name="connsiteY3" fmla="*/ 9117 h 100824"/>
                      <a:gd name="connsiteX4" fmla="*/ 167 w 139150"/>
                      <a:gd name="connsiteY4" fmla="*/ 87626 h 100824"/>
                      <a:gd name="connsiteX0" fmla="*/ 167 w 139150"/>
                      <a:gd name="connsiteY0" fmla="*/ 79509 h 92707"/>
                      <a:gd name="connsiteX1" fmla="*/ 74058 w 139150"/>
                      <a:gd name="connsiteY1" fmla="*/ 88746 h 92707"/>
                      <a:gd name="connsiteX2" fmla="*/ 138712 w 139150"/>
                      <a:gd name="connsiteY2" fmla="*/ 28709 h 92707"/>
                      <a:gd name="connsiteX3" fmla="*/ 97148 w 139150"/>
                      <a:gd name="connsiteY3" fmla="*/ 1000 h 92707"/>
                      <a:gd name="connsiteX4" fmla="*/ 167 w 139150"/>
                      <a:gd name="connsiteY4" fmla="*/ 79509 h 92707"/>
                      <a:gd name="connsiteX0" fmla="*/ 167 w 138974"/>
                      <a:gd name="connsiteY0" fmla="*/ 71888 h 85086"/>
                      <a:gd name="connsiteX1" fmla="*/ 74058 w 138974"/>
                      <a:gd name="connsiteY1" fmla="*/ 81125 h 85086"/>
                      <a:gd name="connsiteX2" fmla="*/ 138712 w 138974"/>
                      <a:gd name="connsiteY2" fmla="*/ 21088 h 85086"/>
                      <a:gd name="connsiteX3" fmla="*/ 91899 w 138974"/>
                      <a:gd name="connsiteY3" fmla="*/ 1252 h 85086"/>
                      <a:gd name="connsiteX4" fmla="*/ 167 w 138974"/>
                      <a:gd name="connsiteY4" fmla="*/ 71888 h 85086"/>
                      <a:gd name="connsiteX0" fmla="*/ 278 w 118032"/>
                      <a:gd name="connsiteY0" fmla="*/ 56375 h 82581"/>
                      <a:gd name="connsiteX1" fmla="*/ 53174 w 118032"/>
                      <a:gd name="connsiteY1" fmla="*/ 81359 h 82581"/>
                      <a:gd name="connsiteX2" fmla="*/ 117828 w 118032"/>
                      <a:gd name="connsiteY2" fmla="*/ 21322 h 82581"/>
                      <a:gd name="connsiteX3" fmla="*/ 71015 w 118032"/>
                      <a:gd name="connsiteY3" fmla="*/ 1486 h 82581"/>
                      <a:gd name="connsiteX4" fmla="*/ 278 w 118032"/>
                      <a:gd name="connsiteY4" fmla="*/ 56375 h 82581"/>
                      <a:gd name="connsiteX0" fmla="*/ 220 w 117808"/>
                      <a:gd name="connsiteY0" fmla="*/ 56172 h 67245"/>
                      <a:gd name="connsiteX1" fmla="*/ 63614 w 117808"/>
                      <a:gd name="connsiteY1" fmla="*/ 62785 h 67245"/>
                      <a:gd name="connsiteX2" fmla="*/ 117770 w 117808"/>
                      <a:gd name="connsiteY2" fmla="*/ 21119 h 67245"/>
                      <a:gd name="connsiteX3" fmla="*/ 70957 w 117808"/>
                      <a:gd name="connsiteY3" fmla="*/ 1283 h 67245"/>
                      <a:gd name="connsiteX4" fmla="*/ 220 w 117808"/>
                      <a:gd name="connsiteY4" fmla="*/ 56172 h 67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8" h="67245" fill="norm" stroke="1" extrusionOk="0">
                        <a:moveTo>
                          <a:pt x="220" y="56172"/>
                        </a:moveTo>
                        <a:cubicBezTo>
                          <a:pt x="-3628" y="70796"/>
                          <a:pt x="44022" y="68627"/>
                          <a:pt x="63614" y="62785"/>
                        </a:cubicBezTo>
                        <a:cubicBezTo>
                          <a:pt x="83206" y="56943"/>
                          <a:pt x="116546" y="31369"/>
                          <a:pt x="117770" y="21119"/>
                        </a:cubicBezTo>
                        <a:cubicBezTo>
                          <a:pt x="118994" y="10869"/>
                          <a:pt x="90549" y="-4559"/>
                          <a:pt x="70957" y="1283"/>
                        </a:cubicBezTo>
                        <a:cubicBezTo>
                          <a:pt x="51365" y="7125"/>
                          <a:pt x="61415" y="48373"/>
                          <a:pt x="220" y="56172"/>
                        </a:cubicBezTo>
                        <a:close/>
                      </a:path>
                    </a:pathLst>
                  </a:custGeom>
                  <a:solidFill>
                    <a:srgbClr val="8AC3EF"/>
                  </a:solidFill>
                  <a:ln w="9525">
                    <a:solidFill>
                      <a:srgbClr val="307EB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mj-lt"/>
                    </a:endParaRPr>
                  </a:p>
                </p:txBody>
              </p:sp>
            </p:grpSp>
          </p:gr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losure">
    <p:bg>
      <p:bgPr shadeToTitle="0">
        <a:solidFill>
          <a:schemeClr val="accent1"/>
        </a:solidFill>
      </p:bgPr>
    </p:bg>
    <p:spTree>
      <p:nvGrpSpPr>
        <p:cNvPr id="1" name=""/>
        <p:cNvGrpSpPr/>
        <p:nvPr/>
      </p:nvGrpSpPr>
      <p:grpSpPr bwMode="auto">
        <a:xfrm>
          <a:off x="0" y="0"/>
          <a:ext cx="0" cy="0"/>
          <a:chOff x="0" y="0"/>
          <a:chExt cx="0" cy="0"/>
        </a:xfrm>
      </p:grpSpPr>
      <p:sp>
        <p:nvSpPr>
          <p:cNvPr id="753766002" name="Rechthoek 4"/>
          <p:cNvSpPr/>
          <p:nvPr userDrawn="1"/>
        </p:nvSpPr>
        <p:spPr bwMode="auto">
          <a:xfrm>
            <a:off x="-10750" y="0"/>
            <a:ext cx="1220275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1872281693" name="Vrije vorm: vorm 41"/>
          <p:cNvSpPr/>
          <p:nvPr/>
        </p:nvSpPr>
        <p:spPr bwMode="auto">
          <a:xfrm>
            <a:off x="-10750" y="1"/>
            <a:ext cx="12202750" cy="6857999"/>
          </a:xfrm>
          <a:custGeom>
            <a:avLst/>
            <a:gdLst>
              <a:gd name="connsiteX0" fmla="*/ 12202750 w 12202750"/>
              <a:gd name="connsiteY0" fmla="*/ 3750218 h 6857999"/>
              <a:gd name="connsiteX1" fmla="*/ 12202750 w 12202750"/>
              <a:gd name="connsiteY1" fmla="*/ 6857999 h 6857999"/>
              <a:gd name="connsiteX2" fmla="*/ 11114530 w 12202750"/>
              <a:gd name="connsiteY2" fmla="*/ 6857999 h 6857999"/>
              <a:gd name="connsiteX3" fmla="*/ 11256844 w 12202750"/>
              <a:gd name="connsiteY3" fmla="*/ 6595461 h 6857999"/>
              <a:gd name="connsiteX4" fmla="*/ 12121807 w 12202750"/>
              <a:gd name="connsiteY4" fmla="*/ 4108853 h 6857999"/>
              <a:gd name="connsiteX5" fmla="*/ 7260002 w 12202750"/>
              <a:gd name="connsiteY5" fmla="*/ 0 h 6857999"/>
              <a:gd name="connsiteX6" fmla="*/ 12202750 w 12202750"/>
              <a:gd name="connsiteY6" fmla="*/ 0 h 6857999"/>
              <a:gd name="connsiteX7" fmla="*/ 12202750 w 12202750"/>
              <a:gd name="connsiteY7" fmla="*/ 1540137 h 6857999"/>
              <a:gd name="connsiteX8" fmla="*/ 12200549 w 12202750"/>
              <a:gd name="connsiteY8" fmla="*/ 1543414 h 6857999"/>
              <a:gd name="connsiteX9" fmla="*/ 11867141 w 12202750"/>
              <a:gd name="connsiteY9" fmla="*/ 2106148 h 6857999"/>
              <a:gd name="connsiteX10" fmla="*/ 6343721 w 12202750"/>
              <a:gd name="connsiteY10" fmla="*/ 3249151 h 6857999"/>
              <a:gd name="connsiteX11" fmla="*/ 7248419 w 12202750"/>
              <a:gd name="connsiteY11" fmla="*/ 17042 h 6857999"/>
              <a:gd name="connsiteX12" fmla="*/ 0 w 12202750"/>
              <a:gd name="connsiteY12" fmla="*/ 0 h 6857999"/>
              <a:gd name="connsiteX13" fmla="*/ 4336814 w 12202750"/>
              <a:gd name="connsiteY13" fmla="*/ 0 h 6857999"/>
              <a:gd name="connsiteX14" fmla="*/ 3953814 w 12202750"/>
              <a:gd name="connsiteY14" fmla="*/ 290459 h 6857999"/>
              <a:gd name="connsiteX15" fmla="*/ 34757 w 12202750"/>
              <a:gd name="connsiteY15" fmla="*/ 4907294 h 6857999"/>
              <a:gd name="connsiteX16" fmla="*/ 0 w 12202750"/>
              <a:gd name="connsiteY16" fmla="*/ 502206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02750" h="6857999" fill="norm" stroke="1" extrusionOk="0">
                <a:moveTo>
                  <a:pt x="12202750" y="3750218"/>
                </a:moveTo>
                <a:lnTo>
                  <a:pt x="12202750" y="6857999"/>
                </a:lnTo>
                <a:lnTo>
                  <a:pt x="11114530" y="6857999"/>
                </a:lnTo>
                <a:lnTo>
                  <a:pt x="11256844" y="6595461"/>
                </a:lnTo>
                <a:cubicBezTo>
                  <a:pt x="11629965" y="5862402"/>
                  <a:pt x="11898764" y="5050891"/>
                  <a:pt x="12121807" y="4108853"/>
                </a:cubicBezTo>
                <a:close/>
                <a:moveTo>
                  <a:pt x="7260002" y="0"/>
                </a:moveTo>
                <a:lnTo>
                  <a:pt x="12202750" y="0"/>
                </a:lnTo>
                <a:lnTo>
                  <a:pt x="12202750" y="1540137"/>
                </a:lnTo>
                <a:lnTo>
                  <a:pt x="12200549" y="1543414"/>
                </a:lnTo>
                <a:cubicBezTo>
                  <a:pt x="12110526" y="1684115"/>
                  <a:pt x="12003525" y="1893029"/>
                  <a:pt x="11867141" y="2106148"/>
                </a:cubicBezTo>
                <a:cubicBezTo>
                  <a:pt x="10880238" y="3959252"/>
                  <a:pt x="7486531" y="6089453"/>
                  <a:pt x="6343721" y="3249151"/>
                </a:cubicBezTo>
                <a:cubicBezTo>
                  <a:pt x="5919494" y="2184051"/>
                  <a:pt x="6486561" y="1153587"/>
                  <a:pt x="7248419" y="17042"/>
                </a:cubicBezTo>
                <a:close/>
                <a:moveTo>
                  <a:pt x="0" y="0"/>
                </a:moveTo>
                <a:lnTo>
                  <a:pt x="4336814" y="0"/>
                </a:lnTo>
                <a:lnTo>
                  <a:pt x="3953814" y="290459"/>
                </a:lnTo>
                <a:cubicBezTo>
                  <a:pt x="2295623" y="1565228"/>
                  <a:pt x="719287" y="2947698"/>
                  <a:pt x="34757" y="4907294"/>
                </a:cubicBezTo>
                <a:lnTo>
                  <a:pt x="0" y="5022063"/>
                </a:lnTo>
                <a:close/>
              </a:path>
            </a:pathLst>
          </a:custGeom>
          <a:solidFill>
            <a:srgbClr val="00B8C8"/>
          </a:solidFill>
          <a:ln w="1731" cap="flat">
            <a:noFill/>
            <a:prstDash val="solid"/>
            <a:miter/>
          </a:ln>
        </p:spPr>
        <p:txBody>
          <a:bodyPr wrap="square" rtlCol="0" anchor="ctr">
            <a:noAutofit/>
          </a:bodyPr>
          <a:lstStyle/>
          <a:p>
            <a:pPr>
              <a:defRPr/>
            </a:pPr>
            <a:endParaRPr lang="en-GB"/>
          </a:p>
        </p:txBody>
      </p:sp>
      <p:sp>
        <p:nvSpPr>
          <p:cNvPr id="2024707261" name="Titel 1"/>
          <p:cNvSpPr>
            <a:spLocks noGrp="1"/>
          </p:cNvSpPr>
          <p:nvPr>
            <p:ph type="title" hasCustomPrompt="1"/>
          </p:nvPr>
        </p:nvSpPr>
        <p:spPr bwMode="auto">
          <a:xfrm>
            <a:off x="0" y="-429019"/>
            <a:ext cx="85921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spAutoFit/>
          </a:bodyPr>
          <a:lstStyle>
            <a:lvl1pPr>
              <a:lnSpc>
                <a:spcPct val="100000"/>
              </a:lnSpc>
              <a:defRPr lang="nl-NL" sz="1800" b="1" cap="none">
                <a:solidFill>
                  <a:schemeClr val="accent1"/>
                </a:solidFill>
                <a:latin typeface="+mj-lt"/>
              </a:defRPr>
            </a:lvl1pPr>
          </a:lstStyle>
          <a:p>
            <a:pPr marL="0" lvl="0">
              <a:defRPr/>
            </a:pPr>
            <a:r>
              <a:rPr lang="en-GB"/>
              <a:t>Closure</a:t>
            </a:r>
            <a:endParaRPr/>
          </a:p>
        </p:txBody>
      </p:sp>
      <p:sp>
        <p:nvSpPr>
          <p:cNvPr id="101518180" name="Tijdelijke aanduiding voor tekst 3"/>
          <p:cNvSpPr>
            <a:spLocks noGrp="1"/>
          </p:cNvSpPr>
          <p:nvPr>
            <p:ph type="body" sz="quarter" idx="10" hasCustomPrompt="1"/>
          </p:nvPr>
        </p:nvSpPr>
        <p:spPr bwMode="auto">
          <a:xfrm>
            <a:off x="719138" y="3950387"/>
            <a:ext cx="10752137" cy="1333698"/>
          </a:xfrm>
        </p:spPr>
        <p:txBody>
          <a:bodyPr wrap="square" anchor="b" anchorCtr="0">
            <a:spAutoFit/>
          </a:bodyPr>
          <a:lstStyle>
            <a:lvl1pPr marL="0" indent="0" algn="r">
              <a:lnSpc>
                <a:spcPts val="5200"/>
              </a:lnSpc>
              <a:spcBef>
                <a:spcPts val="0"/>
              </a:spcBef>
              <a:spcAft>
                <a:spcPts val="0"/>
              </a:spcAft>
              <a:buNone/>
              <a:defRPr sz="4800" b="1" i="0">
                <a:solidFill>
                  <a:schemeClr val="bg1"/>
                </a:solidFill>
                <a:latin typeface="+mj-lt"/>
              </a:defRPr>
            </a:lvl1pPr>
            <a:lvl2pPr marL="0" indent="0" algn="r">
              <a:buNone/>
              <a:defRPr sz="4400" b="1" i="0">
                <a:solidFill>
                  <a:schemeClr val="bg1"/>
                </a:solidFill>
                <a:latin typeface="+mj-lt"/>
              </a:defRPr>
            </a:lvl2pPr>
            <a:lvl3pPr marL="0" indent="0" algn="r">
              <a:buFont typeface="Arial"/>
              <a:buNone/>
              <a:defRPr sz="4400" b="1" i="0">
                <a:solidFill>
                  <a:schemeClr val="bg1"/>
                </a:solidFill>
                <a:latin typeface="+mj-lt"/>
              </a:defRPr>
            </a:lvl3pPr>
            <a:lvl4pPr marL="0" indent="0" algn="r">
              <a:buFont typeface="Arial"/>
              <a:buNone/>
              <a:defRPr sz="4400" b="1" i="0">
                <a:solidFill>
                  <a:schemeClr val="bg1"/>
                </a:solidFill>
                <a:latin typeface="+mj-lt"/>
              </a:defRPr>
            </a:lvl4pPr>
            <a:lvl5pPr marL="0" indent="0" algn="r">
              <a:buFont typeface="Arial"/>
              <a:buNone/>
              <a:defRPr sz="4400" b="1" i="0">
                <a:solidFill>
                  <a:schemeClr val="bg1"/>
                </a:solidFill>
                <a:latin typeface="+mj-lt"/>
              </a:defRPr>
            </a:lvl5pPr>
            <a:lvl6pPr marL="0" indent="0" algn="r">
              <a:buFont typeface="Arial"/>
              <a:buNone/>
              <a:defRPr sz="4400" b="1" i="0">
                <a:solidFill>
                  <a:schemeClr val="bg1"/>
                </a:solidFill>
                <a:latin typeface="+mj-lt"/>
              </a:defRPr>
            </a:lvl6pPr>
            <a:lvl7pPr marL="0" indent="0" algn="r">
              <a:buFont typeface="Arial"/>
              <a:buNone/>
              <a:defRPr sz="4400" b="1" i="0">
                <a:solidFill>
                  <a:schemeClr val="bg1"/>
                </a:solidFill>
                <a:latin typeface="+mj-lt"/>
              </a:defRPr>
            </a:lvl7pPr>
            <a:lvl8pPr marL="0" indent="0" algn="r">
              <a:buFont typeface="Arial"/>
              <a:buNone/>
              <a:defRPr sz="4400" b="1" i="0">
                <a:solidFill>
                  <a:schemeClr val="bg1"/>
                </a:solidFill>
                <a:latin typeface="+mj-lt"/>
              </a:defRPr>
            </a:lvl8pPr>
            <a:lvl9pPr marL="0" indent="0" algn="r">
              <a:buFont typeface="Arial"/>
              <a:buNone/>
              <a:defRPr sz="4400" b="1" i="0">
                <a:solidFill>
                  <a:schemeClr val="bg1"/>
                </a:solidFill>
                <a:latin typeface="+mj-lt"/>
              </a:defRPr>
            </a:lvl9pPr>
          </a:lstStyle>
          <a:p>
            <a:pPr lvl="0">
              <a:defRPr/>
            </a:pPr>
            <a:r>
              <a:rPr lang="en-GB"/>
              <a:t>Title slide</a:t>
            </a:r>
            <a:br>
              <a:rPr lang="en-GB"/>
            </a:br>
            <a:r>
              <a:rPr lang="en-GB"/>
              <a:t>max. 2 lines</a:t>
            </a:r>
            <a:endParaRPr/>
          </a:p>
        </p:txBody>
      </p:sp>
      <p:sp>
        <p:nvSpPr>
          <p:cNvPr id="62015020" name="Tijdelijke aanduiding voor tekst 5"/>
          <p:cNvSpPr>
            <a:spLocks noGrp="1"/>
          </p:cNvSpPr>
          <p:nvPr>
            <p:ph type="body" sz="quarter" idx="11" hasCustomPrompt="1"/>
          </p:nvPr>
        </p:nvSpPr>
        <p:spPr bwMode="auto">
          <a:xfrm>
            <a:off x="719137" y="5404234"/>
            <a:ext cx="10763113" cy="332399"/>
          </a:xfrm>
        </p:spPr>
        <p:txBody>
          <a:bodyPr>
            <a:spAutoFit/>
          </a:bodyPr>
          <a:lstStyle>
            <a:lvl1pPr marL="0" indent="0" algn="r">
              <a:buFont typeface="Arial"/>
              <a:buNone/>
              <a:defRPr sz="2400" b="0" i="0">
                <a:solidFill>
                  <a:schemeClr val="tx2"/>
                </a:solidFill>
                <a:latin typeface="+mn-lt"/>
              </a:defRPr>
            </a:lvl1pPr>
            <a:lvl2pPr marL="0" indent="0" algn="r">
              <a:buFont typeface="Arial"/>
              <a:buNone/>
              <a:defRPr sz="2400" b="0" i="0">
                <a:solidFill>
                  <a:schemeClr val="bg1"/>
                </a:solidFill>
                <a:latin typeface="+mn-lt"/>
              </a:defRPr>
            </a:lvl2pPr>
            <a:lvl3pPr marL="0" indent="0" algn="r">
              <a:buFont typeface="Arial"/>
              <a:buNone/>
              <a:defRPr sz="2400" b="0" i="0">
                <a:solidFill>
                  <a:schemeClr val="bg1"/>
                </a:solidFill>
                <a:latin typeface="+mn-lt"/>
              </a:defRPr>
            </a:lvl3pPr>
            <a:lvl4pPr marL="0" indent="0" algn="r">
              <a:buFont typeface="Arial"/>
              <a:buNone/>
              <a:defRPr sz="2400" b="0" i="0">
                <a:solidFill>
                  <a:schemeClr val="bg1"/>
                </a:solidFill>
                <a:latin typeface="+mn-lt"/>
              </a:defRPr>
            </a:lvl4pPr>
            <a:lvl5pPr marL="0" indent="0" algn="r">
              <a:buFont typeface="Arial"/>
              <a:buNone/>
              <a:defRPr sz="2400" b="0" i="0">
                <a:solidFill>
                  <a:schemeClr val="bg1"/>
                </a:solidFill>
                <a:latin typeface="+mn-lt"/>
              </a:defRPr>
            </a:lvl5pPr>
            <a:lvl6pPr marL="0" indent="0" algn="r">
              <a:buFont typeface="Arial"/>
              <a:buNone/>
              <a:defRPr sz="2400" b="0" i="0">
                <a:solidFill>
                  <a:schemeClr val="bg1"/>
                </a:solidFill>
                <a:latin typeface="+mn-lt"/>
              </a:defRPr>
            </a:lvl6pPr>
            <a:lvl7pPr marL="0" indent="0" algn="r">
              <a:buFont typeface="Arial"/>
              <a:buNone/>
              <a:defRPr sz="2400" b="0" i="0">
                <a:solidFill>
                  <a:schemeClr val="bg1"/>
                </a:solidFill>
                <a:latin typeface="+mn-lt"/>
              </a:defRPr>
            </a:lvl7pPr>
            <a:lvl8pPr marL="0" indent="0" algn="r">
              <a:buFont typeface="Arial"/>
              <a:buNone/>
              <a:defRPr sz="2400" b="0" i="0">
                <a:solidFill>
                  <a:schemeClr val="bg1"/>
                </a:solidFill>
                <a:latin typeface="+mn-lt"/>
              </a:defRPr>
            </a:lvl8pPr>
            <a:lvl9pPr marL="0" indent="0" algn="r">
              <a:buFont typeface="Arial"/>
              <a:buNone/>
              <a:defRPr sz="2400" b="0" i="0">
                <a:solidFill>
                  <a:schemeClr val="bg1"/>
                </a:solidFill>
                <a:latin typeface="+mn-lt"/>
              </a:defRPr>
            </a:lvl9pPr>
          </a:lstStyle>
          <a:p>
            <a:pPr lvl="0">
              <a:defRPr/>
            </a:pPr>
            <a:r>
              <a:rPr lang="en-GB"/>
              <a:t>Subtitle | Name speaker</a:t>
            </a:r>
            <a:endParaRPr/>
          </a:p>
        </p:txBody>
      </p:sp>
      <p:sp>
        <p:nvSpPr>
          <p:cNvPr id="1143730685" name="Tijdelijke aanduiding voor datum 16"/>
          <p:cNvSpPr>
            <a:spLocks noGrp="1"/>
          </p:cNvSpPr>
          <p:nvPr>
            <p:ph type="dt" sz="half" idx="12"/>
          </p:nvPr>
        </p:nvSpPr>
        <p:spPr bwMode="auto">
          <a:xfrm>
            <a:off x="10705040" y="5813671"/>
            <a:ext cx="766235" cy="184666"/>
          </a:xfrm>
        </p:spPr>
        <p:txBody>
          <a:bodyPr/>
          <a:lstStyle>
            <a:lvl1pPr>
              <a:defRPr sz="1200">
                <a:solidFill>
                  <a:schemeClr val="tx2"/>
                </a:solidFill>
              </a:defRPr>
            </a:lvl1pPr>
          </a:lstStyle>
          <a:p>
            <a:pPr>
              <a:defRPr/>
            </a:pPr>
            <a:fld id="{8356D135-3DCC-4F43-956C-8E084B5B3B73}" type="datetime1">
              <a:rPr lang="nl-NL"/>
              <a:t>10-3-2025</a:t>
            </a:fld>
            <a:endParaRPr lang="en-GB"/>
          </a:p>
        </p:txBody>
      </p:sp>
      <p:grpSp>
        <p:nvGrpSpPr>
          <p:cNvPr id="1809036392" name="Graphic 4"/>
          <p:cNvGrpSpPr/>
          <p:nvPr userDrawn="1"/>
        </p:nvGrpSpPr>
        <p:grpSpPr bwMode="auto">
          <a:xfrm>
            <a:off x="721114" y="437497"/>
            <a:ext cx="1530269" cy="594428"/>
            <a:chOff x="717019" y="5865846"/>
            <a:chExt cx="1413341" cy="549008"/>
          </a:xfrm>
          <a:solidFill>
            <a:srgbClr val="FFFFFF"/>
          </a:solidFill>
        </p:grpSpPr>
        <p:sp>
          <p:nvSpPr>
            <p:cNvPr id="22" name="Vrije vorm: vorm 21"/>
            <p:cNvSpPr/>
            <p:nvPr/>
          </p:nvSpPr>
          <p:spPr bwMode="auto">
            <a:xfrm>
              <a:off x="998576" y="6136009"/>
              <a:ext cx="258644" cy="277455"/>
            </a:xfrm>
            <a:custGeom>
              <a:avLst/>
              <a:gdLst>
                <a:gd name="connsiteX0" fmla="*/ 129322 w 258644"/>
                <a:gd name="connsiteY0" fmla="*/ 224847 h 277455"/>
                <a:gd name="connsiteX1" fmla="*/ 183307 w 258644"/>
                <a:gd name="connsiteY1" fmla="*/ 167897 h 277455"/>
                <a:gd name="connsiteX2" fmla="*/ 183307 w 258644"/>
                <a:gd name="connsiteY2" fmla="*/ 0 h 277455"/>
                <a:gd name="connsiteX3" fmla="*/ 258644 w 258644"/>
                <a:gd name="connsiteY3" fmla="*/ 0 h 277455"/>
                <a:gd name="connsiteX4" fmla="*/ 258644 w 258644"/>
                <a:gd name="connsiteY4" fmla="*/ 172238 h 277455"/>
                <a:gd name="connsiteX5" fmla="*/ 129322 w 258644"/>
                <a:gd name="connsiteY5" fmla="*/ 277456 h 277455"/>
                <a:gd name="connsiteX6" fmla="*/ 0 w 258644"/>
                <a:gd name="connsiteY6" fmla="*/ 172238 h 277455"/>
                <a:gd name="connsiteX7" fmla="*/ 0 w 258644"/>
                <a:gd name="connsiteY7" fmla="*/ 174 h 277455"/>
                <a:gd name="connsiteX8" fmla="*/ 75337 w 258644"/>
                <a:gd name="connsiteY8" fmla="*/ 174 h 277455"/>
                <a:gd name="connsiteX9" fmla="*/ 75337 w 258644"/>
                <a:gd name="connsiteY9" fmla="*/ 168071 h 277455"/>
                <a:gd name="connsiteX10" fmla="*/ 129322 w 258644"/>
                <a:gd name="connsiteY10" fmla="*/ 224847 h 27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644" h="277455" fill="norm" stroke="1" extrusionOk="0">
                  <a:moveTo>
                    <a:pt x="129322" y="224847"/>
                  </a:moveTo>
                  <a:cubicBezTo>
                    <a:pt x="164907" y="224847"/>
                    <a:pt x="183307" y="200713"/>
                    <a:pt x="183307" y="167897"/>
                  </a:cubicBezTo>
                  <a:lnTo>
                    <a:pt x="183307" y="0"/>
                  </a:lnTo>
                  <a:lnTo>
                    <a:pt x="258644" y="0"/>
                  </a:lnTo>
                  <a:lnTo>
                    <a:pt x="258644" y="172238"/>
                  </a:lnTo>
                  <a:cubicBezTo>
                    <a:pt x="257255" y="247592"/>
                    <a:pt x="197542" y="277456"/>
                    <a:pt x="129322" y="277456"/>
                  </a:cubicBezTo>
                  <a:cubicBezTo>
                    <a:pt x="61102" y="277456"/>
                    <a:pt x="0" y="247592"/>
                    <a:pt x="0" y="172238"/>
                  </a:cubicBezTo>
                  <a:lnTo>
                    <a:pt x="0" y="174"/>
                  </a:lnTo>
                  <a:lnTo>
                    <a:pt x="75337" y="174"/>
                  </a:lnTo>
                  <a:lnTo>
                    <a:pt x="75337" y="168071"/>
                  </a:lnTo>
                  <a:cubicBezTo>
                    <a:pt x="73948" y="200713"/>
                    <a:pt x="93910" y="224847"/>
                    <a:pt x="129322" y="224847"/>
                  </a:cubicBezTo>
                  <a:close/>
                </a:path>
              </a:pathLst>
            </a:custGeom>
            <a:solidFill>
              <a:srgbClr val="FFFFFF"/>
            </a:solidFill>
            <a:ln w="1731" cap="flat">
              <a:noFill/>
              <a:prstDash val="solid"/>
              <a:miter/>
            </a:ln>
          </p:spPr>
          <p:txBody>
            <a:bodyPr rtlCol="0" anchor="ctr"/>
            <a:lstStyle/>
            <a:p>
              <a:pPr>
                <a:defRPr/>
              </a:pPr>
              <a:endParaRPr lang="en-GB"/>
            </a:p>
          </p:txBody>
        </p:sp>
        <p:sp>
          <p:nvSpPr>
            <p:cNvPr id="23" name="Vrije vorm: vorm 22"/>
            <p:cNvSpPr/>
            <p:nvPr/>
          </p:nvSpPr>
          <p:spPr bwMode="auto">
            <a:xfrm>
              <a:off x="717019" y="6136183"/>
              <a:ext cx="244583" cy="271726"/>
            </a:xfrm>
            <a:custGeom>
              <a:avLst/>
              <a:gdLst>
                <a:gd name="connsiteX0" fmla="*/ 85405 w 244583"/>
                <a:gd name="connsiteY0" fmla="*/ 271726 h 271726"/>
                <a:gd name="connsiteX1" fmla="*/ 160741 w 244583"/>
                <a:gd name="connsiteY1" fmla="*/ 271726 h 271726"/>
                <a:gd name="connsiteX2" fmla="*/ 160741 w 244583"/>
                <a:gd name="connsiteY2" fmla="*/ 52609 h 271726"/>
                <a:gd name="connsiteX3" fmla="*/ 244583 w 244583"/>
                <a:gd name="connsiteY3" fmla="*/ 52609 h 271726"/>
                <a:gd name="connsiteX4" fmla="*/ 244583 w 244583"/>
                <a:gd name="connsiteY4" fmla="*/ 0 h 271726"/>
                <a:gd name="connsiteX5" fmla="*/ 0 w 244583"/>
                <a:gd name="connsiteY5" fmla="*/ 0 h 271726"/>
                <a:gd name="connsiteX6" fmla="*/ 0 w 244583"/>
                <a:gd name="connsiteY6" fmla="*/ 52609 h 271726"/>
                <a:gd name="connsiteX7" fmla="*/ 85405 w 244583"/>
                <a:gd name="connsiteY7" fmla="*/ 52609 h 27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583" h="271726" fill="norm" stroke="1" extrusionOk="0">
                  <a:moveTo>
                    <a:pt x="85405" y="271726"/>
                  </a:moveTo>
                  <a:lnTo>
                    <a:pt x="160741" y="271726"/>
                  </a:lnTo>
                  <a:lnTo>
                    <a:pt x="160741" y="52609"/>
                  </a:lnTo>
                  <a:lnTo>
                    <a:pt x="244583" y="52609"/>
                  </a:lnTo>
                  <a:lnTo>
                    <a:pt x="244583" y="0"/>
                  </a:lnTo>
                  <a:lnTo>
                    <a:pt x="0" y="0"/>
                  </a:lnTo>
                  <a:lnTo>
                    <a:pt x="0" y="52609"/>
                  </a:lnTo>
                  <a:lnTo>
                    <a:pt x="85405" y="52609"/>
                  </a:lnTo>
                  <a:close/>
                </a:path>
              </a:pathLst>
            </a:custGeom>
            <a:solidFill>
              <a:srgbClr val="FFFFFF"/>
            </a:solidFill>
            <a:ln w="1731" cap="flat">
              <a:noFill/>
              <a:prstDash val="solid"/>
              <a:miter/>
            </a:ln>
          </p:spPr>
          <p:txBody>
            <a:bodyPr rtlCol="0" anchor="ctr"/>
            <a:lstStyle/>
            <a:p>
              <a:pPr>
                <a:defRPr/>
              </a:pPr>
              <a:endParaRPr lang="en-GB"/>
            </a:p>
          </p:txBody>
        </p:sp>
        <p:sp>
          <p:nvSpPr>
            <p:cNvPr id="24" name="Vrije vorm: vorm 23"/>
            <p:cNvSpPr/>
            <p:nvPr/>
          </p:nvSpPr>
          <p:spPr bwMode="auto">
            <a:xfrm>
              <a:off x="792227" y="5865846"/>
              <a:ext cx="256862" cy="254189"/>
            </a:xfrm>
            <a:custGeom>
              <a:avLst/>
              <a:gdLst>
                <a:gd name="connsiteX0" fmla="*/ 190726 w 256862"/>
                <a:gd name="connsiteY0" fmla="*/ 138033 h 254189"/>
                <a:gd name="connsiteX1" fmla="*/ 153752 w 256862"/>
                <a:gd name="connsiteY1" fmla="*/ 115288 h 254189"/>
                <a:gd name="connsiteX2" fmla="*/ 254780 w 256862"/>
                <a:gd name="connsiteY2" fmla="*/ 14237 h 254189"/>
                <a:gd name="connsiteX3" fmla="*/ 254780 w 256862"/>
                <a:gd name="connsiteY3" fmla="*/ 0 h 254189"/>
                <a:gd name="connsiteX4" fmla="*/ 247663 w 256862"/>
                <a:gd name="connsiteY4" fmla="*/ 9897 h 254189"/>
                <a:gd name="connsiteX5" fmla="*/ 102718 w 256862"/>
                <a:gd name="connsiteY5" fmla="*/ 66846 h 254189"/>
                <a:gd name="connsiteX6" fmla="*/ 3253 w 256862"/>
                <a:gd name="connsiteY6" fmla="*/ 217555 h 254189"/>
                <a:gd name="connsiteX7" fmla="*/ 10370 w 256862"/>
                <a:gd name="connsiteY7" fmla="*/ 237522 h 254189"/>
                <a:gd name="connsiteX8" fmla="*/ 13147 w 256862"/>
                <a:gd name="connsiteY8" fmla="*/ 217555 h 254189"/>
                <a:gd name="connsiteX9" fmla="*/ 101329 w 256862"/>
                <a:gd name="connsiteY9" fmla="*/ 107996 h 254189"/>
                <a:gd name="connsiteX10" fmla="*/ 109835 w 256862"/>
                <a:gd name="connsiteY10" fmla="*/ 100877 h 254189"/>
                <a:gd name="connsiteX11" fmla="*/ 109835 w 256862"/>
                <a:gd name="connsiteY11" fmla="*/ 107996 h 254189"/>
                <a:gd name="connsiteX12" fmla="*/ 79978 w 256862"/>
                <a:gd name="connsiteY12" fmla="*/ 179183 h 254189"/>
                <a:gd name="connsiteX13" fmla="*/ 135352 w 256862"/>
                <a:gd name="connsiteY13" fmla="*/ 167724 h 254189"/>
                <a:gd name="connsiteX14" fmla="*/ 141081 w 256862"/>
                <a:gd name="connsiteY14" fmla="*/ 160605 h 254189"/>
                <a:gd name="connsiteX15" fmla="*/ 141081 w 256862"/>
                <a:gd name="connsiteY15" fmla="*/ 172064 h 254189"/>
                <a:gd name="connsiteX16" fmla="*/ 104107 w 256862"/>
                <a:gd name="connsiteY16" fmla="*/ 241689 h 254189"/>
                <a:gd name="connsiteX17" fmla="*/ 85706 w 256862"/>
                <a:gd name="connsiteY17" fmla="*/ 253148 h 254189"/>
                <a:gd name="connsiteX18" fmla="*/ 95601 w 256862"/>
                <a:gd name="connsiteY18" fmla="*/ 253148 h 254189"/>
                <a:gd name="connsiteX19" fmla="*/ 226485 w 256862"/>
                <a:gd name="connsiteY19" fmla="*/ 125185 h 254189"/>
                <a:gd name="connsiteX20" fmla="*/ 226485 w 256862"/>
                <a:gd name="connsiteY20" fmla="*/ 116677 h 254189"/>
                <a:gd name="connsiteX21" fmla="*/ 219368 w 256862"/>
                <a:gd name="connsiteY21" fmla="*/ 121018 h 254189"/>
                <a:gd name="connsiteX22" fmla="*/ 190726 w 256862"/>
                <a:gd name="connsiteY22" fmla="*/ 138033 h 25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6862" h="254189" fill="norm" stroke="1" extrusionOk="0">
                  <a:moveTo>
                    <a:pt x="190726" y="138033"/>
                  </a:moveTo>
                  <a:cubicBezTo>
                    <a:pt x="172326" y="143763"/>
                    <a:pt x="153752" y="139422"/>
                    <a:pt x="153752" y="115288"/>
                  </a:cubicBezTo>
                  <a:cubicBezTo>
                    <a:pt x="153752" y="78306"/>
                    <a:pt x="241934" y="47053"/>
                    <a:pt x="254780" y="14237"/>
                  </a:cubicBezTo>
                  <a:cubicBezTo>
                    <a:pt x="257557" y="5730"/>
                    <a:pt x="257557" y="0"/>
                    <a:pt x="254780" y="0"/>
                  </a:cubicBezTo>
                  <a:cubicBezTo>
                    <a:pt x="252002" y="0"/>
                    <a:pt x="254780" y="4341"/>
                    <a:pt x="247663" y="9897"/>
                  </a:cubicBezTo>
                  <a:cubicBezTo>
                    <a:pt x="210689" y="46879"/>
                    <a:pt x="149586" y="46879"/>
                    <a:pt x="102718" y="66846"/>
                  </a:cubicBezTo>
                  <a:cubicBezTo>
                    <a:pt x="71472" y="81084"/>
                    <a:pt x="-18098" y="123796"/>
                    <a:pt x="3253" y="217555"/>
                  </a:cubicBezTo>
                  <a:cubicBezTo>
                    <a:pt x="4642" y="221895"/>
                    <a:pt x="7593" y="237522"/>
                    <a:pt x="10370" y="237522"/>
                  </a:cubicBezTo>
                  <a:cubicBezTo>
                    <a:pt x="13147" y="237522"/>
                    <a:pt x="13147" y="229014"/>
                    <a:pt x="13147" y="217555"/>
                  </a:cubicBezTo>
                  <a:cubicBezTo>
                    <a:pt x="13147" y="160605"/>
                    <a:pt x="78589" y="144978"/>
                    <a:pt x="101329" y="107996"/>
                  </a:cubicBezTo>
                  <a:cubicBezTo>
                    <a:pt x="104107" y="103655"/>
                    <a:pt x="108446" y="98099"/>
                    <a:pt x="109835" y="100877"/>
                  </a:cubicBezTo>
                  <a:cubicBezTo>
                    <a:pt x="109835" y="102266"/>
                    <a:pt x="109835" y="103655"/>
                    <a:pt x="109835" y="107996"/>
                  </a:cubicBezTo>
                  <a:cubicBezTo>
                    <a:pt x="102718" y="137860"/>
                    <a:pt x="71472" y="157827"/>
                    <a:pt x="79978" y="179183"/>
                  </a:cubicBezTo>
                  <a:cubicBezTo>
                    <a:pt x="91435" y="207658"/>
                    <a:pt x="125458" y="186302"/>
                    <a:pt x="135352" y="167724"/>
                  </a:cubicBezTo>
                  <a:cubicBezTo>
                    <a:pt x="138130" y="163383"/>
                    <a:pt x="139692" y="159216"/>
                    <a:pt x="141081" y="160605"/>
                  </a:cubicBezTo>
                  <a:cubicBezTo>
                    <a:pt x="142469" y="160605"/>
                    <a:pt x="142469" y="166335"/>
                    <a:pt x="141081" y="172064"/>
                  </a:cubicBezTo>
                  <a:cubicBezTo>
                    <a:pt x="135352" y="204706"/>
                    <a:pt x="128235" y="223284"/>
                    <a:pt x="104107" y="241689"/>
                  </a:cubicBezTo>
                  <a:cubicBezTo>
                    <a:pt x="96990" y="247418"/>
                    <a:pt x="84144" y="248807"/>
                    <a:pt x="85706" y="253148"/>
                  </a:cubicBezTo>
                  <a:cubicBezTo>
                    <a:pt x="85706" y="254537"/>
                    <a:pt x="91435" y="254537"/>
                    <a:pt x="95601" y="253148"/>
                  </a:cubicBezTo>
                  <a:cubicBezTo>
                    <a:pt x="159654" y="248807"/>
                    <a:pt x="212251" y="174842"/>
                    <a:pt x="226485" y="125185"/>
                  </a:cubicBezTo>
                  <a:cubicBezTo>
                    <a:pt x="227874" y="122407"/>
                    <a:pt x="227874" y="118066"/>
                    <a:pt x="226485" y="116677"/>
                  </a:cubicBezTo>
                  <a:cubicBezTo>
                    <a:pt x="225097" y="115288"/>
                    <a:pt x="222146" y="118066"/>
                    <a:pt x="219368" y="121018"/>
                  </a:cubicBezTo>
                  <a:cubicBezTo>
                    <a:pt x="209127" y="128137"/>
                    <a:pt x="200621" y="133866"/>
                    <a:pt x="190726" y="138033"/>
                  </a:cubicBezTo>
                  <a:close/>
                </a:path>
              </a:pathLst>
            </a:custGeom>
            <a:solidFill>
              <a:srgbClr val="FFFFFF"/>
            </a:solidFill>
            <a:ln w="1731" cap="flat">
              <a:noFill/>
              <a:prstDash val="solid"/>
              <a:miter/>
            </a:ln>
          </p:spPr>
          <p:txBody>
            <a:bodyPr rtlCol="0" anchor="ctr"/>
            <a:lstStyle/>
            <a:p>
              <a:pPr>
                <a:defRPr/>
              </a:pPr>
              <a:endParaRPr lang="en-GB"/>
            </a:p>
          </p:txBody>
        </p:sp>
        <p:sp>
          <p:nvSpPr>
            <p:cNvPr id="25" name="Vrije vorm: vorm 24"/>
            <p:cNvSpPr/>
            <p:nvPr/>
          </p:nvSpPr>
          <p:spPr bwMode="auto">
            <a:xfrm>
              <a:off x="1588597" y="6213099"/>
              <a:ext cx="172024" cy="200539"/>
            </a:xfrm>
            <a:custGeom>
              <a:avLst/>
              <a:gdLst>
                <a:gd name="connsiteX0" fmla="*/ 38363 w 172024"/>
                <a:gd name="connsiteY0" fmla="*/ 82299 h 200539"/>
                <a:gd name="connsiteX1" fmla="*/ 86620 w 172024"/>
                <a:gd name="connsiteY1" fmla="*/ 25350 h 200539"/>
                <a:gd name="connsiteX2" fmla="*/ 134877 w 172024"/>
                <a:gd name="connsiteY2" fmla="*/ 82299 h 200539"/>
                <a:gd name="connsiteX3" fmla="*/ 38363 w 172024"/>
                <a:gd name="connsiteY3" fmla="*/ 82299 h 200539"/>
                <a:gd name="connsiteX4" fmla="*/ 172024 w 172024"/>
                <a:gd name="connsiteY4" fmla="*/ 106607 h 200539"/>
                <a:gd name="connsiteX5" fmla="*/ 172024 w 172024"/>
                <a:gd name="connsiteY5" fmla="*/ 89591 h 200539"/>
                <a:gd name="connsiteX6" fmla="*/ 88182 w 172024"/>
                <a:gd name="connsiteY6" fmla="*/ 0 h 200539"/>
                <a:gd name="connsiteX7" fmla="*/ 0 w 172024"/>
                <a:gd name="connsiteY7" fmla="*/ 102440 h 200539"/>
                <a:gd name="connsiteX8" fmla="*/ 85231 w 172024"/>
                <a:gd name="connsiteY8" fmla="*/ 200539 h 200539"/>
                <a:gd name="connsiteX9" fmla="*/ 169073 w 172024"/>
                <a:gd name="connsiteY9" fmla="*/ 136471 h 200539"/>
                <a:gd name="connsiteX10" fmla="*/ 130711 w 172024"/>
                <a:gd name="connsiteY10" fmla="*/ 136471 h 200539"/>
                <a:gd name="connsiteX11" fmla="*/ 85231 w 172024"/>
                <a:gd name="connsiteY11" fmla="*/ 174842 h 200539"/>
                <a:gd name="connsiteX12" fmla="*/ 36974 w 172024"/>
                <a:gd name="connsiteY12" fmla="*/ 107996 h 200539"/>
                <a:gd name="connsiteX13" fmla="*/ 172024 w 172024"/>
                <a:gd name="connsiteY13" fmla="*/ 107996 h 200539"/>
                <a:gd name="connsiteX14" fmla="*/ 172024 w 172024"/>
                <a:gd name="connsiteY14" fmla="*/ 106607 h 20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2024" h="200539" fill="norm" stroke="1" extrusionOk="0">
                  <a:moveTo>
                    <a:pt x="38363" y="82299"/>
                  </a:moveTo>
                  <a:cubicBezTo>
                    <a:pt x="38363" y="52435"/>
                    <a:pt x="56763" y="25350"/>
                    <a:pt x="86620" y="25350"/>
                  </a:cubicBezTo>
                  <a:cubicBezTo>
                    <a:pt x="120816" y="25350"/>
                    <a:pt x="134877" y="49484"/>
                    <a:pt x="134877" y="82299"/>
                  </a:cubicBezTo>
                  <a:lnTo>
                    <a:pt x="38363" y="82299"/>
                  </a:lnTo>
                  <a:close/>
                  <a:moveTo>
                    <a:pt x="172024" y="106607"/>
                  </a:moveTo>
                  <a:lnTo>
                    <a:pt x="172024" y="89591"/>
                  </a:lnTo>
                  <a:cubicBezTo>
                    <a:pt x="172024" y="36983"/>
                    <a:pt x="142167" y="0"/>
                    <a:pt x="88182" y="0"/>
                  </a:cubicBezTo>
                  <a:cubicBezTo>
                    <a:pt x="28468" y="0"/>
                    <a:pt x="0" y="46879"/>
                    <a:pt x="0" y="102440"/>
                  </a:cubicBezTo>
                  <a:cubicBezTo>
                    <a:pt x="0" y="158001"/>
                    <a:pt x="24128" y="200539"/>
                    <a:pt x="85231" y="200539"/>
                  </a:cubicBezTo>
                  <a:cubicBezTo>
                    <a:pt x="130711" y="200539"/>
                    <a:pt x="163518" y="179183"/>
                    <a:pt x="169073" y="136471"/>
                  </a:cubicBezTo>
                  <a:lnTo>
                    <a:pt x="130711" y="136471"/>
                  </a:lnTo>
                  <a:cubicBezTo>
                    <a:pt x="126371" y="163557"/>
                    <a:pt x="112310" y="174842"/>
                    <a:pt x="85231" y="174842"/>
                  </a:cubicBezTo>
                  <a:cubicBezTo>
                    <a:pt x="48257" y="174842"/>
                    <a:pt x="36974" y="142200"/>
                    <a:pt x="36974" y="107996"/>
                  </a:cubicBezTo>
                  <a:lnTo>
                    <a:pt x="172024" y="107996"/>
                  </a:lnTo>
                  <a:lnTo>
                    <a:pt x="172024" y="106607"/>
                  </a:lnTo>
                  <a:close/>
                </a:path>
              </a:pathLst>
            </a:custGeom>
            <a:solidFill>
              <a:srgbClr val="FFFFFF"/>
            </a:solidFill>
            <a:ln w="1731" cap="flat">
              <a:noFill/>
              <a:prstDash val="solid"/>
              <a:miter/>
            </a:ln>
          </p:spPr>
          <p:txBody>
            <a:bodyPr rtlCol="0" anchor="ctr"/>
            <a:lstStyle/>
            <a:p>
              <a:pPr>
                <a:defRPr/>
              </a:pPr>
              <a:endParaRPr lang="en-GB"/>
            </a:p>
          </p:txBody>
        </p:sp>
        <p:sp>
          <p:nvSpPr>
            <p:cNvPr id="26" name="Vrije vorm: vorm 25"/>
            <p:cNvSpPr/>
            <p:nvPr/>
          </p:nvSpPr>
          <p:spPr bwMode="auto">
            <a:xfrm>
              <a:off x="1803323" y="6136183"/>
              <a:ext cx="35585" cy="271552"/>
            </a:xfrm>
            <a:custGeom>
              <a:avLst/>
              <a:gdLst>
                <a:gd name="connsiteX0" fmla="*/ 0 w 35585"/>
                <a:gd name="connsiteY0" fmla="*/ 0 h 271552"/>
                <a:gd name="connsiteX1" fmla="*/ 35585 w 35585"/>
                <a:gd name="connsiteY1" fmla="*/ 0 h 271552"/>
                <a:gd name="connsiteX2" fmla="*/ 35585 w 35585"/>
                <a:gd name="connsiteY2" fmla="*/ 271552 h 271552"/>
                <a:gd name="connsiteX3" fmla="*/ 0 w 35585"/>
                <a:gd name="connsiteY3" fmla="*/ 271552 h 271552"/>
              </a:gdLst>
              <a:ahLst/>
              <a:cxnLst>
                <a:cxn ang="0">
                  <a:pos x="connsiteX0" y="connsiteY0"/>
                </a:cxn>
                <a:cxn ang="0">
                  <a:pos x="connsiteX1" y="connsiteY1"/>
                </a:cxn>
                <a:cxn ang="0">
                  <a:pos x="connsiteX2" y="connsiteY2"/>
                </a:cxn>
                <a:cxn ang="0">
                  <a:pos x="connsiteX3" y="connsiteY3"/>
                </a:cxn>
              </a:cxnLst>
              <a:rect l="l" t="t" r="r" b="b"/>
              <a:pathLst>
                <a:path w="35585" h="271552" fill="norm" stroke="1" extrusionOk="0">
                  <a:moveTo>
                    <a:pt x="0" y="0"/>
                  </a:moveTo>
                  <a:lnTo>
                    <a:pt x="35585" y="0"/>
                  </a:lnTo>
                  <a:lnTo>
                    <a:pt x="35585" y="271552"/>
                  </a:lnTo>
                  <a:lnTo>
                    <a:pt x="0" y="271552"/>
                  </a:lnTo>
                  <a:close/>
                </a:path>
              </a:pathLst>
            </a:custGeom>
            <a:solidFill>
              <a:srgbClr val="FFFFFF"/>
            </a:solidFill>
            <a:ln w="1731" cap="flat">
              <a:noFill/>
              <a:prstDash val="solid"/>
              <a:miter/>
            </a:ln>
          </p:spPr>
          <p:txBody>
            <a:bodyPr rtlCol="0" anchor="ctr"/>
            <a:lstStyle/>
            <a:p>
              <a:pPr>
                <a:defRPr/>
              </a:pPr>
              <a:endParaRPr lang="en-GB"/>
            </a:p>
          </p:txBody>
        </p:sp>
        <p:sp>
          <p:nvSpPr>
            <p:cNvPr id="27" name="Vrije vorm: vorm 26"/>
            <p:cNvSpPr/>
            <p:nvPr/>
          </p:nvSpPr>
          <p:spPr bwMode="auto">
            <a:xfrm>
              <a:off x="1880049" y="6129238"/>
              <a:ext cx="122204" cy="278671"/>
            </a:xfrm>
            <a:custGeom>
              <a:avLst/>
              <a:gdLst>
                <a:gd name="connsiteX0" fmla="*/ 72559 w 122204"/>
                <a:gd name="connsiteY0" fmla="*/ 278671 h 278671"/>
                <a:gd name="connsiteX1" fmla="*/ 72559 w 122204"/>
                <a:gd name="connsiteY1" fmla="*/ 113726 h 278671"/>
                <a:gd name="connsiteX2" fmla="*/ 116650 w 122204"/>
                <a:gd name="connsiteY2" fmla="*/ 113726 h 278671"/>
                <a:gd name="connsiteX3" fmla="*/ 116650 w 122204"/>
                <a:gd name="connsiteY3" fmla="*/ 88202 h 278671"/>
                <a:gd name="connsiteX4" fmla="*/ 72559 w 122204"/>
                <a:gd name="connsiteY4" fmla="*/ 88202 h 278671"/>
                <a:gd name="connsiteX5" fmla="*/ 72559 w 122204"/>
                <a:gd name="connsiteY5" fmla="*/ 58339 h 278671"/>
                <a:gd name="connsiteX6" fmla="*/ 103805 w 122204"/>
                <a:gd name="connsiteY6" fmla="*/ 32816 h 278671"/>
                <a:gd name="connsiteX7" fmla="*/ 122205 w 122204"/>
                <a:gd name="connsiteY7" fmla="*/ 34205 h 278671"/>
                <a:gd name="connsiteX8" fmla="*/ 122205 w 122204"/>
                <a:gd name="connsiteY8" fmla="*/ 4341 h 278671"/>
                <a:gd name="connsiteX9" fmla="*/ 96688 w 122204"/>
                <a:gd name="connsiteY9" fmla="*/ 0 h 278671"/>
                <a:gd name="connsiteX10" fmla="*/ 36974 w 122204"/>
                <a:gd name="connsiteY10" fmla="*/ 52609 h 278671"/>
                <a:gd name="connsiteX11" fmla="*/ 36974 w 122204"/>
                <a:gd name="connsiteY11" fmla="*/ 88202 h 278671"/>
                <a:gd name="connsiteX12" fmla="*/ 0 w 122204"/>
                <a:gd name="connsiteY12" fmla="*/ 88202 h 278671"/>
                <a:gd name="connsiteX13" fmla="*/ 0 w 122204"/>
                <a:gd name="connsiteY13" fmla="*/ 113726 h 278671"/>
                <a:gd name="connsiteX14" fmla="*/ 36974 w 122204"/>
                <a:gd name="connsiteY14" fmla="*/ 113726 h 278671"/>
                <a:gd name="connsiteX15" fmla="*/ 36974 w 122204"/>
                <a:gd name="connsiteY15" fmla="*/ 278671 h 278671"/>
                <a:gd name="connsiteX16" fmla="*/ 72559 w 122204"/>
                <a:gd name="connsiteY16" fmla="*/ 278671 h 27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204" h="278671" fill="norm" stroke="1" extrusionOk="0">
                  <a:moveTo>
                    <a:pt x="72559" y="278671"/>
                  </a:moveTo>
                  <a:lnTo>
                    <a:pt x="72559" y="113726"/>
                  </a:lnTo>
                  <a:lnTo>
                    <a:pt x="116650" y="113726"/>
                  </a:lnTo>
                  <a:lnTo>
                    <a:pt x="116650" y="88202"/>
                  </a:lnTo>
                  <a:lnTo>
                    <a:pt x="72559" y="88202"/>
                  </a:lnTo>
                  <a:lnTo>
                    <a:pt x="72559" y="58339"/>
                  </a:lnTo>
                  <a:cubicBezTo>
                    <a:pt x="72559" y="36983"/>
                    <a:pt x="82454" y="32816"/>
                    <a:pt x="103805" y="32816"/>
                  </a:cubicBezTo>
                  <a:cubicBezTo>
                    <a:pt x="109533" y="32816"/>
                    <a:pt x="115262" y="34205"/>
                    <a:pt x="122205" y="34205"/>
                  </a:cubicBezTo>
                  <a:lnTo>
                    <a:pt x="122205" y="4341"/>
                  </a:lnTo>
                  <a:cubicBezTo>
                    <a:pt x="113699" y="2952"/>
                    <a:pt x="105194" y="0"/>
                    <a:pt x="96688" y="0"/>
                  </a:cubicBezTo>
                  <a:cubicBezTo>
                    <a:pt x="62491" y="0"/>
                    <a:pt x="36974" y="17015"/>
                    <a:pt x="36974" y="52609"/>
                  </a:cubicBezTo>
                  <a:lnTo>
                    <a:pt x="36974" y="88202"/>
                  </a:lnTo>
                  <a:lnTo>
                    <a:pt x="0" y="88202"/>
                  </a:lnTo>
                  <a:lnTo>
                    <a:pt x="0" y="113726"/>
                  </a:lnTo>
                  <a:lnTo>
                    <a:pt x="36974" y="113726"/>
                  </a:lnTo>
                  <a:lnTo>
                    <a:pt x="36974" y="278671"/>
                  </a:lnTo>
                  <a:lnTo>
                    <a:pt x="72559" y="278671"/>
                  </a:lnTo>
                  <a:close/>
                </a:path>
              </a:pathLst>
            </a:custGeom>
            <a:solidFill>
              <a:srgbClr val="FFFFFF"/>
            </a:solidFill>
            <a:ln w="1731" cap="flat">
              <a:noFill/>
              <a:prstDash val="solid"/>
              <a:miter/>
            </a:ln>
          </p:spPr>
          <p:txBody>
            <a:bodyPr rtlCol="0" anchor="ctr"/>
            <a:lstStyle/>
            <a:p>
              <a:pPr>
                <a:defRPr/>
              </a:pPr>
              <a:endParaRPr lang="en-GB"/>
            </a:p>
          </p:txBody>
        </p:sp>
        <p:sp>
          <p:nvSpPr>
            <p:cNvPr id="28" name="Vrije vorm: vorm 27"/>
            <p:cNvSpPr/>
            <p:nvPr/>
          </p:nvSpPr>
          <p:spPr bwMode="auto">
            <a:xfrm>
              <a:off x="2016661" y="6168998"/>
              <a:ext cx="113699" cy="245855"/>
            </a:xfrm>
            <a:custGeom>
              <a:avLst/>
              <a:gdLst>
                <a:gd name="connsiteX0" fmla="*/ 0 w 113699"/>
                <a:gd name="connsiteY0" fmla="*/ 49657 h 245855"/>
                <a:gd name="connsiteX1" fmla="*/ 0 w 113699"/>
                <a:gd name="connsiteY1" fmla="*/ 75180 h 245855"/>
                <a:gd name="connsiteX2" fmla="*/ 32634 w 113699"/>
                <a:gd name="connsiteY2" fmla="*/ 75180 h 245855"/>
                <a:gd name="connsiteX3" fmla="*/ 32634 w 113699"/>
                <a:gd name="connsiteY3" fmla="*/ 196025 h 245855"/>
                <a:gd name="connsiteX4" fmla="*/ 86620 w 113699"/>
                <a:gd name="connsiteY4" fmla="*/ 245856 h 245855"/>
                <a:gd name="connsiteX5" fmla="*/ 110748 w 113699"/>
                <a:gd name="connsiteY5" fmla="*/ 243078 h 245855"/>
                <a:gd name="connsiteX6" fmla="*/ 110748 w 113699"/>
                <a:gd name="connsiteY6" fmla="*/ 215992 h 245855"/>
                <a:gd name="connsiteX7" fmla="*/ 92348 w 113699"/>
                <a:gd name="connsiteY7" fmla="*/ 218770 h 245855"/>
                <a:gd name="connsiteX8" fmla="*/ 69608 w 113699"/>
                <a:gd name="connsiteY8" fmla="*/ 198803 h 245855"/>
                <a:gd name="connsiteX9" fmla="*/ 69608 w 113699"/>
                <a:gd name="connsiteY9" fmla="*/ 76743 h 245855"/>
                <a:gd name="connsiteX10" fmla="*/ 113699 w 113699"/>
                <a:gd name="connsiteY10" fmla="*/ 76743 h 245855"/>
                <a:gd name="connsiteX11" fmla="*/ 113699 w 113699"/>
                <a:gd name="connsiteY11" fmla="*/ 51220 h 245855"/>
                <a:gd name="connsiteX12" fmla="*/ 69608 w 113699"/>
                <a:gd name="connsiteY12" fmla="*/ 51220 h 245855"/>
                <a:gd name="connsiteX13" fmla="*/ 69608 w 113699"/>
                <a:gd name="connsiteY13" fmla="*/ 0 h 245855"/>
                <a:gd name="connsiteX14" fmla="*/ 34023 w 113699"/>
                <a:gd name="connsiteY14" fmla="*/ 11459 h 245855"/>
                <a:gd name="connsiteX15" fmla="*/ 34023 w 113699"/>
                <a:gd name="connsiteY15" fmla="*/ 51220 h 245855"/>
                <a:gd name="connsiteX16" fmla="*/ 0 w 113699"/>
                <a:gd name="connsiteY16" fmla="*/ 49657 h 245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699" h="245855" fill="norm" stroke="1" extrusionOk="0">
                  <a:moveTo>
                    <a:pt x="0" y="49657"/>
                  </a:moveTo>
                  <a:lnTo>
                    <a:pt x="0" y="75180"/>
                  </a:lnTo>
                  <a:lnTo>
                    <a:pt x="32634" y="75180"/>
                  </a:lnTo>
                  <a:lnTo>
                    <a:pt x="32634" y="196025"/>
                  </a:lnTo>
                  <a:cubicBezTo>
                    <a:pt x="32634" y="221548"/>
                    <a:pt x="32634" y="245856"/>
                    <a:pt x="86620" y="245856"/>
                  </a:cubicBezTo>
                  <a:cubicBezTo>
                    <a:pt x="95125" y="245856"/>
                    <a:pt x="102243" y="244467"/>
                    <a:pt x="110748" y="243078"/>
                  </a:cubicBezTo>
                  <a:lnTo>
                    <a:pt x="110748" y="215992"/>
                  </a:lnTo>
                  <a:cubicBezTo>
                    <a:pt x="105020" y="217381"/>
                    <a:pt x="97903" y="218770"/>
                    <a:pt x="92348" y="218770"/>
                  </a:cubicBezTo>
                  <a:cubicBezTo>
                    <a:pt x="79503" y="218770"/>
                    <a:pt x="69608" y="211651"/>
                    <a:pt x="69608" y="198803"/>
                  </a:cubicBezTo>
                  <a:lnTo>
                    <a:pt x="69608" y="76743"/>
                  </a:lnTo>
                  <a:lnTo>
                    <a:pt x="113699" y="76743"/>
                  </a:lnTo>
                  <a:lnTo>
                    <a:pt x="113699" y="51220"/>
                  </a:lnTo>
                  <a:lnTo>
                    <a:pt x="69608" y="51220"/>
                  </a:lnTo>
                  <a:lnTo>
                    <a:pt x="69608" y="0"/>
                  </a:lnTo>
                  <a:lnTo>
                    <a:pt x="34023" y="11459"/>
                  </a:lnTo>
                  <a:lnTo>
                    <a:pt x="34023" y="51220"/>
                  </a:lnTo>
                  <a:lnTo>
                    <a:pt x="0" y="49657"/>
                  </a:lnTo>
                  <a:close/>
                </a:path>
              </a:pathLst>
            </a:custGeom>
            <a:solidFill>
              <a:srgbClr val="FFFFFF"/>
            </a:solidFill>
            <a:ln w="1731" cap="flat">
              <a:noFill/>
              <a:prstDash val="solid"/>
              <a:miter/>
            </a:ln>
          </p:spPr>
          <p:txBody>
            <a:bodyPr rtlCol="0" anchor="ctr"/>
            <a:lstStyle/>
            <a:p>
              <a:pPr>
                <a:defRPr/>
              </a:pPr>
              <a:endParaRPr lang="en-GB"/>
            </a:p>
          </p:txBody>
        </p:sp>
        <p:sp>
          <p:nvSpPr>
            <p:cNvPr id="29" name="Vrije vorm: vorm 28"/>
            <p:cNvSpPr/>
            <p:nvPr/>
          </p:nvSpPr>
          <p:spPr bwMode="auto">
            <a:xfrm>
              <a:off x="1332730" y="6134967"/>
              <a:ext cx="221843" cy="272941"/>
            </a:xfrm>
            <a:custGeom>
              <a:avLst/>
              <a:gdLst>
                <a:gd name="connsiteX0" fmla="*/ 0 w 221843"/>
                <a:gd name="connsiteY0" fmla="*/ 272941 h 272941"/>
                <a:gd name="connsiteX1" fmla="*/ 93910 w 221843"/>
                <a:gd name="connsiteY1" fmla="*/ 272941 h 272941"/>
                <a:gd name="connsiteX2" fmla="*/ 221844 w 221843"/>
                <a:gd name="connsiteY2" fmla="*/ 136471 h 272941"/>
                <a:gd name="connsiteX3" fmla="*/ 93910 w 221843"/>
                <a:gd name="connsiteY3" fmla="*/ 0 h 272941"/>
                <a:gd name="connsiteX4" fmla="*/ 0 w 221843"/>
                <a:gd name="connsiteY4" fmla="*/ 0 h 272941"/>
                <a:gd name="connsiteX5" fmla="*/ 0 w 221843"/>
                <a:gd name="connsiteY5" fmla="*/ 272941 h 272941"/>
                <a:gd name="connsiteX6" fmla="*/ 38363 w 221843"/>
                <a:gd name="connsiteY6" fmla="*/ 32468 h 272941"/>
                <a:gd name="connsiteX7" fmla="*/ 93737 w 221843"/>
                <a:gd name="connsiteY7" fmla="*/ 32468 h 272941"/>
                <a:gd name="connsiteX8" fmla="*/ 183307 w 221843"/>
                <a:gd name="connsiteY8" fmla="*/ 136297 h 272941"/>
                <a:gd name="connsiteX9" fmla="*/ 93737 w 221843"/>
                <a:gd name="connsiteY9" fmla="*/ 240126 h 272941"/>
                <a:gd name="connsiteX10" fmla="*/ 38363 w 221843"/>
                <a:gd name="connsiteY10" fmla="*/ 240126 h 272941"/>
                <a:gd name="connsiteX11" fmla="*/ 38363 w 221843"/>
                <a:gd name="connsiteY11" fmla="*/ 32468 h 27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843" h="272941" fill="norm" stroke="1" extrusionOk="0">
                  <a:moveTo>
                    <a:pt x="0" y="272941"/>
                  </a:moveTo>
                  <a:lnTo>
                    <a:pt x="93910" y="272941"/>
                  </a:lnTo>
                  <a:cubicBezTo>
                    <a:pt x="210561" y="272941"/>
                    <a:pt x="221844" y="174842"/>
                    <a:pt x="221844" y="136471"/>
                  </a:cubicBezTo>
                  <a:cubicBezTo>
                    <a:pt x="221844" y="99488"/>
                    <a:pt x="208998" y="0"/>
                    <a:pt x="93910" y="0"/>
                  </a:cubicBezTo>
                  <a:lnTo>
                    <a:pt x="0" y="0"/>
                  </a:lnTo>
                  <a:lnTo>
                    <a:pt x="0" y="272941"/>
                  </a:lnTo>
                  <a:close/>
                  <a:moveTo>
                    <a:pt x="38363" y="32468"/>
                  </a:moveTo>
                  <a:lnTo>
                    <a:pt x="93737" y="32468"/>
                  </a:lnTo>
                  <a:cubicBezTo>
                    <a:pt x="156228" y="32468"/>
                    <a:pt x="183307" y="79347"/>
                    <a:pt x="183307" y="136297"/>
                  </a:cubicBezTo>
                  <a:cubicBezTo>
                    <a:pt x="183307" y="193247"/>
                    <a:pt x="157790" y="240126"/>
                    <a:pt x="93737" y="240126"/>
                  </a:cubicBezTo>
                  <a:lnTo>
                    <a:pt x="38363" y="240126"/>
                  </a:lnTo>
                  <a:cubicBezTo>
                    <a:pt x="38363" y="240126"/>
                    <a:pt x="38363" y="32468"/>
                    <a:pt x="38363" y="32468"/>
                  </a:cubicBezTo>
                  <a:close/>
                </a:path>
              </a:pathLst>
            </a:custGeom>
            <a:solidFill>
              <a:srgbClr val="FFFFFF"/>
            </a:solidFill>
            <a:ln w="1731" cap="flat">
              <a:noFill/>
              <a:prstDash val="solid"/>
              <a:miter/>
            </a:ln>
          </p:spPr>
          <p:txBody>
            <a:bodyPr rtlCol="0" anchor="ctr"/>
            <a:lstStyle/>
            <a:p>
              <a:pPr>
                <a:defRPr/>
              </a:pPr>
              <a:endParaRPr lang="en-GB"/>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ext">
    <p:spTree>
      <p:nvGrpSpPr>
        <p:cNvPr id="1" name=""/>
        <p:cNvGrpSpPr/>
        <p:nvPr/>
      </p:nvGrpSpPr>
      <p:grpSpPr bwMode="auto">
        <a:xfrm>
          <a:off x="0" y="0"/>
          <a:ext cx="0" cy="0"/>
          <a:chOff x="0" y="0"/>
          <a:chExt cx="0" cy="0"/>
        </a:xfrm>
      </p:grpSpPr>
      <p:sp>
        <p:nvSpPr>
          <p:cNvPr id="1718845624" name="Rechthoek 20"/>
          <p:cNvSpPr/>
          <p:nvPr userDrawn="1"/>
        </p:nvSpPr>
        <p:spPr bwMode="auto">
          <a:xfrm>
            <a:off x="0" y="-441330"/>
            <a:ext cx="457369"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spAutoFit/>
          </a:bodyPr>
          <a:lstStyle/>
          <a:p>
            <a:pPr lvl="0">
              <a:defRPr/>
            </a:pPr>
            <a:r>
              <a:rPr lang="en-GB" sz="1800" b="1" cap="none">
                <a:solidFill>
                  <a:schemeClr val="accent1"/>
                </a:solidFill>
                <a:latin typeface="+mj-lt"/>
              </a:rPr>
              <a:t>Text</a:t>
            </a:r>
            <a:endParaRPr/>
          </a:p>
        </p:txBody>
      </p:sp>
      <p:sp>
        <p:nvSpPr>
          <p:cNvPr id="54910602" name="Tijdelijke aanduiding voor datum 1"/>
          <p:cNvSpPr>
            <a:spLocks noGrp="1"/>
          </p:cNvSpPr>
          <p:nvPr>
            <p:ph type="dt" sz="half" idx="18"/>
          </p:nvPr>
        </p:nvSpPr>
        <p:spPr bwMode="auto"/>
        <p:txBody>
          <a:bodyPr/>
          <a:lstStyle/>
          <a:p>
            <a:pPr>
              <a:defRPr/>
            </a:pPr>
            <a:fld id="{303B48DA-2759-4DC2-ADEB-419D18991E4A}" type="datetime1">
              <a:rPr lang="nl-NL"/>
              <a:t>10-3-2025</a:t>
            </a:fld>
            <a:endParaRPr lang="en-GB"/>
          </a:p>
        </p:txBody>
      </p:sp>
      <p:sp>
        <p:nvSpPr>
          <p:cNvPr id="835726513" name="Tijdelijke aanduiding voor dianummer 3"/>
          <p:cNvSpPr>
            <a:spLocks noGrp="1"/>
          </p:cNvSpPr>
          <p:nvPr>
            <p:ph type="sldNum" sz="quarter" idx="20"/>
          </p:nvPr>
        </p:nvSpPr>
        <p:spPr bwMode="auto"/>
        <p:txBody>
          <a:bodyPr/>
          <a:lstStyle/>
          <a:p>
            <a:pPr>
              <a:defRPr/>
            </a:pPr>
            <a:fld id="{9E843DB9-9987-4157-AB9C-CEA8D7D910BB}" type="slidenum">
              <a:rPr lang="en-GB"/>
              <a:t>‹#›</a:t>
            </a:fld>
            <a:endParaRPr lang="en-GB"/>
          </a:p>
        </p:txBody>
      </p:sp>
      <p:sp>
        <p:nvSpPr>
          <p:cNvPr id="664607651" name="Tijdelijke aanduiding voor tekst 6"/>
          <p:cNvSpPr>
            <a:spLocks noGrp="1"/>
          </p:cNvSpPr>
          <p:nvPr>
            <p:ph type="body" sz="quarter" idx="21" hasCustomPrompt="1"/>
          </p:nvPr>
        </p:nvSpPr>
        <p:spPr bwMode="auto">
          <a:xfrm>
            <a:off x="719138" y="1565274"/>
            <a:ext cx="10752136" cy="4435476"/>
          </a:xfrm>
        </p:spPr>
        <p:txBody>
          <a:bodyPr/>
          <a:lstStyle/>
          <a:p>
            <a:pPr lvl="0">
              <a:defRPr/>
            </a:pPr>
            <a:r>
              <a:rPr lang="en-GB"/>
              <a:t>Bullet</a:t>
            </a:r>
            <a:endParaRPr/>
          </a:p>
          <a:p>
            <a:pPr lvl="1">
              <a:defRPr/>
            </a:pPr>
            <a:r>
              <a:rPr lang="en-GB"/>
              <a:t>Sub-bullet </a:t>
            </a:r>
            <a:endParaRPr/>
          </a:p>
          <a:p>
            <a:pPr lvl="2">
              <a:defRPr/>
            </a:pPr>
            <a:r>
              <a:rPr lang="en-GB"/>
              <a:t>Default text</a:t>
            </a:r>
            <a:br>
              <a:rPr lang="en-GB"/>
            </a:br>
            <a:endParaRPr lang="en-GB"/>
          </a:p>
          <a:p>
            <a:pPr lvl="3">
              <a:defRPr/>
            </a:pPr>
            <a:r>
              <a:rPr lang="en-GB"/>
              <a:t>Title/Quote</a:t>
            </a:r>
            <a:endParaRPr/>
          </a:p>
          <a:p>
            <a:pPr lvl="4">
              <a:defRPr/>
            </a:pPr>
            <a:r>
              <a:rPr lang="en-GB"/>
              <a:t>Subtitle</a:t>
            </a:r>
            <a:endParaRPr/>
          </a:p>
          <a:p>
            <a:pPr lvl="5">
              <a:defRPr/>
            </a:pPr>
            <a:r>
              <a:rPr lang="en-GB"/>
              <a:t>Default text</a:t>
            </a:r>
            <a:br>
              <a:rPr lang="en-GB"/>
            </a:br>
            <a:endParaRPr lang="en-GB"/>
          </a:p>
          <a:p>
            <a:pPr lvl="6">
              <a:defRPr/>
            </a:pPr>
            <a:r>
              <a:rPr lang="en-GB"/>
              <a:t>Numerical bullet</a:t>
            </a:r>
            <a:endParaRPr/>
          </a:p>
          <a:p>
            <a:pPr lvl="7">
              <a:defRPr/>
            </a:pPr>
            <a:r>
              <a:rPr lang="en-GB"/>
              <a:t>Alphabetical bullet</a:t>
            </a:r>
            <a:endParaRPr/>
          </a:p>
          <a:p>
            <a:pPr lvl="8">
              <a:defRPr/>
            </a:pPr>
            <a:r>
              <a:rPr lang="en-GB"/>
              <a:t>Source</a:t>
            </a:r>
            <a:endParaRPr/>
          </a:p>
          <a:p>
            <a:pPr lvl="8">
              <a:defRPr/>
            </a:pPr>
            <a:endParaRPr lang="en-GB"/>
          </a:p>
        </p:txBody>
      </p:sp>
      <p:sp>
        <p:nvSpPr>
          <p:cNvPr id="2115526379" name="Titel 4"/>
          <p:cNvSpPr>
            <a:spLocks noGrp="1"/>
          </p:cNvSpPr>
          <p:nvPr>
            <p:ph type="title" hasCustomPrompt="1"/>
          </p:nvPr>
        </p:nvSpPr>
        <p:spPr bwMode="auto"/>
        <p:txBody>
          <a:bodyPr/>
          <a:lstStyle/>
          <a:p>
            <a:pPr>
              <a:defRPr/>
            </a:pPr>
            <a:r>
              <a:rPr lang="en-GB"/>
              <a:t>Title goes here</a:t>
            </a:r>
            <a:endParaRPr lang="en-GB"/>
          </a:p>
        </p:txBody>
      </p:sp>
      <p:grpSp>
        <p:nvGrpSpPr>
          <p:cNvPr id="1406469662" name="INSTRUCTION"/>
          <p:cNvGrpSpPr/>
          <p:nvPr userDrawn="1"/>
        </p:nvGrpSpPr>
        <p:grpSpPr bwMode="auto">
          <a:xfrm>
            <a:off x="-3786437" y="0"/>
            <a:ext cx="3693386" cy="5359349"/>
            <a:chOff x="-3786437" y="0"/>
            <a:chExt cx="3693386" cy="5359349"/>
          </a:xfrm>
        </p:grpSpPr>
        <p:sp>
          <p:nvSpPr>
            <p:cNvPr id="6" name="Rechthoek 5"/>
            <p:cNvSpPr/>
            <p:nvPr userDrawn="1"/>
          </p:nvSpPr>
          <p:spPr bwMode="auto">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600"/>
                </a:spcBef>
                <a:spcAft>
                  <a:spcPts val="600"/>
                </a:spcAft>
                <a:defRPr/>
              </a:pPr>
              <a:r>
                <a:rPr lang="en-GB" sz="1400" b="1" cap="all">
                  <a:solidFill>
                    <a:schemeClr val="accent1"/>
                  </a:solidFill>
                  <a:latin typeface="Calibri"/>
                  <a:cs typeface="Calibri"/>
                </a:rPr>
                <a:t>Choosing text levels</a:t>
              </a:r>
              <a:endParaRPr/>
            </a:p>
          </p:txBody>
        </p:sp>
        <p:sp>
          <p:nvSpPr>
            <p:cNvPr id="8" name="Ovaal 7"/>
            <p:cNvSpPr/>
            <p:nvPr userDrawn="1"/>
          </p:nvSpPr>
          <p:spPr bwMode="auto">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9" name="Rechthoek 8"/>
            <p:cNvSpPr/>
            <p:nvPr userDrawn="1"/>
          </p:nvSpPr>
          <p:spPr bwMode="auto">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a:lnSpc>
                  <a:spcPct val="100000"/>
                </a:lnSpc>
                <a:spcBef>
                  <a:spcPts val="600"/>
                </a:spcBef>
                <a:spcAft>
                  <a:spcPts val="600"/>
                </a:spcAft>
                <a:buClr>
                  <a:schemeClr val="accent1"/>
                </a:buClr>
                <a:buSzTx/>
                <a:buFont typeface="Calibri"/>
                <a:buChar char="•"/>
                <a:defRPr/>
              </a:pPr>
              <a:r>
                <a:rPr lang="en-GB" sz="1400" b="0" i="0" u="none" strike="noStrike" cap="none" spc="0">
                  <a:ln>
                    <a:noFill/>
                  </a:ln>
                  <a:solidFill>
                    <a:srgbClr val="000000"/>
                  </a:solidFill>
                  <a:latin typeface="+mj-lt"/>
                  <a:cs typeface="Calibri"/>
                </a:rPr>
                <a:t>Bullet</a:t>
              </a:r>
              <a:endParaRPr/>
            </a:p>
          </p:txBody>
        </p:sp>
        <p:sp>
          <p:nvSpPr>
            <p:cNvPr id="10" name="Ovaal 9"/>
            <p:cNvSpPr/>
            <p:nvPr userDrawn="1"/>
          </p:nvSpPr>
          <p:spPr bwMode="auto">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11" name="Rechthoek 10"/>
            <p:cNvSpPr/>
            <p:nvPr userDrawn="1"/>
          </p:nvSpPr>
          <p:spPr bwMode="auto">
            <a:xfrm>
              <a:off x="-3604183" y="1196113"/>
              <a:ext cx="3229047" cy="459226"/>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2" name="Rechthoek 11"/>
            <p:cNvSpPr/>
            <p:nvPr userDrawn="1"/>
          </p:nvSpPr>
          <p:spPr bwMode="auto">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a:lnSpc>
                  <a:spcPct val="100000"/>
                </a:lnSpc>
                <a:spcBef>
                  <a:spcPts val="600"/>
                </a:spcBef>
                <a:spcAft>
                  <a:spcPts val="600"/>
                </a:spcAft>
                <a:buClr>
                  <a:schemeClr val="accent1"/>
                </a:buClr>
                <a:buSzTx/>
                <a:buFont typeface="Calibri"/>
                <a:buChar char="•"/>
                <a:defRPr/>
              </a:pPr>
              <a:r>
                <a:rPr lang="en-GB" sz="1400" b="0" i="0" u="none" strike="noStrike" cap="none" spc="0">
                  <a:ln>
                    <a:noFill/>
                  </a:ln>
                  <a:solidFill>
                    <a:srgbClr val="000000"/>
                  </a:solidFill>
                  <a:latin typeface="+mj-lt"/>
                  <a:cs typeface="Calibri"/>
                </a:rPr>
                <a:t>Sub-bullet </a:t>
              </a:r>
              <a:endParaRPr/>
            </a:p>
          </p:txBody>
        </p:sp>
        <p:sp>
          <p:nvSpPr>
            <p:cNvPr id="13" name="Ovaal 12"/>
            <p:cNvSpPr/>
            <p:nvPr userDrawn="1"/>
          </p:nvSpPr>
          <p:spPr bwMode="auto">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4" name="Rechthoek 13"/>
            <p:cNvSpPr/>
            <p:nvPr userDrawn="1"/>
          </p:nvSpPr>
          <p:spPr bwMode="auto">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1400" b="0" i="0" u="none" strike="noStrike" cap="none" spc="0">
                  <a:ln>
                    <a:noFill/>
                  </a:ln>
                  <a:solidFill>
                    <a:srgbClr val="000000"/>
                  </a:solidFill>
                  <a:latin typeface="+mj-lt"/>
                  <a:cs typeface="Calibri"/>
                </a:rPr>
                <a:t>Default text</a:t>
              </a:r>
              <a:endParaRPr/>
            </a:p>
          </p:txBody>
        </p:sp>
        <p:sp>
          <p:nvSpPr>
            <p:cNvPr id="15" name="Ovaal 14"/>
            <p:cNvSpPr/>
            <p:nvPr userDrawn="1"/>
          </p:nvSpPr>
          <p:spPr bwMode="auto">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16" name="Rechthoek 15"/>
            <p:cNvSpPr/>
            <p:nvPr userDrawn="1"/>
          </p:nvSpPr>
          <p:spPr bwMode="auto">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2400" b="1" i="0" u="none" strike="noStrike" cap="none" spc="0">
                  <a:ln>
                    <a:noFill/>
                  </a:ln>
                  <a:solidFill>
                    <a:schemeClr val="tx1"/>
                  </a:solidFill>
                  <a:latin typeface="+mj-lt"/>
                  <a:cs typeface="Calibri"/>
                </a:rPr>
                <a:t>Title/Quote</a:t>
              </a:r>
              <a:endParaRPr/>
            </a:p>
          </p:txBody>
        </p:sp>
        <p:sp>
          <p:nvSpPr>
            <p:cNvPr id="17" name="Ovaal 16"/>
            <p:cNvSpPr/>
            <p:nvPr userDrawn="1"/>
          </p:nvSpPr>
          <p:spPr bwMode="auto">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18" name="Rechthoek 17"/>
            <p:cNvSpPr/>
            <p:nvPr userDrawn="1"/>
          </p:nvSpPr>
          <p:spPr bwMode="auto">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1800" b="0" i="0" u="none" strike="noStrike" cap="none" spc="0">
                  <a:ln>
                    <a:noFill/>
                  </a:ln>
                  <a:solidFill>
                    <a:schemeClr val="accent1"/>
                  </a:solidFill>
                  <a:latin typeface="+mj-lt"/>
                  <a:cs typeface="Calibri"/>
                </a:rPr>
                <a:t>Subtitle</a:t>
              </a:r>
              <a:endParaRPr/>
            </a:p>
          </p:txBody>
        </p:sp>
        <p:sp>
          <p:nvSpPr>
            <p:cNvPr id="19" name="Ovaal 18"/>
            <p:cNvSpPr/>
            <p:nvPr userDrawn="1"/>
          </p:nvSpPr>
          <p:spPr bwMode="auto">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20" name="Rechthoek 19"/>
            <p:cNvSpPr/>
            <p:nvPr userDrawn="1"/>
          </p:nvSpPr>
          <p:spPr bwMode="auto">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a:lnSpc>
                  <a:spcPct val="100000"/>
                </a:lnSpc>
                <a:spcBef>
                  <a:spcPts val="600"/>
                </a:spcBef>
                <a:spcAft>
                  <a:spcPts val="600"/>
                </a:spcAft>
                <a:buClr>
                  <a:schemeClr val="accent1"/>
                </a:buClr>
                <a:buSzTx/>
                <a:buFont typeface="+mj-lt"/>
                <a:buAutoNum type="arabicPeriod"/>
                <a:defRPr/>
              </a:pPr>
              <a:r>
                <a:rPr lang="en-GB" sz="1400" b="0" i="0" u="none" strike="noStrike" cap="none" spc="0">
                  <a:ln>
                    <a:noFill/>
                  </a:ln>
                  <a:solidFill>
                    <a:schemeClr val="tx1"/>
                  </a:solidFill>
                  <a:latin typeface="+mj-lt"/>
                  <a:cs typeface="Calibri"/>
                </a:rPr>
                <a:t>Numerical bullet</a:t>
              </a:r>
              <a:endParaRPr/>
            </a:p>
          </p:txBody>
        </p:sp>
        <p:sp>
          <p:nvSpPr>
            <p:cNvPr id="22" name="Ovaal 21"/>
            <p:cNvSpPr/>
            <p:nvPr userDrawn="1"/>
          </p:nvSpPr>
          <p:spPr bwMode="auto">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23" name="Rechthoek 22"/>
            <p:cNvSpPr/>
            <p:nvPr userDrawn="1"/>
          </p:nvSpPr>
          <p:spPr bwMode="auto">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600"/>
                </a:spcBef>
                <a:spcAft>
                  <a:spcPts val="600"/>
                </a:spcAft>
                <a:buClr>
                  <a:schemeClr val="accent1"/>
                </a:buClr>
                <a:buSzTx/>
                <a:buFont typeface="+mj-lt"/>
                <a:buAutoNum type="alphaLcPeriod"/>
                <a:defRPr/>
              </a:pPr>
              <a:r>
                <a:rPr lang="en-GB" sz="1400" b="0" i="0" u="none" strike="noStrike" cap="none" spc="0">
                  <a:ln>
                    <a:noFill/>
                  </a:ln>
                  <a:solidFill>
                    <a:schemeClr val="tx1"/>
                  </a:solidFill>
                  <a:latin typeface="+mj-lt"/>
                  <a:cs typeface="Calibri"/>
                </a:rPr>
                <a:t>Alphabetical bullet</a:t>
              </a:r>
              <a:endParaRPr/>
            </a:p>
          </p:txBody>
        </p:sp>
        <p:sp>
          <p:nvSpPr>
            <p:cNvPr id="24" name="Ovaal 23"/>
            <p:cNvSpPr/>
            <p:nvPr userDrawn="1"/>
          </p:nvSpPr>
          <p:spPr bwMode="auto">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25" name="Rechthoek 24"/>
            <p:cNvSpPr/>
            <p:nvPr userDrawn="1"/>
          </p:nvSpPr>
          <p:spPr bwMode="auto">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tx1"/>
                </a:buClr>
                <a:buSzTx/>
                <a:buFont typeface="Calibri"/>
                <a:buNone/>
                <a:defRPr/>
              </a:pPr>
              <a:r>
                <a:rPr lang="en-GB" sz="1200" b="0" i="1" u="none" strike="noStrike" cap="none" spc="0">
                  <a:ln>
                    <a:noFill/>
                  </a:ln>
                  <a:solidFill>
                    <a:srgbClr val="000000"/>
                  </a:solidFill>
                  <a:latin typeface="+mj-lt"/>
                  <a:cs typeface="Calibri"/>
                </a:rPr>
                <a:t>Source</a:t>
              </a:r>
              <a:endParaRPr/>
            </a:p>
          </p:txBody>
        </p:sp>
        <p:sp>
          <p:nvSpPr>
            <p:cNvPr id="26" name="Ovaal 25"/>
            <p:cNvSpPr/>
            <p:nvPr userDrawn="1"/>
          </p:nvSpPr>
          <p:spPr bwMode="auto">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27" name="Rechthoek 26"/>
            <p:cNvSpPr/>
            <p:nvPr userDrawn="1"/>
          </p:nvSpPr>
          <p:spPr bwMode="auto">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1400" b="0" i="0" u="none" strike="noStrike" cap="none" spc="0">
                  <a:ln>
                    <a:noFill/>
                  </a:ln>
                  <a:solidFill>
                    <a:srgbClr val="000000"/>
                  </a:solidFill>
                  <a:latin typeface="+mj-lt"/>
                  <a:cs typeface="Calibri"/>
                </a:rPr>
                <a:t>Default text</a:t>
              </a:r>
              <a:endParaRPr/>
            </a:p>
          </p:txBody>
        </p:sp>
        <p:sp>
          <p:nvSpPr>
            <p:cNvPr id="28" name="Rechthoek 27"/>
            <p:cNvSpPr/>
            <p:nvPr userDrawn="1"/>
          </p:nvSpPr>
          <p:spPr bwMode="auto">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600"/>
                </a:spcBef>
                <a:spcAft>
                  <a:spcPts val="600"/>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mn-ea"/>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mn-ea"/>
                  <a:cs typeface="Calibri"/>
                </a:rPr>
                <a:t>and click</a:t>
              </a:r>
              <a:br>
                <a:rPr lang="en-GB" sz="1200" cap="none">
                  <a:solidFill>
                    <a:srgbClr val="211F26"/>
                  </a:solidFill>
                  <a:latin typeface="Calibri"/>
                  <a:ea typeface="+mn-ea"/>
                  <a:cs typeface="Calibri"/>
                </a:rPr>
              </a:br>
              <a:r>
                <a:rPr lang="en-GB" sz="1200" cap="none">
                  <a:solidFill>
                    <a:srgbClr val="211F26"/>
                  </a:solidFill>
                  <a:latin typeface="Calibri"/>
                  <a:ea typeface="+mn-ea"/>
                  <a:cs typeface="Calibri"/>
                </a:rPr>
                <a:t>on the button </a:t>
              </a:r>
              <a:r>
                <a:rPr lang="en-GB" sz="1200" b="1" cap="all">
                  <a:solidFill>
                    <a:srgbClr val="211F26"/>
                  </a:solidFill>
                  <a:latin typeface="Calibri"/>
                  <a:cs typeface="Calibri"/>
                </a:rPr>
                <a:t>‘Inspiration'</a:t>
              </a:r>
              <a:endParaRPr/>
            </a:p>
          </p:txBody>
        </p:sp>
        <p:grpSp>
          <p:nvGrpSpPr>
            <p:cNvPr id="29" name="ICOON_info"/>
            <p:cNvGrpSpPr/>
            <p:nvPr userDrawn="1"/>
          </p:nvGrpSpPr>
          <p:grpSpPr bwMode="auto">
            <a:xfrm>
              <a:off x="-376735" y="4400186"/>
              <a:ext cx="283685" cy="283685"/>
              <a:chOff x="-510741" y="5913713"/>
              <a:chExt cx="267555" cy="267555"/>
            </a:xfrm>
          </p:grpSpPr>
          <p:sp>
            <p:nvSpPr>
              <p:cNvPr id="77" name="Ovaal 76"/>
              <p:cNvSpPr/>
              <p:nvPr userDrawn="1"/>
            </p:nvSpPr>
            <p:spPr bwMode="auto">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Calibri"/>
                  <a:cs typeface="Calibri"/>
                </a:endParaRPr>
              </a:p>
            </p:txBody>
          </p:sp>
          <p:sp>
            <p:nvSpPr>
              <p:cNvPr id="78" name="Graphic 163" descr="Informatie"/>
              <p:cNvSpPr/>
              <p:nvPr/>
            </p:nvSpPr>
            <p:spPr bwMode="auto">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30" name="VOORBEELD"/>
            <p:cNvGrpSpPr/>
            <p:nvPr userDrawn="1"/>
          </p:nvGrpSpPr>
          <p:grpSpPr bwMode="auto">
            <a:xfrm>
              <a:off x="-3605171" y="458674"/>
              <a:ext cx="3234311" cy="558875"/>
              <a:chOff x="-3605171" y="458674"/>
              <a:chExt cx="3234311" cy="558875"/>
            </a:xfrm>
          </p:grpSpPr>
          <p:sp>
            <p:nvSpPr>
              <p:cNvPr id="37" name="Rechthoek 36"/>
              <p:cNvSpPr/>
              <p:nvPr userDrawn="1"/>
            </p:nvSpPr>
            <p:spPr bwMode="auto">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38" name="Rechthoek 37"/>
              <p:cNvSpPr/>
              <p:nvPr userDrawn="1"/>
            </p:nvSpPr>
            <p:spPr bwMode="auto">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39" name="Groep 38"/>
              <p:cNvGrpSpPr/>
              <p:nvPr userDrawn="1"/>
            </p:nvGrpSpPr>
            <p:grpSpPr bwMode="auto">
              <a:xfrm>
                <a:off x="-3386247" y="830871"/>
                <a:ext cx="139423" cy="109566"/>
                <a:chOff x="-2866744" y="827070"/>
                <a:chExt cx="168701" cy="132575"/>
              </a:xfrm>
            </p:grpSpPr>
            <p:grpSp>
              <p:nvGrpSpPr>
                <p:cNvPr id="70" name="Groep 69"/>
                <p:cNvGrpSpPr/>
                <p:nvPr userDrawn="1"/>
              </p:nvGrpSpPr>
              <p:grpSpPr bwMode="auto">
                <a:xfrm>
                  <a:off x="-2866744" y="827070"/>
                  <a:ext cx="168701" cy="132575"/>
                  <a:chOff x="-2866744" y="827070"/>
                  <a:chExt cx="168701" cy="132575"/>
                </a:xfrm>
              </p:grpSpPr>
              <p:cxnSp>
                <p:nvCxnSpPr>
                  <p:cNvPr id="72" name="Rechte verbindingslijn 71"/>
                  <p:cNvCxnSpPr/>
                  <p:nvPr userDrawn="1"/>
                </p:nvCxnSpPr>
                <p:spPr bwMode="auto">
                  <a:xfrm>
                    <a:off x="-2866744" y="827070"/>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p:cNvCxnSpPr/>
                  <p:nvPr userDrawn="1"/>
                </p:nvCxnSpPr>
                <p:spPr bwMode="auto">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4" name="Rechte verbindingslijn 73"/>
                  <p:cNvCxnSpPr/>
                  <p:nvPr userDrawn="1"/>
                </p:nvCxnSpPr>
                <p:spPr bwMode="auto">
                  <a:xfrm>
                    <a:off x="-2773990" y="926503"/>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p:cNvCxnSpPr/>
                  <p:nvPr userDrawn="1"/>
                </p:nvCxnSpPr>
                <p:spPr bwMode="auto">
                  <a:xfrm>
                    <a:off x="-2773990" y="893359"/>
                    <a:ext cx="75947" cy="0"/>
                  </a:xfrm>
                  <a:prstGeom prst="line">
                    <a:avLst/>
                  </a:prstGeom>
                  <a:solidFill>
                    <a:schemeClr val="bg1"/>
                  </a:solidFill>
                  <a:ln w="12700" cap="flat" cmpd="sng" algn="ctr">
                    <a:solidFill>
                      <a:srgbClr val="9D9FA1"/>
                    </a:solidFill>
                    <a:prstDash val="solid"/>
                  </a:ln>
                  <a:effectLst/>
                </p:spPr>
              </p:cxnSp>
              <p:cxnSp>
                <p:nvCxnSpPr>
                  <p:cNvPr id="76" name="Rechte verbindingslijn 75"/>
                  <p:cNvCxnSpPr/>
                  <p:nvPr userDrawn="1"/>
                </p:nvCxnSpPr>
                <p:spPr bwMode="auto">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1" name="Pijl: rechts 70"/>
                <p:cNvSpPr/>
                <p:nvPr userDrawn="1"/>
              </p:nvSpPr>
              <p:spPr bwMode="auto">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40" name="Groep 39"/>
              <p:cNvGrpSpPr/>
              <p:nvPr userDrawn="1"/>
            </p:nvGrpSpPr>
            <p:grpSpPr bwMode="auto">
              <a:xfrm>
                <a:off x="-3605171" y="830871"/>
                <a:ext cx="139423" cy="109566"/>
                <a:chOff x="-2866744" y="518074"/>
                <a:chExt cx="168701" cy="132575"/>
              </a:xfrm>
            </p:grpSpPr>
            <p:grpSp>
              <p:nvGrpSpPr>
                <p:cNvPr id="63" name="Groep 62"/>
                <p:cNvGrpSpPr/>
                <p:nvPr userDrawn="1"/>
              </p:nvGrpSpPr>
              <p:grpSpPr bwMode="auto">
                <a:xfrm>
                  <a:off x="-2866744" y="518074"/>
                  <a:ext cx="168701" cy="132575"/>
                  <a:chOff x="-2866744" y="518074"/>
                  <a:chExt cx="168701" cy="132575"/>
                </a:xfrm>
              </p:grpSpPr>
              <p:cxnSp>
                <p:nvCxnSpPr>
                  <p:cNvPr id="65" name="Rechte verbindingslijn 64"/>
                  <p:cNvCxnSpPr/>
                  <p:nvPr userDrawn="1"/>
                </p:nvCxnSpPr>
                <p:spPr bwMode="auto">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p:cNvCxnSpPr/>
                  <p:nvPr userDrawn="1"/>
                </p:nvCxnSpPr>
                <p:spPr bwMode="auto">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p:cNvCxnSpPr/>
                  <p:nvPr userDrawn="1"/>
                </p:nvCxnSpPr>
                <p:spPr bwMode="auto">
                  <a:xfrm>
                    <a:off x="-2773990" y="617506"/>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p:cNvCxnSpPr/>
                  <p:nvPr userDrawn="1"/>
                </p:nvCxnSpPr>
                <p:spPr bwMode="auto">
                  <a:xfrm>
                    <a:off x="-2773990" y="584362"/>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p:cNvCxnSpPr/>
                  <p:nvPr userDrawn="1"/>
                </p:nvCxnSpPr>
                <p:spPr bwMode="auto">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4" name="Pijl: rechts 63"/>
                <p:cNvSpPr/>
                <p:nvPr userDrawn="1"/>
              </p:nvSpPr>
              <p:spPr bwMode="auto">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41" name="Rechte verbindingslijn 40"/>
              <p:cNvCxnSpPr/>
              <p:nvPr userDrawn="1"/>
            </p:nvCxnSpPr>
            <p:spPr bwMode="auto">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2" name="Rechte verbindingslijn 41"/>
              <p:cNvCxnSpPr/>
              <p:nvPr userDrawn="1"/>
            </p:nvCxnSpPr>
            <p:spPr bwMode="auto">
              <a:xfrm>
                <a:off x="-3224213" y="828675"/>
                <a:ext cx="319088" cy="0"/>
              </a:xfrm>
              <a:prstGeom prst="line">
                <a:avLst/>
              </a:prstGeom>
              <a:noFill/>
              <a:ln w="19050" cap="rnd" cmpd="sng" algn="ctr">
                <a:solidFill>
                  <a:schemeClr val="accent1"/>
                </a:solidFill>
                <a:prstDash val="solid"/>
                <a:headEnd type="oval"/>
              </a:ln>
              <a:effectLst/>
            </p:spPr>
          </p:cxnSp>
          <p:sp>
            <p:nvSpPr>
              <p:cNvPr id="43" name="Rechthoek 42"/>
              <p:cNvSpPr/>
              <p:nvPr userDrawn="1"/>
            </p:nvSpPr>
            <p:spPr bwMode="auto">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600"/>
                  </a:spcBef>
                  <a:spcAft>
                    <a:spcPts val="600"/>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44" name="Rechthoek 43"/>
              <p:cNvSpPr/>
              <p:nvPr userDrawn="1"/>
            </p:nvSpPr>
            <p:spPr bwMode="auto">
              <a:xfrm>
                <a:off x="-2559903" y="819561"/>
                <a:ext cx="2189043" cy="142202"/>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600"/>
                  </a:spcBef>
                  <a:spcAft>
                    <a:spcPts val="600"/>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45" name="Groep 44"/>
              <p:cNvGrpSpPr/>
              <p:nvPr userDrawn="1"/>
            </p:nvGrpSpPr>
            <p:grpSpPr bwMode="auto">
              <a:xfrm>
                <a:off x="-2916763" y="769168"/>
                <a:ext cx="268738" cy="248381"/>
                <a:chOff x="-2916763" y="769168"/>
                <a:chExt cx="268738" cy="248381"/>
              </a:xfrm>
            </p:grpSpPr>
            <p:sp>
              <p:nvSpPr>
                <p:cNvPr id="55" name="Rechthoek 54"/>
                <p:cNvSpPr/>
                <p:nvPr userDrawn="1"/>
              </p:nvSpPr>
              <p:spPr bwMode="auto">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56" name="Groep 55"/>
                <p:cNvGrpSpPr/>
                <p:nvPr userDrawn="1"/>
              </p:nvGrpSpPr>
              <p:grpSpPr bwMode="auto">
                <a:xfrm>
                  <a:off x="-2866744" y="827070"/>
                  <a:ext cx="168701" cy="132575"/>
                  <a:chOff x="-2866744" y="827070"/>
                  <a:chExt cx="168701" cy="132575"/>
                </a:xfrm>
              </p:grpSpPr>
              <p:cxnSp>
                <p:nvCxnSpPr>
                  <p:cNvPr id="58" name="Rechte verbindingslijn 57"/>
                  <p:cNvCxnSpPr/>
                  <p:nvPr userDrawn="1"/>
                </p:nvCxnSpPr>
                <p:spPr bwMode="auto">
                  <a:xfrm>
                    <a:off x="-2866744" y="827070"/>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p:cNvCxnSpPr/>
                  <p:nvPr userDrawn="1"/>
                </p:nvCxnSpPr>
                <p:spPr bwMode="auto">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0" name="Rechte verbindingslijn 59"/>
                  <p:cNvCxnSpPr/>
                  <p:nvPr userDrawn="1"/>
                </p:nvCxnSpPr>
                <p:spPr bwMode="auto">
                  <a:xfrm>
                    <a:off x="-2773990" y="926503"/>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p:cNvCxnSpPr/>
                  <p:nvPr userDrawn="1"/>
                </p:nvCxnSpPr>
                <p:spPr bwMode="auto">
                  <a:xfrm>
                    <a:off x="-2773990" y="893359"/>
                    <a:ext cx="75947" cy="0"/>
                  </a:xfrm>
                  <a:prstGeom prst="line">
                    <a:avLst/>
                  </a:prstGeom>
                  <a:solidFill>
                    <a:schemeClr val="bg1"/>
                  </a:solidFill>
                  <a:ln w="12700" cap="flat" cmpd="sng" algn="ctr">
                    <a:solidFill>
                      <a:srgbClr val="9D9FA1"/>
                    </a:solidFill>
                    <a:prstDash val="solid"/>
                  </a:ln>
                  <a:effectLst/>
                </p:spPr>
              </p:cxnSp>
              <p:cxnSp>
                <p:nvCxnSpPr>
                  <p:cNvPr id="62" name="Rechte verbindingslijn 61"/>
                  <p:cNvCxnSpPr/>
                  <p:nvPr userDrawn="1"/>
                </p:nvCxnSpPr>
                <p:spPr bwMode="auto">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7" name="Pijl: rechts 56"/>
                <p:cNvSpPr/>
                <p:nvPr userDrawn="1"/>
              </p:nvSpPr>
              <p:spPr bwMode="auto">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46" name="Groep 45"/>
              <p:cNvGrpSpPr/>
              <p:nvPr userDrawn="1"/>
            </p:nvGrpSpPr>
            <p:grpSpPr bwMode="auto">
              <a:xfrm>
                <a:off x="-2916763" y="460171"/>
                <a:ext cx="268738" cy="248381"/>
                <a:chOff x="-2916763" y="460171"/>
                <a:chExt cx="268738" cy="248381"/>
              </a:xfrm>
            </p:grpSpPr>
            <p:sp>
              <p:nvSpPr>
                <p:cNvPr id="47" name="Rechthoek 46"/>
                <p:cNvSpPr/>
                <p:nvPr userDrawn="1"/>
              </p:nvSpPr>
              <p:spPr bwMode="auto">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48" name="Groep 47"/>
                <p:cNvGrpSpPr/>
                <p:nvPr userDrawn="1"/>
              </p:nvGrpSpPr>
              <p:grpSpPr bwMode="auto">
                <a:xfrm>
                  <a:off x="-2866744" y="518074"/>
                  <a:ext cx="168701" cy="132575"/>
                  <a:chOff x="-2866744" y="518074"/>
                  <a:chExt cx="168701" cy="132575"/>
                </a:xfrm>
              </p:grpSpPr>
              <p:cxnSp>
                <p:nvCxnSpPr>
                  <p:cNvPr id="50" name="Rechte verbindingslijn 49"/>
                  <p:cNvCxnSpPr/>
                  <p:nvPr userDrawn="1"/>
                </p:nvCxnSpPr>
                <p:spPr bwMode="auto">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p:cNvCxnSpPr/>
                  <p:nvPr userDrawn="1"/>
                </p:nvCxnSpPr>
                <p:spPr bwMode="auto">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p:cNvCxnSpPr/>
                  <p:nvPr userDrawn="1"/>
                </p:nvCxnSpPr>
                <p:spPr bwMode="auto">
                  <a:xfrm>
                    <a:off x="-2773990" y="617506"/>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p:cNvCxnSpPr/>
                  <p:nvPr userDrawn="1"/>
                </p:nvCxnSpPr>
                <p:spPr bwMode="auto">
                  <a:xfrm>
                    <a:off x="-2773990" y="584362"/>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p:cNvCxnSpPr/>
                  <p:nvPr userDrawn="1"/>
                </p:nvCxnSpPr>
                <p:spPr bwMode="auto">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9" name="Pijl: rechts 48"/>
                <p:cNvSpPr/>
                <p:nvPr userDrawn="1"/>
              </p:nvSpPr>
              <p:spPr bwMode="auto">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31" name="Groep 30"/>
            <p:cNvGrpSpPr/>
            <p:nvPr userDrawn="1"/>
          </p:nvGrpSpPr>
          <p:grpSpPr bwMode="auto">
            <a:xfrm>
              <a:off x="-938434" y="4663037"/>
              <a:ext cx="627798" cy="576693"/>
              <a:chOff x="-1753862" y="6112775"/>
              <a:chExt cx="759635" cy="697798"/>
            </a:xfrm>
          </p:grpSpPr>
          <p:grpSp>
            <p:nvGrpSpPr>
              <p:cNvPr id="32" name="Inspireren"/>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4" name="Freeform 12"/>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35" name="Freeform 13"/>
                <p:cNvSpPr/>
                <p:nvPr/>
              </p:nvSpPr>
              <p:spPr bwMode="auto">
                <a:xfrm>
                  <a:off x="5022" y="3795"/>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36" name="Freeform 14"/>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grpSp>
          <p:sp>
            <p:nvSpPr>
              <p:cNvPr id="33" name="Tekstvak 32"/>
              <p:cNvSpPr txBox="1"/>
              <p:nvPr userDrawn="1"/>
            </p:nvSpPr>
            <p:spPr bwMode="auto">
              <a:xfrm>
                <a:off x="-1753862" y="6420664"/>
                <a:ext cx="759635" cy="389909"/>
              </a:xfrm>
              <a:prstGeom prst="rect">
                <a:avLst/>
              </a:prstGeom>
              <a:noFill/>
            </p:spPr>
            <p:txBody>
              <a:bodyPr wrap="square" lIns="0" tIns="0" rIns="0" bIns="0" rtlCol="0" anchor="ctr">
                <a:noAutofit/>
              </a:bodyPr>
              <a:lstStyle/>
              <a:p>
                <a:pPr marL="0" marR="0" lvl="0" indent="0" algn="ctr" defTabSz="914400">
                  <a:lnSpc>
                    <a:spcPct val="90000"/>
                  </a:lnSpc>
                  <a:spcBef>
                    <a:spcPts val="600"/>
                  </a:spcBef>
                  <a:spcAft>
                    <a:spcPts val="600"/>
                  </a:spcAft>
                  <a:buClrTx/>
                  <a:buSzTx/>
                  <a:buFontTx/>
                  <a:buNone/>
                  <a:defRPr/>
                </a:pPr>
                <a:r>
                  <a:rPr lang="en-GB" sz="1000" b="0" i="0" u="none" strike="noStrike" cap="none" spc="0">
                    <a:ln>
                      <a:noFill/>
                    </a:ln>
                    <a:solidFill>
                      <a:srgbClr val="211F26"/>
                    </a:solidFill>
                    <a:latin typeface="Calibri"/>
                    <a:ea typeface="+mn-ea"/>
                    <a:cs typeface="Calibri"/>
                  </a:rPr>
                  <a:t>Inspiration</a:t>
                </a: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Only">
    <p:spTree>
      <p:nvGrpSpPr>
        <p:cNvPr id="1" name=""/>
        <p:cNvGrpSpPr/>
        <p:nvPr/>
      </p:nvGrpSpPr>
      <p:grpSpPr bwMode="auto">
        <a:xfrm>
          <a:off x="0" y="0"/>
          <a:ext cx="0" cy="0"/>
          <a:chOff x="0" y="0"/>
          <a:chExt cx="0" cy="0"/>
        </a:xfrm>
      </p:grpSpPr>
      <p:sp>
        <p:nvSpPr>
          <p:cNvPr id="1974128108" name="Rechthoek 20"/>
          <p:cNvSpPr/>
          <p:nvPr userDrawn="1"/>
        </p:nvSpPr>
        <p:spPr bwMode="auto">
          <a:xfrm>
            <a:off x="0" y="-441330"/>
            <a:ext cx="1008931"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spAutoFit/>
          </a:bodyPr>
          <a:lstStyle/>
          <a:p>
            <a:pPr lvl="0">
              <a:defRPr/>
            </a:pPr>
            <a:r>
              <a:rPr lang="en-GB" sz="1800" b="1" cap="none">
                <a:solidFill>
                  <a:schemeClr val="accent1"/>
                </a:solidFill>
                <a:latin typeface="+mj-lt"/>
              </a:rPr>
              <a:t>Title only</a:t>
            </a:r>
            <a:endParaRPr/>
          </a:p>
        </p:txBody>
      </p:sp>
      <p:sp>
        <p:nvSpPr>
          <p:cNvPr id="1890242013" name="Tijdelijke aanduiding voor datum 1"/>
          <p:cNvSpPr>
            <a:spLocks noGrp="1"/>
          </p:cNvSpPr>
          <p:nvPr>
            <p:ph type="dt" sz="half" idx="18"/>
          </p:nvPr>
        </p:nvSpPr>
        <p:spPr bwMode="auto"/>
        <p:txBody>
          <a:bodyPr/>
          <a:lstStyle/>
          <a:p>
            <a:pPr>
              <a:defRPr/>
            </a:pPr>
            <a:fld id="{86CF0BC4-CAAA-4113-A44D-B077CA6D06A0}" type="datetime1">
              <a:rPr lang="nl-NL"/>
              <a:t>10-3-2025</a:t>
            </a:fld>
            <a:endParaRPr lang="en-GB"/>
          </a:p>
        </p:txBody>
      </p:sp>
      <p:sp>
        <p:nvSpPr>
          <p:cNvPr id="395439844" name="Tijdelijke aanduiding voor dianummer 3"/>
          <p:cNvSpPr>
            <a:spLocks noGrp="1"/>
          </p:cNvSpPr>
          <p:nvPr>
            <p:ph type="sldNum" sz="quarter" idx="20"/>
          </p:nvPr>
        </p:nvSpPr>
        <p:spPr bwMode="auto"/>
        <p:txBody>
          <a:bodyPr/>
          <a:lstStyle/>
          <a:p>
            <a:pPr>
              <a:defRPr/>
            </a:pPr>
            <a:fld id="{9E843DB9-9987-4157-AB9C-CEA8D7D910BB}" type="slidenum">
              <a:rPr lang="en-GB"/>
              <a:t>‹#›</a:t>
            </a:fld>
            <a:endParaRPr lang="en-GB"/>
          </a:p>
        </p:txBody>
      </p:sp>
      <p:sp>
        <p:nvSpPr>
          <p:cNvPr id="2054814607" name="Titel 4"/>
          <p:cNvSpPr>
            <a:spLocks noGrp="1"/>
          </p:cNvSpPr>
          <p:nvPr>
            <p:ph type="title" hasCustomPrompt="1"/>
          </p:nvPr>
        </p:nvSpPr>
        <p:spPr bwMode="auto"/>
        <p:txBody>
          <a:bodyPr/>
          <a:lstStyle/>
          <a:p>
            <a:pPr>
              <a:defRPr/>
            </a:pPr>
            <a:r>
              <a:rPr lang="en-GB"/>
              <a:t>Title goes here</a:t>
            </a:r>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image">
    <p:bg>
      <p:bgPr shadeToTitle="0">
        <a:solidFill>
          <a:schemeClr val="accent1"/>
        </a:solidFill>
      </p:bgPr>
    </p:bg>
    <p:spTree>
      <p:nvGrpSpPr>
        <p:cNvPr id="1" name=""/>
        <p:cNvGrpSpPr/>
        <p:nvPr/>
      </p:nvGrpSpPr>
      <p:grpSpPr bwMode="auto">
        <a:xfrm>
          <a:off x="0" y="0"/>
          <a:ext cx="0" cy="0"/>
          <a:chOff x="0" y="0"/>
          <a:chExt cx="0" cy="0"/>
        </a:xfrm>
      </p:grpSpPr>
      <p:sp>
        <p:nvSpPr>
          <p:cNvPr id="1346617996" name="Vrije vorm: vorm 19"/>
          <p:cNvSpPr>
            <a:spLocks noAdjustHandles="1" noChangeArrowheads="1" noChangeShapeType="1" noEditPoints="1" noGrp="1" noMove="1" noResize="1" noRot="1"/>
          </p:cNvSpPr>
          <p:nvPr userDrawn="1"/>
        </p:nvSpPr>
        <p:spPr bwMode="auto">
          <a:xfrm>
            <a:off x="-10751" y="0"/>
            <a:ext cx="12202751" cy="6858000"/>
          </a:xfrm>
          <a:custGeom>
            <a:avLst/>
            <a:gdLst>
              <a:gd name="connsiteX0" fmla="*/ 9196825 w 12202751"/>
              <a:gd name="connsiteY0" fmla="*/ 6253791 h 6858000"/>
              <a:gd name="connsiteX1" fmla="*/ 9228283 w 12202751"/>
              <a:gd name="connsiteY1" fmla="*/ 6260764 h 6858000"/>
              <a:gd name="connsiteX2" fmla="*/ 9319129 w 12202751"/>
              <a:gd name="connsiteY2" fmla="*/ 6797771 h 6858000"/>
              <a:gd name="connsiteX3" fmla="*/ 9315062 w 12202751"/>
              <a:gd name="connsiteY3" fmla="*/ 6858000 h 6858000"/>
              <a:gd name="connsiteX4" fmla="*/ 8712780 w 12202751"/>
              <a:gd name="connsiteY4" fmla="*/ 6858000 h 6858000"/>
              <a:gd name="connsiteX5" fmla="*/ 8752852 w 12202751"/>
              <a:gd name="connsiteY5" fmla="*/ 6786092 h 6858000"/>
              <a:gd name="connsiteX6" fmla="*/ 9165949 w 12202751"/>
              <a:gd name="connsiteY6" fmla="*/ 6254507 h 6858000"/>
              <a:gd name="connsiteX7" fmla="*/ 9196825 w 12202751"/>
              <a:gd name="connsiteY7" fmla="*/ 6253791 h 6858000"/>
              <a:gd name="connsiteX8" fmla="*/ 6322661 w 12202751"/>
              <a:gd name="connsiteY8" fmla="*/ 860036 h 6858000"/>
              <a:gd name="connsiteX9" fmla="*/ 6406295 w 12202751"/>
              <a:gd name="connsiteY9" fmla="*/ 923793 h 6858000"/>
              <a:gd name="connsiteX10" fmla="*/ 6343263 w 12202751"/>
              <a:gd name="connsiteY10" fmla="*/ 1578190 h 6858000"/>
              <a:gd name="connsiteX11" fmla="*/ 3612233 w 12202751"/>
              <a:gd name="connsiteY11" fmla="*/ 6735009 h 6858000"/>
              <a:gd name="connsiteX12" fmla="*/ 3592717 w 12202751"/>
              <a:gd name="connsiteY12" fmla="*/ 6858000 h 6858000"/>
              <a:gd name="connsiteX13" fmla="*/ 0 w 12202751"/>
              <a:gd name="connsiteY13" fmla="*/ 6858000 h 6858000"/>
              <a:gd name="connsiteX14" fmla="*/ 0 w 12202751"/>
              <a:gd name="connsiteY14" fmla="*/ 6632489 h 6858000"/>
              <a:gd name="connsiteX15" fmla="*/ 339610 w 12202751"/>
              <a:gd name="connsiteY15" fmla="*/ 6322172 h 6858000"/>
              <a:gd name="connsiteX16" fmla="*/ 5674132 w 12202751"/>
              <a:gd name="connsiteY16" fmla="*/ 1607274 h 6858000"/>
              <a:gd name="connsiteX17" fmla="*/ 6322661 w 12202751"/>
              <a:gd name="connsiteY17" fmla="*/ 860036 h 6858000"/>
              <a:gd name="connsiteX18" fmla="*/ 11650950 w 12202751"/>
              <a:gd name="connsiteY18" fmla="*/ 0 h 6858000"/>
              <a:gd name="connsiteX19" fmla="*/ 12202751 w 12202751"/>
              <a:gd name="connsiteY19" fmla="*/ 0 h 6858000"/>
              <a:gd name="connsiteX20" fmla="*/ 12202751 w 12202751"/>
              <a:gd name="connsiteY20" fmla="*/ 4442690 h 6858000"/>
              <a:gd name="connsiteX21" fmla="*/ 12090669 w 12202751"/>
              <a:gd name="connsiteY21" fmla="*/ 4422014 h 6858000"/>
              <a:gd name="connsiteX22" fmla="*/ 10571396 w 12202751"/>
              <a:gd name="connsiteY22" fmla="*/ 2213198 h 6858000"/>
              <a:gd name="connsiteX23" fmla="*/ 11525799 w 12202751"/>
              <a:gd name="connsiteY23" fmla="*/ 135882 h 6858000"/>
              <a:gd name="connsiteX24" fmla="*/ 0 w 12202751"/>
              <a:gd name="connsiteY24" fmla="*/ 0 h 6858000"/>
              <a:gd name="connsiteX25" fmla="*/ 2054194 w 12202751"/>
              <a:gd name="connsiteY25" fmla="*/ 0 h 6858000"/>
              <a:gd name="connsiteX26" fmla="*/ 1941123 w 12202751"/>
              <a:gd name="connsiteY26" fmla="*/ 75811 h 6858000"/>
              <a:gd name="connsiteX27" fmla="*/ 206525 w 12202751"/>
              <a:gd name="connsiteY27" fmla="*/ 1437904 h 6858000"/>
              <a:gd name="connsiteX28" fmla="*/ 0 w 12202751"/>
              <a:gd name="connsiteY28" fmla="*/ 1632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02751" h="6858000" fill="norm" stroke="1" extrusionOk="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00B8C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defRPr/>
            </a:pPr>
            <a:r>
              <a:rPr lang="en-GB" sz="1600"/>
              <a:t> </a:t>
            </a:r>
            <a:endParaRPr lang="en-GB" sz="1600"/>
          </a:p>
        </p:txBody>
      </p:sp>
      <p:sp>
        <p:nvSpPr>
          <p:cNvPr id="974297377" name="Titel 1"/>
          <p:cNvSpPr>
            <a:spLocks noGrp="1"/>
          </p:cNvSpPr>
          <p:nvPr>
            <p:ph type="title" hasCustomPrompt="1"/>
          </p:nvPr>
        </p:nvSpPr>
        <p:spPr bwMode="auto">
          <a:xfrm>
            <a:off x="0" y="-429019"/>
            <a:ext cx="198996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spAutoFit/>
          </a:bodyPr>
          <a:lstStyle>
            <a:lvl1pPr>
              <a:lnSpc>
                <a:spcPct val="100000"/>
              </a:lnSpc>
              <a:defRPr lang="nl-NL" sz="1800" b="1" cap="none">
                <a:solidFill>
                  <a:schemeClr val="accent1"/>
                </a:solidFill>
                <a:latin typeface="+mj-lt"/>
              </a:defRPr>
            </a:lvl1pPr>
          </a:lstStyle>
          <a:p>
            <a:pPr marL="0" lvl="0">
              <a:defRPr/>
            </a:pPr>
            <a:r>
              <a:rPr lang="en-GB"/>
              <a:t>Title slide + image</a:t>
            </a:r>
            <a:endParaRPr/>
          </a:p>
        </p:txBody>
      </p:sp>
      <p:grpSp>
        <p:nvGrpSpPr>
          <p:cNvPr id="1054420823" name="Graphic 4"/>
          <p:cNvGrpSpPr/>
          <p:nvPr/>
        </p:nvGrpSpPr>
        <p:grpSpPr bwMode="auto">
          <a:xfrm>
            <a:off x="721114" y="437497"/>
            <a:ext cx="1530269" cy="594428"/>
            <a:chOff x="717019" y="5865846"/>
            <a:chExt cx="1413341" cy="549008"/>
          </a:xfrm>
          <a:solidFill>
            <a:srgbClr val="FFFFFF"/>
          </a:solidFill>
        </p:grpSpPr>
        <p:sp>
          <p:nvSpPr>
            <p:cNvPr id="9" name="Vrije vorm: vorm 8"/>
            <p:cNvSpPr/>
            <p:nvPr/>
          </p:nvSpPr>
          <p:spPr bwMode="auto">
            <a:xfrm>
              <a:off x="998576" y="6136009"/>
              <a:ext cx="258644" cy="277455"/>
            </a:xfrm>
            <a:custGeom>
              <a:avLst/>
              <a:gdLst>
                <a:gd name="connsiteX0" fmla="*/ 129322 w 258644"/>
                <a:gd name="connsiteY0" fmla="*/ 224847 h 277455"/>
                <a:gd name="connsiteX1" fmla="*/ 183307 w 258644"/>
                <a:gd name="connsiteY1" fmla="*/ 167897 h 277455"/>
                <a:gd name="connsiteX2" fmla="*/ 183307 w 258644"/>
                <a:gd name="connsiteY2" fmla="*/ 0 h 277455"/>
                <a:gd name="connsiteX3" fmla="*/ 258644 w 258644"/>
                <a:gd name="connsiteY3" fmla="*/ 0 h 277455"/>
                <a:gd name="connsiteX4" fmla="*/ 258644 w 258644"/>
                <a:gd name="connsiteY4" fmla="*/ 172238 h 277455"/>
                <a:gd name="connsiteX5" fmla="*/ 129322 w 258644"/>
                <a:gd name="connsiteY5" fmla="*/ 277456 h 277455"/>
                <a:gd name="connsiteX6" fmla="*/ 0 w 258644"/>
                <a:gd name="connsiteY6" fmla="*/ 172238 h 277455"/>
                <a:gd name="connsiteX7" fmla="*/ 0 w 258644"/>
                <a:gd name="connsiteY7" fmla="*/ 174 h 277455"/>
                <a:gd name="connsiteX8" fmla="*/ 75337 w 258644"/>
                <a:gd name="connsiteY8" fmla="*/ 174 h 277455"/>
                <a:gd name="connsiteX9" fmla="*/ 75337 w 258644"/>
                <a:gd name="connsiteY9" fmla="*/ 168071 h 277455"/>
                <a:gd name="connsiteX10" fmla="*/ 129322 w 258644"/>
                <a:gd name="connsiteY10" fmla="*/ 224847 h 27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644" h="277455" fill="norm" stroke="1" extrusionOk="0">
                  <a:moveTo>
                    <a:pt x="129322" y="224847"/>
                  </a:moveTo>
                  <a:cubicBezTo>
                    <a:pt x="164907" y="224847"/>
                    <a:pt x="183307" y="200713"/>
                    <a:pt x="183307" y="167897"/>
                  </a:cubicBezTo>
                  <a:lnTo>
                    <a:pt x="183307" y="0"/>
                  </a:lnTo>
                  <a:lnTo>
                    <a:pt x="258644" y="0"/>
                  </a:lnTo>
                  <a:lnTo>
                    <a:pt x="258644" y="172238"/>
                  </a:lnTo>
                  <a:cubicBezTo>
                    <a:pt x="257255" y="247592"/>
                    <a:pt x="197542" y="277456"/>
                    <a:pt x="129322" y="277456"/>
                  </a:cubicBezTo>
                  <a:cubicBezTo>
                    <a:pt x="61102" y="277456"/>
                    <a:pt x="0" y="247592"/>
                    <a:pt x="0" y="172238"/>
                  </a:cubicBezTo>
                  <a:lnTo>
                    <a:pt x="0" y="174"/>
                  </a:lnTo>
                  <a:lnTo>
                    <a:pt x="75337" y="174"/>
                  </a:lnTo>
                  <a:lnTo>
                    <a:pt x="75337" y="168071"/>
                  </a:lnTo>
                  <a:cubicBezTo>
                    <a:pt x="73948" y="200713"/>
                    <a:pt x="93910" y="224847"/>
                    <a:pt x="129322" y="224847"/>
                  </a:cubicBezTo>
                  <a:close/>
                </a:path>
              </a:pathLst>
            </a:custGeom>
            <a:solidFill>
              <a:srgbClr val="FFFFFF"/>
            </a:solidFill>
            <a:ln w="1731" cap="flat">
              <a:noFill/>
              <a:prstDash val="solid"/>
              <a:miter/>
            </a:ln>
          </p:spPr>
          <p:txBody>
            <a:bodyPr rtlCol="0" anchor="ctr"/>
            <a:lstStyle/>
            <a:p>
              <a:pPr>
                <a:defRPr/>
              </a:pPr>
              <a:endParaRPr lang="en-GB"/>
            </a:p>
          </p:txBody>
        </p:sp>
        <p:sp>
          <p:nvSpPr>
            <p:cNvPr id="10" name="Vrije vorm: vorm 9"/>
            <p:cNvSpPr/>
            <p:nvPr/>
          </p:nvSpPr>
          <p:spPr bwMode="auto">
            <a:xfrm>
              <a:off x="717019" y="6136183"/>
              <a:ext cx="244583" cy="271726"/>
            </a:xfrm>
            <a:custGeom>
              <a:avLst/>
              <a:gdLst>
                <a:gd name="connsiteX0" fmla="*/ 85405 w 244583"/>
                <a:gd name="connsiteY0" fmla="*/ 271726 h 271726"/>
                <a:gd name="connsiteX1" fmla="*/ 160741 w 244583"/>
                <a:gd name="connsiteY1" fmla="*/ 271726 h 271726"/>
                <a:gd name="connsiteX2" fmla="*/ 160741 w 244583"/>
                <a:gd name="connsiteY2" fmla="*/ 52609 h 271726"/>
                <a:gd name="connsiteX3" fmla="*/ 244583 w 244583"/>
                <a:gd name="connsiteY3" fmla="*/ 52609 h 271726"/>
                <a:gd name="connsiteX4" fmla="*/ 244583 w 244583"/>
                <a:gd name="connsiteY4" fmla="*/ 0 h 271726"/>
                <a:gd name="connsiteX5" fmla="*/ 0 w 244583"/>
                <a:gd name="connsiteY5" fmla="*/ 0 h 271726"/>
                <a:gd name="connsiteX6" fmla="*/ 0 w 244583"/>
                <a:gd name="connsiteY6" fmla="*/ 52609 h 271726"/>
                <a:gd name="connsiteX7" fmla="*/ 85405 w 244583"/>
                <a:gd name="connsiteY7" fmla="*/ 52609 h 27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583" h="271726" fill="norm" stroke="1" extrusionOk="0">
                  <a:moveTo>
                    <a:pt x="85405" y="271726"/>
                  </a:moveTo>
                  <a:lnTo>
                    <a:pt x="160741" y="271726"/>
                  </a:lnTo>
                  <a:lnTo>
                    <a:pt x="160741" y="52609"/>
                  </a:lnTo>
                  <a:lnTo>
                    <a:pt x="244583" y="52609"/>
                  </a:lnTo>
                  <a:lnTo>
                    <a:pt x="244583" y="0"/>
                  </a:lnTo>
                  <a:lnTo>
                    <a:pt x="0" y="0"/>
                  </a:lnTo>
                  <a:lnTo>
                    <a:pt x="0" y="52609"/>
                  </a:lnTo>
                  <a:lnTo>
                    <a:pt x="85405" y="52609"/>
                  </a:lnTo>
                  <a:close/>
                </a:path>
              </a:pathLst>
            </a:custGeom>
            <a:solidFill>
              <a:srgbClr val="FFFFFF"/>
            </a:solidFill>
            <a:ln w="1731" cap="flat">
              <a:noFill/>
              <a:prstDash val="solid"/>
              <a:miter/>
            </a:ln>
          </p:spPr>
          <p:txBody>
            <a:bodyPr rtlCol="0" anchor="ctr"/>
            <a:lstStyle/>
            <a:p>
              <a:pPr>
                <a:defRPr/>
              </a:pPr>
              <a:endParaRPr lang="en-GB"/>
            </a:p>
          </p:txBody>
        </p:sp>
        <p:sp>
          <p:nvSpPr>
            <p:cNvPr id="11" name="Vrije vorm: vorm 10"/>
            <p:cNvSpPr/>
            <p:nvPr/>
          </p:nvSpPr>
          <p:spPr bwMode="auto">
            <a:xfrm>
              <a:off x="792227" y="5865846"/>
              <a:ext cx="256862" cy="254189"/>
            </a:xfrm>
            <a:custGeom>
              <a:avLst/>
              <a:gdLst>
                <a:gd name="connsiteX0" fmla="*/ 190726 w 256862"/>
                <a:gd name="connsiteY0" fmla="*/ 138033 h 254189"/>
                <a:gd name="connsiteX1" fmla="*/ 153752 w 256862"/>
                <a:gd name="connsiteY1" fmla="*/ 115288 h 254189"/>
                <a:gd name="connsiteX2" fmla="*/ 254780 w 256862"/>
                <a:gd name="connsiteY2" fmla="*/ 14237 h 254189"/>
                <a:gd name="connsiteX3" fmla="*/ 254780 w 256862"/>
                <a:gd name="connsiteY3" fmla="*/ 0 h 254189"/>
                <a:gd name="connsiteX4" fmla="*/ 247663 w 256862"/>
                <a:gd name="connsiteY4" fmla="*/ 9897 h 254189"/>
                <a:gd name="connsiteX5" fmla="*/ 102718 w 256862"/>
                <a:gd name="connsiteY5" fmla="*/ 66846 h 254189"/>
                <a:gd name="connsiteX6" fmla="*/ 3253 w 256862"/>
                <a:gd name="connsiteY6" fmla="*/ 217555 h 254189"/>
                <a:gd name="connsiteX7" fmla="*/ 10370 w 256862"/>
                <a:gd name="connsiteY7" fmla="*/ 237522 h 254189"/>
                <a:gd name="connsiteX8" fmla="*/ 13147 w 256862"/>
                <a:gd name="connsiteY8" fmla="*/ 217555 h 254189"/>
                <a:gd name="connsiteX9" fmla="*/ 101329 w 256862"/>
                <a:gd name="connsiteY9" fmla="*/ 107996 h 254189"/>
                <a:gd name="connsiteX10" fmla="*/ 109835 w 256862"/>
                <a:gd name="connsiteY10" fmla="*/ 100877 h 254189"/>
                <a:gd name="connsiteX11" fmla="*/ 109835 w 256862"/>
                <a:gd name="connsiteY11" fmla="*/ 107996 h 254189"/>
                <a:gd name="connsiteX12" fmla="*/ 79978 w 256862"/>
                <a:gd name="connsiteY12" fmla="*/ 179183 h 254189"/>
                <a:gd name="connsiteX13" fmla="*/ 135352 w 256862"/>
                <a:gd name="connsiteY13" fmla="*/ 167724 h 254189"/>
                <a:gd name="connsiteX14" fmla="*/ 141081 w 256862"/>
                <a:gd name="connsiteY14" fmla="*/ 160605 h 254189"/>
                <a:gd name="connsiteX15" fmla="*/ 141081 w 256862"/>
                <a:gd name="connsiteY15" fmla="*/ 172064 h 254189"/>
                <a:gd name="connsiteX16" fmla="*/ 104107 w 256862"/>
                <a:gd name="connsiteY16" fmla="*/ 241689 h 254189"/>
                <a:gd name="connsiteX17" fmla="*/ 85706 w 256862"/>
                <a:gd name="connsiteY17" fmla="*/ 253148 h 254189"/>
                <a:gd name="connsiteX18" fmla="*/ 95601 w 256862"/>
                <a:gd name="connsiteY18" fmla="*/ 253148 h 254189"/>
                <a:gd name="connsiteX19" fmla="*/ 226485 w 256862"/>
                <a:gd name="connsiteY19" fmla="*/ 125185 h 254189"/>
                <a:gd name="connsiteX20" fmla="*/ 226485 w 256862"/>
                <a:gd name="connsiteY20" fmla="*/ 116677 h 254189"/>
                <a:gd name="connsiteX21" fmla="*/ 219368 w 256862"/>
                <a:gd name="connsiteY21" fmla="*/ 121018 h 254189"/>
                <a:gd name="connsiteX22" fmla="*/ 190726 w 256862"/>
                <a:gd name="connsiteY22" fmla="*/ 138033 h 25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6862" h="254189" fill="norm" stroke="1" extrusionOk="0">
                  <a:moveTo>
                    <a:pt x="190726" y="138033"/>
                  </a:moveTo>
                  <a:cubicBezTo>
                    <a:pt x="172326" y="143763"/>
                    <a:pt x="153752" y="139422"/>
                    <a:pt x="153752" y="115288"/>
                  </a:cubicBezTo>
                  <a:cubicBezTo>
                    <a:pt x="153752" y="78306"/>
                    <a:pt x="241934" y="47053"/>
                    <a:pt x="254780" y="14237"/>
                  </a:cubicBezTo>
                  <a:cubicBezTo>
                    <a:pt x="257557" y="5730"/>
                    <a:pt x="257557" y="0"/>
                    <a:pt x="254780" y="0"/>
                  </a:cubicBezTo>
                  <a:cubicBezTo>
                    <a:pt x="252002" y="0"/>
                    <a:pt x="254780" y="4341"/>
                    <a:pt x="247663" y="9897"/>
                  </a:cubicBezTo>
                  <a:cubicBezTo>
                    <a:pt x="210689" y="46879"/>
                    <a:pt x="149586" y="46879"/>
                    <a:pt x="102718" y="66846"/>
                  </a:cubicBezTo>
                  <a:cubicBezTo>
                    <a:pt x="71472" y="81084"/>
                    <a:pt x="-18098" y="123796"/>
                    <a:pt x="3253" y="217555"/>
                  </a:cubicBezTo>
                  <a:cubicBezTo>
                    <a:pt x="4642" y="221895"/>
                    <a:pt x="7593" y="237522"/>
                    <a:pt x="10370" y="237522"/>
                  </a:cubicBezTo>
                  <a:cubicBezTo>
                    <a:pt x="13147" y="237522"/>
                    <a:pt x="13147" y="229014"/>
                    <a:pt x="13147" y="217555"/>
                  </a:cubicBezTo>
                  <a:cubicBezTo>
                    <a:pt x="13147" y="160605"/>
                    <a:pt x="78589" y="144978"/>
                    <a:pt x="101329" y="107996"/>
                  </a:cubicBezTo>
                  <a:cubicBezTo>
                    <a:pt x="104107" y="103655"/>
                    <a:pt x="108446" y="98099"/>
                    <a:pt x="109835" y="100877"/>
                  </a:cubicBezTo>
                  <a:cubicBezTo>
                    <a:pt x="109835" y="102266"/>
                    <a:pt x="109835" y="103655"/>
                    <a:pt x="109835" y="107996"/>
                  </a:cubicBezTo>
                  <a:cubicBezTo>
                    <a:pt x="102718" y="137860"/>
                    <a:pt x="71472" y="157827"/>
                    <a:pt x="79978" y="179183"/>
                  </a:cubicBezTo>
                  <a:cubicBezTo>
                    <a:pt x="91435" y="207658"/>
                    <a:pt x="125458" y="186302"/>
                    <a:pt x="135352" y="167724"/>
                  </a:cubicBezTo>
                  <a:cubicBezTo>
                    <a:pt x="138130" y="163383"/>
                    <a:pt x="139692" y="159216"/>
                    <a:pt x="141081" y="160605"/>
                  </a:cubicBezTo>
                  <a:cubicBezTo>
                    <a:pt x="142469" y="160605"/>
                    <a:pt x="142469" y="166335"/>
                    <a:pt x="141081" y="172064"/>
                  </a:cubicBezTo>
                  <a:cubicBezTo>
                    <a:pt x="135352" y="204706"/>
                    <a:pt x="128235" y="223284"/>
                    <a:pt x="104107" y="241689"/>
                  </a:cubicBezTo>
                  <a:cubicBezTo>
                    <a:pt x="96990" y="247418"/>
                    <a:pt x="84144" y="248807"/>
                    <a:pt x="85706" y="253148"/>
                  </a:cubicBezTo>
                  <a:cubicBezTo>
                    <a:pt x="85706" y="254537"/>
                    <a:pt x="91435" y="254537"/>
                    <a:pt x="95601" y="253148"/>
                  </a:cubicBezTo>
                  <a:cubicBezTo>
                    <a:pt x="159654" y="248807"/>
                    <a:pt x="212251" y="174842"/>
                    <a:pt x="226485" y="125185"/>
                  </a:cubicBezTo>
                  <a:cubicBezTo>
                    <a:pt x="227874" y="122407"/>
                    <a:pt x="227874" y="118066"/>
                    <a:pt x="226485" y="116677"/>
                  </a:cubicBezTo>
                  <a:cubicBezTo>
                    <a:pt x="225097" y="115288"/>
                    <a:pt x="222146" y="118066"/>
                    <a:pt x="219368" y="121018"/>
                  </a:cubicBezTo>
                  <a:cubicBezTo>
                    <a:pt x="209127" y="128137"/>
                    <a:pt x="200621" y="133866"/>
                    <a:pt x="190726" y="138033"/>
                  </a:cubicBezTo>
                  <a:close/>
                </a:path>
              </a:pathLst>
            </a:custGeom>
            <a:solidFill>
              <a:srgbClr val="FFFFFF"/>
            </a:solidFill>
            <a:ln w="1731" cap="flat">
              <a:noFill/>
              <a:prstDash val="solid"/>
              <a:miter/>
            </a:ln>
          </p:spPr>
          <p:txBody>
            <a:bodyPr rtlCol="0" anchor="ctr"/>
            <a:lstStyle/>
            <a:p>
              <a:pPr>
                <a:defRPr/>
              </a:pPr>
              <a:endParaRPr lang="en-GB"/>
            </a:p>
          </p:txBody>
        </p:sp>
        <p:sp>
          <p:nvSpPr>
            <p:cNvPr id="12" name="Vrije vorm: vorm 11"/>
            <p:cNvSpPr/>
            <p:nvPr/>
          </p:nvSpPr>
          <p:spPr bwMode="auto">
            <a:xfrm>
              <a:off x="1588597" y="6213099"/>
              <a:ext cx="172024" cy="200539"/>
            </a:xfrm>
            <a:custGeom>
              <a:avLst/>
              <a:gdLst>
                <a:gd name="connsiteX0" fmla="*/ 38363 w 172024"/>
                <a:gd name="connsiteY0" fmla="*/ 82299 h 200539"/>
                <a:gd name="connsiteX1" fmla="*/ 86620 w 172024"/>
                <a:gd name="connsiteY1" fmla="*/ 25350 h 200539"/>
                <a:gd name="connsiteX2" fmla="*/ 134877 w 172024"/>
                <a:gd name="connsiteY2" fmla="*/ 82299 h 200539"/>
                <a:gd name="connsiteX3" fmla="*/ 38363 w 172024"/>
                <a:gd name="connsiteY3" fmla="*/ 82299 h 200539"/>
                <a:gd name="connsiteX4" fmla="*/ 172024 w 172024"/>
                <a:gd name="connsiteY4" fmla="*/ 106607 h 200539"/>
                <a:gd name="connsiteX5" fmla="*/ 172024 w 172024"/>
                <a:gd name="connsiteY5" fmla="*/ 89591 h 200539"/>
                <a:gd name="connsiteX6" fmla="*/ 88182 w 172024"/>
                <a:gd name="connsiteY6" fmla="*/ 0 h 200539"/>
                <a:gd name="connsiteX7" fmla="*/ 0 w 172024"/>
                <a:gd name="connsiteY7" fmla="*/ 102440 h 200539"/>
                <a:gd name="connsiteX8" fmla="*/ 85231 w 172024"/>
                <a:gd name="connsiteY8" fmla="*/ 200539 h 200539"/>
                <a:gd name="connsiteX9" fmla="*/ 169073 w 172024"/>
                <a:gd name="connsiteY9" fmla="*/ 136471 h 200539"/>
                <a:gd name="connsiteX10" fmla="*/ 130711 w 172024"/>
                <a:gd name="connsiteY10" fmla="*/ 136471 h 200539"/>
                <a:gd name="connsiteX11" fmla="*/ 85231 w 172024"/>
                <a:gd name="connsiteY11" fmla="*/ 174842 h 200539"/>
                <a:gd name="connsiteX12" fmla="*/ 36974 w 172024"/>
                <a:gd name="connsiteY12" fmla="*/ 107996 h 200539"/>
                <a:gd name="connsiteX13" fmla="*/ 172024 w 172024"/>
                <a:gd name="connsiteY13" fmla="*/ 107996 h 200539"/>
                <a:gd name="connsiteX14" fmla="*/ 172024 w 172024"/>
                <a:gd name="connsiteY14" fmla="*/ 106607 h 20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2024" h="200539" fill="norm" stroke="1" extrusionOk="0">
                  <a:moveTo>
                    <a:pt x="38363" y="82299"/>
                  </a:moveTo>
                  <a:cubicBezTo>
                    <a:pt x="38363" y="52435"/>
                    <a:pt x="56763" y="25350"/>
                    <a:pt x="86620" y="25350"/>
                  </a:cubicBezTo>
                  <a:cubicBezTo>
                    <a:pt x="120816" y="25350"/>
                    <a:pt x="134877" y="49484"/>
                    <a:pt x="134877" y="82299"/>
                  </a:cubicBezTo>
                  <a:lnTo>
                    <a:pt x="38363" y="82299"/>
                  </a:lnTo>
                  <a:close/>
                  <a:moveTo>
                    <a:pt x="172024" y="106607"/>
                  </a:moveTo>
                  <a:lnTo>
                    <a:pt x="172024" y="89591"/>
                  </a:lnTo>
                  <a:cubicBezTo>
                    <a:pt x="172024" y="36983"/>
                    <a:pt x="142167" y="0"/>
                    <a:pt x="88182" y="0"/>
                  </a:cubicBezTo>
                  <a:cubicBezTo>
                    <a:pt x="28468" y="0"/>
                    <a:pt x="0" y="46879"/>
                    <a:pt x="0" y="102440"/>
                  </a:cubicBezTo>
                  <a:cubicBezTo>
                    <a:pt x="0" y="158001"/>
                    <a:pt x="24128" y="200539"/>
                    <a:pt x="85231" y="200539"/>
                  </a:cubicBezTo>
                  <a:cubicBezTo>
                    <a:pt x="130711" y="200539"/>
                    <a:pt x="163518" y="179183"/>
                    <a:pt x="169073" y="136471"/>
                  </a:cubicBezTo>
                  <a:lnTo>
                    <a:pt x="130711" y="136471"/>
                  </a:lnTo>
                  <a:cubicBezTo>
                    <a:pt x="126371" y="163557"/>
                    <a:pt x="112310" y="174842"/>
                    <a:pt x="85231" y="174842"/>
                  </a:cubicBezTo>
                  <a:cubicBezTo>
                    <a:pt x="48257" y="174842"/>
                    <a:pt x="36974" y="142200"/>
                    <a:pt x="36974" y="107996"/>
                  </a:cubicBezTo>
                  <a:lnTo>
                    <a:pt x="172024" y="107996"/>
                  </a:lnTo>
                  <a:lnTo>
                    <a:pt x="172024" y="106607"/>
                  </a:lnTo>
                  <a:close/>
                </a:path>
              </a:pathLst>
            </a:custGeom>
            <a:solidFill>
              <a:srgbClr val="FFFFFF"/>
            </a:solidFill>
            <a:ln w="1731" cap="flat">
              <a:noFill/>
              <a:prstDash val="solid"/>
              <a:miter/>
            </a:ln>
          </p:spPr>
          <p:txBody>
            <a:bodyPr rtlCol="0" anchor="ctr"/>
            <a:lstStyle/>
            <a:p>
              <a:pPr>
                <a:defRPr/>
              </a:pPr>
              <a:endParaRPr lang="en-GB"/>
            </a:p>
          </p:txBody>
        </p:sp>
        <p:sp>
          <p:nvSpPr>
            <p:cNvPr id="13" name="Vrije vorm: vorm 12"/>
            <p:cNvSpPr/>
            <p:nvPr/>
          </p:nvSpPr>
          <p:spPr bwMode="auto">
            <a:xfrm>
              <a:off x="1803323" y="6136183"/>
              <a:ext cx="35585" cy="271552"/>
            </a:xfrm>
            <a:custGeom>
              <a:avLst/>
              <a:gdLst>
                <a:gd name="connsiteX0" fmla="*/ 0 w 35585"/>
                <a:gd name="connsiteY0" fmla="*/ 0 h 271552"/>
                <a:gd name="connsiteX1" fmla="*/ 35585 w 35585"/>
                <a:gd name="connsiteY1" fmla="*/ 0 h 271552"/>
                <a:gd name="connsiteX2" fmla="*/ 35585 w 35585"/>
                <a:gd name="connsiteY2" fmla="*/ 271552 h 271552"/>
                <a:gd name="connsiteX3" fmla="*/ 0 w 35585"/>
                <a:gd name="connsiteY3" fmla="*/ 271552 h 271552"/>
              </a:gdLst>
              <a:ahLst/>
              <a:cxnLst>
                <a:cxn ang="0">
                  <a:pos x="connsiteX0" y="connsiteY0"/>
                </a:cxn>
                <a:cxn ang="0">
                  <a:pos x="connsiteX1" y="connsiteY1"/>
                </a:cxn>
                <a:cxn ang="0">
                  <a:pos x="connsiteX2" y="connsiteY2"/>
                </a:cxn>
                <a:cxn ang="0">
                  <a:pos x="connsiteX3" y="connsiteY3"/>
                </a:cxn>
              </a:cxnLst>
              <a:rect l="l" t="t" r="r" b="b"/>
              <a:pathLst>
                <a:path w="35585" h="271552" fill="norm" stroke="1" extrusionOk="0">
                  <a:moveTo>
                    <a:pt x="0" y="0"/>
                  </a:moveTo>
                  <a:lnTo>
                    <a:pt x="35585" y="0"/>
                  </a:lnTo>
                  <a:lnTo>
                    <a:pt x="35585" y="271552"/>
                  </a:lnTo>
                  <a:lnTo>
                    <a:pt x="0" y="271552"/>
                  </a:lnTo>
                  <a:close/>
                </a:path>
              </a:pathLst>
            </a:custGeom>
            <a:solidFill>
              <a:srgbClr val="FFFFFF"/>
            </a:solidFill>
            <a:ln w="1731" cap="flat">
              <a:noFill/>
              <a:prstDash val="solid"/>
              <a:miter/>
            </a:ln>
          </p:spPr>
          <p:txBody>
            <a:bodyPr rtlCol="0" anchor="ctr"/>
            <a:lstStyle/>
            <a:p>
              <a:pPr>
                <a:defRPr/>
              </a:pPr>
              <a:endParaRPr lang="en-GB"/>
            </a:p>
          </p:txBody>
        </p:sp>
        <p:sp>
          <p:nvSpPr>
            <p:cNvPr id="14" name="Vrije vorm: vorm 13"/>
            <p:cNvSpPr/>
            <p:nvPr/>
          </p:nvSpPr>
          <p:spPr bwMode="auto">
            <a:xfrm>
              <a:off x="1880049" y="6129238"/>
              <a:ext cx="122204" cy="278671"/>
            </a:xfrm>
            <a:custGeom>
              <a:avLst/>
              <a:gdLst>
                <a:gd name="connsiteX0" fmla="*/ 72559 w 122204"/>
                <a:gd name="connsiteY0" fmla="*/ 278671 h 278671"/>
                <a:gd name="connsiteX1" fmla="*/ 72559 w 122204"/>
                <a:gd name="connsiteY1" fmla="*/ 113726 h 278671"/>
                <a:gd name="connsiteX2" fmla="*/ 116650 w 122204"/>
                <a:gd name="connsiteY2" fmla="*/ 113726 h 278671"/>
                <a:gd name="connsiteX3" fmla="*/ 116650 w 122204"/>
                <a:gd name="connsiteY3" fmla="*/ 88202 h 278671"/>
                <a:gd name="connsiteX4" fmla="*/ 72559 w 122204"/>
                <a:gd name="connsiteY4" fmla="*/ 88202 h 278671"/>
                <a:gd name="connsiteX5" fmla="*/ 72559 w 122204"/>
                <a:gd name="connsiteY5" fmla="*/ 58339 h 278671"/>
                <a:gd name="connsiteX6" fmla="*/ 103805 w 122204"/>
                <a:gd name="connsiteY6" fmla="*/ 32816 h 278671"/>
                <a:gd name="connsiteX7" fmla="*/ 122205 w 122204"/>
                <a:gd name="connsiteY7" fmla="*/ 34205 h 278671"/>
                <a:gd name="connsiteX8" fmla="*/ 122205 w 122204"/>
                <a:gd name="connsiteY8" fmla="*/ 4341 h 278671"/>
                <a:gd name="connsiteX9" fmla="*/ 96688 w 122204"/>
                <a:gd name="connsiteY9" fmla="*/ 0 h 278671"/>
                <a:gd name="connsiteX10" fmla="*/ 36974 w 122204"/>
                <a:gd name="connsiteY10" fmla="*/ 52609 h 278671"/>
                <a:gd name="connsiteX11" fmla="*/ 36974 w 122204"/>
                <a:gd name="connsiteY11" fmla="*/ 88202 h 278671"/>
                <a:gd name="connsiteX12" fmla="*/ 0 w 122204"/>
                <a:gd name="connsiteY12" fmla="*/ 88202 h 278671"/>
                <a:gd name="connsiteX13" fmla="*/ 0 w 122204"/>
                <a:gd name="connsiteY13" fmla="*/ 113726 h 278671"/>
                <a:gd name="connsiteX14" fmla="*/ 36974 w 122204"/>
                <a:gd name="connsiteY14" fmla="*/ 113726 h 278671"/>
                <a:gd name="connsiteX15" fmla="*/ 36974 w 122204"/>
                <a:gd name="connsiteY15" fmla="*/ 278671 h 278671"/>
                <a:gd name="connsiteX16" fmla="*/ 72559 w 122204"/>
                <a:gd name="connsiteY16" fmla="*/ 278671 h 27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204" h="278671" fill="norm" stroke="1" extrusionOk="0">
                  <a:moveTo>
                    <a:pt x="72559" y="278671"/>
                  </a:moveTo>
                  <a:lnTo>
                    <a:pt x="72559" y="113726"/>
                  </a:lnTo>
                  <a:lnTo>
                    <a:pt x="116650" y="113726"/>
                  </a:lnTo>
                  <a:lnTo>
                    <a:pt x="116650" y="88202"/>
                  </a:lnTo>
                  <a:lnTo>
                    <a:pt x="72559" y="88202"/>
                  </a:lnTo>
                  <a:lnTo>
                    <a:pt x="72559" y="58339"/>
                  </a:lnTo>
                  <a:cubicBezTo>
                    <a:pt x="72559" y="36983"/>
                    <a:pt x="82454" y="32816"/>
                    <a:pt x="103805" y="32816"/>
                  </a:cubicBezTo>
                  <a:cubicBezTo>
                    <a:pt x="109533" y="32816"/>
                    <a:pt x="115262" y="34205"/>
                    <a:pt x="122205" y="34205"/>
                  </a:cubicBezTo>
                  <a:lnTo>
                    <a:pt x="122205" y="4341"/>
                  </a:lnTo>
                  <a:cubicBezTo>
                    <a:pt x="113699" y="2952"/>
                    <a:pt x="105194" y="0"/>
                    <a:pt x="96688" y="0"/>
                  </a:cubicBezTo>
                  <a:cubicBezTo>
                    <a:pt x="62491" y="0"/>
                    <a:pt x="36974" y="17015"/>
                    <a:pt x="36974" y="52609"/>
                  </a:cubicBezTo>
                  <a:lnTo>
                    <a:pt x="36974" y="88202"/>
                  </a:lnTo>
                  <a:lnTo>
                    <a:pt x="0" y="88202"/>
                  </a:lnTo>
                  <a:lnTo>
                    <a:pt x="0" y="113726"/>
                  </a:lnTo>
                  <a:lnTo>
                    <a:pt x="36974" y="113726"/>
                  </a:lnTo>
                  <a:lnTo>
                    <a:pt x="36974" y="278671"/>
                  </a:lnTo>
                  <a:lnTo>
                    <a:pt x="72559" y="278671"/>
                  </a:lnTo>
                  <a:close/>
                </a:path>
              </a:pathLst>
            </a:custGeom>
            <a:solidFill>
              <a:srgbClr val="FFFFFF"/>
            </a:solidFill>
            <a:ln w="1731" cap="flat">
              <a:noFill/>
              <a:prstDash val="solid"/>
              <a:miter/>
            </a:ln>
          </p:spPr>
          <p:txBody>
            <a:bodyPr rtlCol="0" anchor="ctr"/>
            <a:lstStyle/>
            <a:p>
              <a:pPr>
                <a:defRPr/>
              </a:pPr>
              <a:endParaRPr lang="en-GB"/>
            </a:p>
          </p:txBody>
        </p:sp>
        <p:sp>
          <p:nvSpPr>
            <p:cNvPr id="15" name="Vrije vorm: vorm 14"/>
            <p:cNvSpPr/>
            <p:nvPr/>
          </p:nvSpPr>
          <p:spPr bwMode="auto">
            <a:xfrm>
              <a:off x="2016661" y="6168998"/>
              <a:ext cx="113699" cy="245855"/>
            </a:xfrm>
            <a:custGeom>
              <a:avLst/>
              <a:gdLst>
                <a:gd name="connsiteX0" fmla="*/ 0 w 113699"/>
                <a:gd name="connsiteY0" fmla="*/ 49657 h 245855"/>
                <a:gd name="connsiteX1" fmla="*/ 0 w 113699"/>
                <a:gd name="connsiteY1" fmla="*/ 75180 h 245855"/>
                <a:gd name="connsiteX2" fmla="*/ 32634 w 113699"/>
                <a:gd name="connsiteY2" fmla="*/ 75180 h 245855"/>
                <a:gd name="connsiteX3" fmla="*/ 32634 w 113699"/>
                <a:gd name="connsiteY3" fmla="*/ 196025 h 245855"/>
                <a:gd name="connsiteX4" fmla="*/ 86620 w 113699"/>
                <a:gd name="connsiteY4" fmla="*/ 245856 h 245855"/>
                <a:gd name="connsiteX5" fmla="*/ 110748 w 113699"/>
                <a:gd name="connsiteY5" fmla="*/ 243078 h 245855"/>
                <a:gd name="connsiteX6" fmla="*/ 110748 w 113699"/>
                <a:gd name="connsiteY6" fmla="*/ 215992 h 245855"/>
                <a:gd name="connsiteX7" fmla="*/ 92348 w 113699"/>
                <a:gd name="connsiteY7" fmla="*/ 218770 h 245855"/>
                <a:gd name="connsiteX8" fmla="*/ 69608 w 113699"/>
                <a:gd name="connsiteY8" fmla="*/ 198803 h 245855"/>
                <a:gd name="connsiteX9" fmla="*/ 69608 w 113699"/>
                <a:gd name="connsiteY9" fmla="*/ 76743 h 245855"/>
                <a:gd name="connsiteX10" fmla="*/ 113699 w 113699"/>
                <a:gd name="connsiteY10" fmla="*/ 76743 h 245855"/>
                <a:gd name="connsiteX11" fmla="*/ 113699 w 113699"/>
                <a:gd name="connsiteY11" fmla="*/ 51220 h 245855"/>
                <a:gd name="connsiteX12" fmla="*/ 69608 w 113699"/>
                <a:gd name="connsiteY12" fmla="*/ 51220 h 245855"/>
                <a:gd name="connsiteX13" fmla="*/ 69608 w 113699"/>
                <a:gd name="connsiteY13" fmla="*/ 0 h 245855"/>
                <a:gd name="connsiteX14" fmla="*/ 34023 w 113699"/>
                <a:gd name="connsiteY14" fmla="*/ 11459 h 245855"/>
                <a:gd name="connsiteX15" fmla="*/ 34023 w 113699"/>
                <a:gd name="connsiteY15" fmla="*/ 51220 h 245855"/>
                <a:gd name="connsiteX16" fmla="*/ 0 w 113699"/>
                <a:gd name="connsiteY16" fmla="*/ 49657 h 245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699" h="245855" fill="norm" stroke="1" extrusionOk="0">
                  <a:moveTo>
                    <a:pt x="0" y="49657"/>
                  </a:moveTo>
                  <a:lnTo>
                    <a:pt x="0" y="75180"/>
                  </a:lnTo>
                  <a:lnTo>
                    <a:pt x="32634" y="75180"/>
                  </a:lnTo>
                  <a:lnTo>
                    <a:pt x="32634" y="196025"/>
                  </a:lnTo>
                  <a:cubicBezTo>
                    <a:pt x="32634" y="221548"/>
                    <a:pt x="32634" y="245856"/>
                    <a:pt x="86620" y="245856"/>
                  </a:cubicBezTo>
                  <a:cubicBezTo>
                    <a:pt x="95125" y="245856"/>
                    <a:pt x="102243" y="244467"/>
                    <a:pt x="110748" y="243078"/>
                  </a:cubicBezTo>
                  <a:lnTo>
                    <a:pt x="110748" y="215992"/>
                  </a:lnTo>
                  <a:cubicBezTo>
                    <a:pt x="105020" y="217381"/>
                    <a:pt x="97903" y="218770"/>
                    <a:pt x="92348" y="218770"/>
                  </a:cubicBezTo>
                  <a:cubicBezTo>
                    <a:pt x="79503" y="218770"/>
                    <a:pt x="69608" y="211651"/>
                    <a:pt x="69608" y="198803"/>
                  </a:cubicBezTo>
                  <a:lnTo>
                    <a:pt x="69608" y="76743"/>
                  </a:lnTo>
                  <a:lnTo>
                    <a:pt x="113699" y="76743"/>
                  </a:lnTo>
                  <a:lnTo>
                    <a:pt x="113699" y="51220"/>
                  </a:lnTo>
                  <a:lnTo>
                    <a:pt x="69608" y="51220"/>
                  </a:lnTo>
                  <a:lnTo>
                    <a:pt x="69608" y="0"/>
                  </a:lnTo>
                  <a:lnTo>
                    <a:pt x="34023" y="11459"/>
                  </a:lnTo>
                  <a:lnTo>
                    <a:pt x="34023" y="51220"/>
                  </a:lnTo>
                  <a:lnTo>
                    <a:pt x="0" y="49657"/>
                  </a:lnTo>
                  <a:close/>
                </a:path>
              </a:pathLst>
            </a:custGeom>
            <a:solidFill>
              <a:srgbClr val="FFFFFF"/>
            </a:solidFill>
            <a:ln w="1731" cap="flat">
              <a:noFill/>
              <a:prstDash val="solid"/>
              <a:miter/>
            </a:ln>
          </p:spPr>
          <p:txBody>
            <a:bodyPr rtlCol="0" anchor="ctr"/>
            <a:lstStyle/>
            <a:p>
              <a:pPr>
                <a:defRPr/>
              </a:pPr>
              <a:endParaRPr lang="en-GB"/>
            </a:p>
          </p:txBody>
        </p:sp>
        <p:sp>
          <p:nvSpPr>
            <p:cNvPr id="16" name="Vrije vorm: vorm 15"/>
            <p:cNvSpPr/>
            <p:nvPr/>
          </p:nvSpPr>
          <p:spPr bwMode="auto">
            <a:xfrm>
              <a:off x="1332730" y="6134967"/>
              <a:ext cx="221843" cy="272941"/>
            </a:xfrm>
            <a:custGeom>
              <a:avLst/>
              <a:gdLst>
                <a:gd name="connsiteX0" fmla="*/ 0 w 221843"/>
                <a:gd name="connsiteY0" fmla="*/ 272941 h 272941"/>
                <a:gd name="connsiteX1" fmla="*/ 93910 w 221843"/>
                <a:gd name="connsiteY1" fmla="*/ 272941 h 272941"/>
                <a:gd name="connsiteX2" fmla="*/ 221844 w 221843"/>
                <a:gd name="connsiteY2" fmla="*/ 136471 h 272941"/>
                <a:gd name="connsiteX3" fmla="*/ 93910 w 221843"/>
                <a:gd name="connsiteY3" fmla="*/ 0 h 272941"/>
                <a:gd name="connsiteX4" fmla="*/ 0 w 221843"/>
                <a:gd name="connsiteY4" fmla="*/ 0 h 272941"/>
                <a:gd name="connsiteX5" fmla="*/ 0 w 221843"/>
                <a:gd name="connsiteY5" fmla="*/ 272941 h 272941"/>
                <a:gd name="connsiteX6" fmla="*/ 38363 w 221843"/>
                <a:gd name="connsiteY6" fmla="*/ 32468 h 272941"/>
                <a:gd name="connsiteX7" fmla="*/ 93737 w 221843"/>
                <a:gd name="connsiteY7" fmla="*/ 32468 h 272941"/>
                <a:gd name="connsiteX8" fmla="*/ 183307 w 221843"/>
                <a:gd name="connsiteY8" fmla="*/ 136297 h 272941"/>
                <a:gd name="connsiteX9" fmla="*/ 93737 w 221843"/>
                <a:gd name="connsiteY9" fmla="*/ 240126 h 272941"/>
                <a:gd name="connsiteX10" fmla="*/ 38363 w 221843"/>
                <a:gd name="connsiteY10" fmla="*/ 240126 h 272941"/>
                <a:gd name="connsiteX11" fmla="*/ 38363 w 221843"/>
                <a:gd name="connsiteY11" fmla="*/ 32468 h 27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843" h="272941" fill="norm" stroke="1" extrusionOk="0">
                  <a:moveTo>
                    <a:pt x="0" y="272941"/>
                  </a:moveTo>
                  <a:lnTo>
                    <a:pt x="93910" y="272941"/>
                  </a:lnTo>
                  <a:cubicBezTo>
                    <a:pt x="210561" y="272941"/>
                    <a:pt x="221844" y="174842"/>
                    <a:pt x="221844" y="136471"/>
                  </a:cubicBezTo>
                  <a:cubicBezTo>
                    <a:pt x="221844" y="99488"/>
                    <a:pt x="208998" y="0"/>
                    <a:pt x="93910" y="0"/>
                  </a:cubicBezTo>
                  <a:lnTo>
                    <a:pt x="0" y="0"/>
                  </a:lnTo>
                  <a:lnTo>
                    <a:pt x="0" y="272941"/>
                  </a:lnTo>
                  <a:close/>
                  <a:moveTo>
                    <a:pt x="38363" y="32468"/>
                  </a:moveTo>
                  <a:lnTo>
                    <a:pt x="93737" y="32468"/>
                  </a:lnTo>
                  <a:cubicBezTo>
                    <a:pt x="156228" y="32468"/>
                    <a:pt x="183307" y="79347"/>
                    <a:pt x="183307" y="136297"/>
                  </a:cubicBezTo>
                  <a:cubicBezTo>
                    <a:pt x="183307" y="193247"/>
                    <a:pt x="157790" y="240126"/>
                    <a:pt x="93737" y="240126"/>
                  </a:cubicBezTo>
                  <a:lnTo>
                    <a:pt x="38363" y="240126"/>
                  </a:lnTo>
                  <a:cubicBezTo>
                    <a:pt x="38363" y="240126"/>
                    <a:pt x="38363" y="32468"/>
                    <a:pt x="38363" y="32468"/>
                  </a:cubicBezTo>
                  <a:close/>
                </a:path>
              </a:pathLst>
            </a:custGeom>
            <a:solidFill>
              <a:srgbClr val="FFFFFF"/>
            </a:solidFill>
            <a:ln w="1731" cap="flat">
              <a:noFill/>
              <a:prstDash val="solid"/>
              <a:miter/>
            </a:ln>
          </p:spPr>
          <p:txBody>
            <a:bodyPr rtlCol="0" anchor="ctr"/>
            <a:lstStyle/>
            <a:p>
              <a:pPr>
                <a:defRPr/>
              </a:pPr>
              <a:endParaRPr lang="en-GB"/>
            </a:p>
          </p:txBody>
        </p:sp>
      </p:grpSp>
      <p:sp>
        <p:nvSpPr>
          <p:cNvPr id="382540523" name="Tijdelijke aanduiding voor tekst 3"/>
          <p:cNvSpPr>
            <a:spLocks noGrp="1"/>
          </p:cNvSpPr>
          <p:nvPr>
            <p:ph type="body" sz="quarter" idx="10" hasCustomPrompt="1"/>
          </p:nvPr>
        </p:nvSpPr>
        <p:spPr bwMode="auto">
          <a:xfrm>
            <a:off x="719138" y="3950387"/>
            <a:ext cx="5865553" cy="1333698"/>
          </a:xfrm>
        </p:spPr>
        <p:txBody>
          <a:bodyPr wrap="square" anchor="b" anchorCtr="0">
            <a:spAutoFit/>
          </a:bodyPr>
          <a:lstStyle>
            <a:lvl1pPr marL="0" indent="0" algn="l">
              <a:lnSpc>
                <a:spcPts val="5200"/>
              </a:lnSpc>
              <a:spcBef>
                <a:spcPts val="0"/>
              </a:spcBef>
              <a:spcAft>
                <a:spcPts val="0"/>
              </a:spcAft>
              <a:buNone/>
              <a:defRPr sz="4800" b="1" i="0">
                <a:solidFill>
                  <a:schemeClr val="bg1"/>
                </a:solidFill>
                <a:latin typeface="+mj-lt"/>
              </a:defRPr>
            </a:lvl1pPr>
            <a:lvl2pPr marL="0" indent="0" algn="r">
              <a:buNone/>
              <a:defRPr sz="4400" b="1" i="0">
                <a:solidFill>
                  <a:schemeClr val="bg1"/>
                </a:solidFill>
                <a:latin typeface="+mj-lt"/>
              </a:defRPr>
            </a:lvl2pPr>
            <a:lvl3pPr marL="0" indent="0" algn="r">
              <a:buFont typeface="Arial"/>
              <a:buNone/>
              <a:defRPr sz="4400" b="1" i="0">
                <a:solidFill>
                  <a:schemeClr val="bg1"/>
                </a:solidFill>
                <a:latin typeface="+mj-lt"/>
              </a:defRPr>
            </a:lvl3pPr>
            <a:lvl4pPr marL="0" indent="0" algn="r">
              <a:buFont typeface="Arial"/>
              <a:buNone/>
              <a:defRPr sz="4400" b="1" i="0">
                <a:solidFill>
                  <a:schemeClr val="bg1"/>
                </a:solidFill>
                <a:latin typeface="+mj-lt"/>
              </a:defRPr>
            </a:lvl4pPr>
            <a:lvl5pPr marL="0" indent="0" algn="r">
              <a:buFont typeface="Arial"/>
              <a:buNone/>
              <a:defRPr sz="4400" b="1" i="0">
                <a:solidFill>
                  <a:schemeClr val="bg1"/>
                </a:solidFill>
                <a:latin typeface="+mj-lt"/>
              </a:defRPr>
            </a:lvl5pPr>
            <a:lvl6pPr marL="0" indent="0" algn="r">
              <a:buFont typeface="Arial"/>
              <a:buNone/>
              <a:defRPr sz="4400" b="1" i="0">
                <a:solidFill>
                  <a:schemeClr val="bg1"/>
                </a:solidFill>
                <a:latin typeface="+mj-lt"/>
              </a:defRPr>
            </a:lvl6pPr>
            <a:lvl7pPr marL="0" indent="0" algn="r">
              <a:buFont typeface="Arial"/>
              <a:buNone/>
              <a:defRPr sz="4400" b="1" i="0">
                <a:solidFill>
                  <a:schemeClr val="bg1"/>
                </a:solidFill>
                <a:latin typeface="+mj-lt"/>
              </a:defRPr>
            </a:lvl7pPr>
            <a:lvl8pPr marL="0" indent="0" algn="r">
              <a:buFont typeface="Arial"/>
              <a:buNone/>
              <a:defRPr sz="4400" b="1" i="0">
                <a:solidFill>
                  <a:schemeClr val="bg1"/>
                </a:solidFill>
                <a:latin typeface="+mj-lt"/>
              </a:defRPr>
            </a:lvl8pPr>
            <a:lvl9pPr marL="0" indent="0" algn="r">
              <a:buFont typeface="Arial"/>
              <a:buNone/>
              <a:defRPr sz="4400" b="1" i="0">
                <a:solidFill>
                  <a:schemeClr val="bg1"/>
                </a:solidFill>
                <a:latin typeface="+mj-lt"/>
              </a:defRPr>
            </a:lvl9pPr>
          </a:lstStyle>
          <a:p>
            <a:pPr lvl="0">
              <a:defRPr/>
            </a:pPr>
            <a:r>
              <a:rPr lang="en-GB"/>
              <a:t>Title slide</a:t>
            </a:r>
            <a:br>
              <a:rPr lang="en-GB"/>
            </a:br>
            <a:r>
              <a:rPr lang="en-GB"/>
              <a:t>max. 3 lines</a:t>
            </a:r>
            <a:endParaRPr/>
          </a:p>
        </p:txBody>
      </p:sp>
      <p:sp>
        <p:nvSpPr>
          <p:cNvPr id="1684431381" name="Tijdelijke aanduiding voor tekst 5"/>
          <p:cNvSpPr>
            <a:spLocks noGrp="1"/>
          </p:cNvSpPr>
          <p:nvPr>
            <p:ph type="body" sz="quarter" idx="11" hasCustomPrompt="1"/>
          </p:nvPr>
        </p:nvSpPr>
        <p:spPr bwMode="auto">
          <a:xfrm>
            <a:off x="719137" y="5404234"/>
            <a:ext cx="5871541" cy="332399"/>
          </a:xfrm>
        </p:spPr>
        <p:txBody>
          <a:bodyPr wrap="square">
            <a:spAutoFit/>
          </a:bodyPr>
          <a:lstStyle>
            <a:lvl1pPr marL="0" indent="0" algn="l">
              <a:buFont typeface="Arial"/>
              <a:buNone/>
              <a:defRPr sz="2400" b="0" i="0">
                <a:solidFill>
                  <a:schemeClr val="tx2"/>
                </a:solidFill>
                <a:latin typeface="+mn-lt"/>
              </a:defRPr>
            </a:lvl1pPr>
            <a:lvl2pPr marL="0" indent="0" algn="r">
              <a:buFont typeface="Arial"/>
              <a:buNone/>
              <a:defRPr sz="2400" b="0" i="0">
                <a:solidFill>
                  <a:schemeClr val="bg1"/>
                </a:solidFill>
                <a:latin typeface="+mn-lt"/>
              </a:defRPr>
            </a:lvl2pPr>
            <a:lvl3pPr marL="0" indent="0" algn="r">
              <a:buFont typeface="Arial"/>
              <a:buNone/>
              <a:defRPr sz="2400" b="0" i="0">
                <a:solidFill>
                  <a:schemeClr val="bg1"/>
                </a:solidFill>
                <a:latin typeface="+mn-lt"/>
              </a:defRPr>
            </a:lvl3pPr>
            <a:lvl4pPr marL="0" indent="0" algn="r">
              <a:buFont typeface="Arial"/>
              <a:buNone/>
              <a:defRPr sz="2400" b="0" i="0">
                <a:solidFill>
                  <a:schemeClr val="bg1"/>
                </a:solidFill>
                <a:latin typeface="+mn-lt"/>
              </a:defRPr>
            </a:lvl4pPr>
            <a:lvl5pPr marL="0" indent="0" algn="r">
              <a:buFont typeface="Arial"/>
              <a:buNone/>
              <a:defRPr sz="2400" b="0" i="0">
                <a:solidFill>
                  <a:schemeClr val="bg1"/>
                </a:solidFill>
                <a:latin typeface="+mn-lt"/>
              </a:defRPr>
            </a:lvl5pPr>
            <a:lvl6pPr marL="0" indent="0" algn="r">
              <a:buFont typeface="Arial"/>
              <a:buNone/>
              <a:defRPr sz="2400" b="0" i="0">
                <a:solidFill>
                  <a:schemeClr val="bg1"/>
                </a:solidFill>
                <a:latin typeface="+mn-lt"/>
              </a:defRPr>
            </a:lvl6pPr>
            <a:lvl7pPr marL="0" indent="0" algn="r">
              <a:buFont typeface="Arial"/>
              <a:buNone/>
              <a:defRPr sz="2400" b="0" i="0">
                <a:solidFill>
                  <a:schemeClr val="bg1"/>
                </a:solidFill>
                <a:latin typeface="+mn-lt"/>
              </a:defRPr>
            </a:lvl7pPr>
            <a:lvl8pPr marL="0" indent="0" algn="r">
              <a:buFont typeface="Arial"/>
              <a:buNone/>
              <a:defRPr sz="2400" b="0" i="0">
                <a:solidFill>
                  <a:schemeClr val="bg1"/>
                </a:solidFill>
                <a:latin typeface="+mn-lt"/>
              </a:defRPr>
            </a:lvl8pPr>
            <a:lvl9pPr marL="0" indent="0" algn="r">
              <a:buFont typeface="Arial"/>
              <a:buNone/>
              <a:defRPr sz="2400" b="0" i="0">
                <a:solidFill>
                  <a:schemeClr val="bg1"/>
                </a:solidFill>
                <a:latin typeface="+mn-lt"/>
              </a:defRPr>
            </a:lvl9pPr>
          </a:lstStyle>
          <a:p>
            <a:pPr lvl="0">
              <a:defRPr/>
            </a:pPr>
            <a:r>
              <a:rPr lang="en-GB"/>
              <a:t>Subtitle | Name speaker</a:t>
            </a:r>
            <a:endParaRPr/>
          </a:p>
        </p:txBody>
      </p:sp>
      <p:sp>
        <p:nvSpPr>
          <p:cNvPr id="1760846953" name="Tijdelijke aanduiding voor datum 16"/>
          <p:cNvSpPr>
            <a:spLocks noGrp="1"/>
          </p:cNvSpPr>
          <p:nvPr>
            <p:ph type="dt" sz="half" idx="12"/>
          </p:nvPr>
        </p:nvSpPr>
        <p:spPr bwMode="auto">
          <a:xfrm>
            <a:off x="719137" y="5813671"/>
            <a:ext cx="766235" cy="184666"/>
          </a:xfrm>
        </p:spPr>
        <p:txBody>
          <a:bodyPr/>
          <a:lstStyle>
            <a:lvl1pPr algn="l">
              <a:defRPr sz="1200">
                <a:solidFill>
                  <a:schemeClr val="tx2"/>
                </a:solidFill>
              </a:defRPr>
            </a:lvl1pPr>
          </a:lstStyle>
          <a:p>
            <a:pPr>
              <a:defRPr/>
            </a:pPr>
            <a:fld id="{190CA508-B273-4D53-A64E-FB05E270E0EA}" type="datetime1">
              <a:rPr lang="nl-NL"/>
              <a:t>10-3-2025</a:t>
            </a:fld>
            <a:endParaRPr lang="en-GB"/>
          </a:p>
        </p:txBody>
      </p:sp>
      <p:sp>
        <p:nvSpPr>
          <p:cNvPr id="1031273272" name="Tijdelijke aanduiding voor afbeelding 16"/>
          <p:cNvSpPr>
            <a:spLocks noAdjustHandles="1" noChangeArrowheads="1" noChangeShapeType="1" noEditPoints="1" noGrp="1" noMove="1" noResize="1" noRot="1"/>
          </p:cNvSpPr>
          <p:nvPr>
            <p:ph type="pic" sz="quarter" idx="13" hasCustomPrompt="1"/>
          </p:nvPr>
        </p:nvSpPr>
        <p:spPr bwMode="auto">
          <a:xfrm>
            <a:off x="7308357" y="0"/>
            <a:ext cx="4883643" cy="6858000"/>
          </a:xfrm>
          <a:prstGeom prst="rect">
            <a:avLst/>
          </a:prstGeo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pPr>
              <a:defRPr/>
            </a:pPr>
            <a:r>
              <a:rPr lang="en-GB"/>
              <a:t>Select this placeholder, go to the tab ‘</a:t>
            </a:r>
            <a:r>
              <a:rPr lang="en-GB"/>
              <a:t>Slidebuilder</a:t>
            </a:r>
            <a:r>
              <a:rPr lang="en-GB"/>
              <a:t>’, </a:t>
            </a:r>
            <a:br>
              <a:rPr lang="en-GB"/>
            </a:br>
            <a:r>
              <a:rPr lang="en-GB"/>
              <a:t>click on ‘Images’, select the preferred image </a:t>
            </a:r>
            <a:br>
              <a:rPr lang="en-GB"/>
            </a:br>
            <a:r>
              <a:rPr lang="en-GB"/>
              <a:t>and click on ‘Insert’.</a:t>
            </a:r>
            <a:endParaRPr/>
          </a:p>
        </p:txBody>
      </p:sp>
      <p:grpSp>
        <p:nvGrpSpPr>
          <p:cNvPr id="1647153875" name="INSTRUCTION"/>
          <p:cNvGrpSpPr/>
          <p:nvPr userDrawn="1"/>
        </p:nvGrpSpPr>
        <p:grpSpPr bwMode="auto">
          <a:xfrm>
            <a:off x="12377595" y="-1"/>
            <a:ext cx="3693386" cy="6640349"/>
            <a:chOff x="-3786165" y="-1"/>
            <a:chExt cx="3693386" cy="6640349"/>
          </a:xfrm>
        </p:grpSpPr>
        <p:sp>
          <p:nvSpPr>
            <p:cNvPr id="7" name="Rechthoek 6"/>
            <p:cNvSpPr/>
            <p:nvPr userDrawn="1"/>
          </p:nvSpPr>
          <p:spPr bwMode="auto">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600"/>
                </a:spcBef>
                <a:spcAft>
                  <a:spcPts val="600"/>
                </a:spcAft>
                <a:defRPr/>
              </a:pPr>
              <a:r>
                <a:rPr lang="en-GB" sz="1400" b="1" cap="all">
                  <a:solidFill>
                    <a:schemeClr val="accent1"/>
                  </a:solidFill>
                  <a:latin typeface="Calibri"/>
                  <a:cs typeface="Calibri"/>
                </a:rPr>
                <a:t>Insert/edit an image</a:t>
              </a:r>
              <a:endParaRPr/>
            </a:p>
          </p:txBody>
        </p:sp>
        <p:sp>
          <p:nvSpPr>
            <p:cNvPr id="18" name="Ovaal 17"/>
            <p:cNvSpPr/>
            <p:nvPr userDrawn="1"/>
          </p:nvSpPr>
          <p:spPr bwMode="auto">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9" name="Rechthoek 18"/>
            <p:cNvSpPr/>
            <p:nvPr userDrawn="1"/>
          </p:nvSpPr>
          <p:spPr bwMode="auto">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If necessary, delete the existing image</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by using the </a:t>
              </a:r>
              <a:r>
                <a:rPr lang="en-GB" sz="1200" b="1" i="0" u="none" strike="noStrike" cap="none" spc="0">
                  <a:ln>
                    <a:noFill/>
                  </a:ln>
                  <a:solidFill>
                    <a:srgbClr val="000000"/>
                  </a:solidFill>
                  <a:latin typeface="Calibri"/>
                  <a:cs typeface="Calibri"/>
                </a:rPr>
                <a:t>‘Backspace key’</a:t>
              </a:r>
              <a:r>
                <a:rPr lang="en-GB" sz="1200" b="0" i="0" u="none" strike="noStrike" cap="none" spc="0">
                  <a:ln>
                    <a:noFill/>
                  </a:ln>
                  <a:solidFill>
                    <a:srgbClr val="000000"/>
                  </a:solidFill>
                  <a:latin typeface="Calibri"/>
                  <a:cs typeface="Calibri"/>
                </a:rPr>
                <a:t>. Select the placeholder, go to the tab </a:t>
              </a:r>
              <a:r>
                <a:rPr lang="en-GB" sz="1200" b="1" i="0" u="none" strike="noStrike" cap="none" spc="0">
                  <a:ln>
                    <a:noFill/>
                  </a:ln>
                  <a:solidFill>
                    <a:srgbClr val="000000"/>
                  </a:solidFill>
                  <a:latin typeface="Calibri"/>
                  <a:ea typeface="+mn-ea"/>
                  <a:cs typeface="Calibri"/>
                </a:rPr>
                <a:t>‘</a:t>
              </a:r>
              <a:r>
                <a:rPr lang="en-GB" sz="1200" b="1" i="0" u="none" strike="noStrike" cap="none" spc="0">
                  <a:ln>
                    <a:noFill/>
                  </a:ln>
                  <a:solidFill>
                    <a:srgbClr val="000000"/>
                  </a:solidFill>
                  <a:latin typeface="Calibri"/>
                  <a:ea typeface="+mn-ea"/>
                  <a:cs typeface="Calibri"/>
                </a:rPr>
                <a:t>Slidebuilder</a:t>
              </a:r>
              <a:r>
                <a:rPr lang="en-GB" sz="1200" b="1" i="0" u="none" strike="noStrike" cap="none" spc="0">
                  <a:ln>
                    <a:noFill/>
                  </a:ln>
                  <a:solidFill>
                    <a:srgbClr val="000000"/>
                  </a:solidFill>
                  <a:latin typeface="Calibri"/>
                  <a:ea typeface="+mn-ea"/>
                  <a:cs typeface="Calibri"/>
                </a:rPr>
                <a:t>’</a:t>
              </a:r>
              <a:r>
                <a:rPr lang="en-GB" sz="1200" b="0" i="0" u="none" strike="noStrike" cap="none" spc="0">
                  <a:ln>
                    <a:noFill/>
                  </a:ln>
                  <a:solidFill>
                    <a:srgbClr val="000000"/>
                  </a:solidFill>
                  <a:latin typeface="Calibri"/>
                  <a:cs typeface="Calibri"/>
                </a:rPr>
                <a:t> and click on the button </a:t>
              </a:r>
              <a:r>
                <a:rPr lang="en-GB" sz="1200" b="1" i="0" u="none" strike="noStrike" cap="none" spc="0">
                  <a:ln>
                    <a:noFill/>
                  </a:ln>
                  <a:solidFill>
                    <a:srgbClr val="000000"/>
                  </a:solidFill>
                  <a:latin typeface="Calibri"/>
                  <a:ea typeface="+mn-ea"/>
                  <a:cs typeface="Calibri"/>
                </a:rPr>
                <a:t>‘Images’</a:t>
              </a:r>
              <a:r>
                <a:rPr lang="en-GB" sz="1200" b="0" i="0" u="none" strike="noStrike" cap="none" spc="0">
                  <a:ln>
                    <a:noFill/>
                  </a:ln>
                  <a:solidFill>
                    <a:srgbClr val="000000"/>
                  </a:solidFill>
                  <a:latin typeface="Calibri"/>
                  <a:ea typeface="+mn-ea"/>
                  <a:cs typeface="Calibri"/>
                </a:rPr>
                <a:t>.</a:t>
              </a:r>
              <a:endParaRPr lang="en-GB" sz="1200" b="0" i="0" u="none" strike="noStrike" cap="none" spc="0">
                <a:ln>
                  <a:noFill/>
                </a:ln>
                <a:solidFill>
                  <a:srgbClr val="000000"/>
                </a:solidFill>
                <a:latin typeface="Calibri"/>
                <a:cs typeface="Calibri"/>
              </a:endParaRPr>
            </a:p>
          </p:txBody>
        </p:sp>
        <p:sp>
          <p:nvSpPr>
            <p:cNvPr id="21" name="Ovaal 20"/>
            <p:cNvSpPr/>
            <p:nvPr userDrawn="1"/>
          </p:nvSpPr>
          <p:spPr bwMode="auto">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22" name="Rechthoek 21"/>
            <p:cNvSpPr/>
            <p:nvPr userDrawn="1"/>
          </p:nvSpPr>
          <p:spPr bwMode="auto">
            <a:xfrm>
              <a:off x="-3319416" y="2633935"/>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Click with the right mouse button on the thumbnail display of the slide on the left side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of the screen and choose </a:t>
              </a:r>
              <a:r>
                <a:rPr lang="en-GB" sz="1200" b="1" i="0" u="none" strike="noStrike" cap="none" spc="0">
                  <a:ln>
                    <a:noFill/>
                  </a:ln>
                  <a:solidFill>
                    <a:srgbClr val="000000"/>
                  </a:solidFill>
                  <a:latin typeface="Calibri"/>
                  <a:cs typeface="Calibri"/>
                </a:rPr>
                <a:t>‘Reset slide’</a:t>
              </a:r>
              <a:r>
                <a:rPr lang="en-GB" sz="1200" b="0" i="0" u="none" strike="noStrike" cap="none" spc="0">
                  <a:ln>
                    <a:noFill/>
                  </a:ln>
                  <a:solidFill>
                    <a:srgbClr val="000000"/>
                  </a:solidFill>
                  <a:latin typeface="Calibri"/>
                  <a:cs typeface="Calibri"/>
                </a:rPr>
                <a:t>.</a:t>
              </a:r>
              <a:endParaRPr/>
            </a:p>
          </p:txBody>
        </p:sp>
        <p:sp>
          <p:nvSpPr>
            <p:cNvPr id="23" name="Ovaal 22"/>
            <p:cNvSpPr/>
            <p:nvPr userDrawn="1"/>
          </p:nvSpPr>
          <p:spPr bwMode="auto">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24" name="Rechthoek 23"/>
            <p:cNvSpPr/>
            <p:nvPr userDrawn="1"/>
          </p:nvSpPr>
          <p:spPr bwMode="auto">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To scale or drag the image, go to the tab </a:t>
              </a:r>
              <a:r>
                <a:rPr lang="en-GB" sz="1200" b="1" i="0" u="none" strike="noStrike" cap="none" spc="0">
                  <a:ln>
                    <a:noFill/>
                  </a:ln>
                  <a:solidFill>
                    <a:srgbClr val="000000"/>
                  </a:solidFill>
                  <a:latin typeface="Calibri"/>
                  <a:cs typeface="Calibri"/>
                </a:rPr>
                <a:t>‘Picture Tools - Format’</a:t>
              </a:r>
              <a:r>
                <a:rPr lang="en-GB" sz="1200" b="0" i="0" u="none" strike="noStrike" cap="none" spc="0">
                  <a:ln>
                    <a:noFill/>
                  </a:ln>
                  <a:solidFill>
                    <a:srgbClr val="000000"/>
                  </a:solidFill>
                  <a:latin typeface="Calibri"/>
                  <a:cs typeface="Calibri"/>
                </a:rPr>
                <a:t> and click on</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the button </a:t>
              </a:r>
              <a:r>
                <a:rPr lang="en-GB" sz="1200" b="1" i="0" u="none" strike="noStrike" cap="none" spc="0">
                  <a:ln>
                    <a:noFill/>
                  </a:ln>
                  <a:solidFill>
                    <a:srgbClr val="000000"/>
                  </a:solidFill>
                  <a:latin typeface="Calibri"/>
                  <a:cs typeface="Calibri"/>
                </a:rPr>
                <a:t>‘Crop’</a:t>
              </a:r>
              <a:r>
                <a:rPr lang="en-GB" sz="1200" b="0" i="0" u="none" strike="noStrike" cap="none" spc="0">
                  <a:ln>
                    <a:noFill/>
                  </a:ln>
                  <a:solidFill>
                    <a:srgbClr val="000000"/>
                  </a:solidFill>
                  <a:latin typeface="Calibri"/>
                  <a:cs typeface="Calibri"/>
                </a:rPr>
                <a:t>. Scale the image itself with</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the spheres and scale the image frame with the brackets.</a:t>
              </a:r>
              <a:endParaRPr/>
            </a:p>
          </p:txBody>
        </p:sp>
        <p:sp>
          <p:nvSpPr>
            <p:cNvPr id="25" name="Rechthoek 24"/>
            <p:cNvSpPr/>
            <p:nvPr userDrawn="1"/>
          </p:nvSpPr>
          <p:spPr bwMode="auto">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noAutofit/>
            </a:bodyPr>
            <a:lstStyle/>
            <a:p>
              <a:pPr algn="l">
                <a:defRPr/>
              </a:pPr>
              <a:endParaRPr lang="en-GB" sz="1000" b="0" i="1">
                <a:solidFill>
                  <a:srgbClr val="211F26"/>
                </a:solidFill>
                <a:latin typeface="Calibri"/>
                <a:cs typeface="Calibri"/>
              </a:endParaRPr>
            </a:p>
          </p:txBody>
        </p:sp>
        <p:grpSp>
          <p:nvGrpSpPr>
            <p:cNvPr id="26" name="Groep 25"/>
            <p:cNvGrpSpPr/>
            <p:nvPr userDrawn="1"/>
          </p:nvGrpSpPr>
          <p:grpSpPr bwMode="auto">
            <a:xfrm>
              <a:off x="-2485819" y="3479783"/>
              <a:ext cx="1222990" cy="563933"/>
              <a:chOff x="-2485819" y="3399207"/>
              <a:chExt cx="1222990" cy="563933"/>
            </a:xfrm>
          </p:grpSpPr>
          <p:sp>
            <p:nvSpPr>
              <p:cNvPr id="65" name="Rechthoek 64"/>
              <p:cNvSpPr/>
              <p:nvPr userDrawn="1"/>
            </p:nvSpPr>
            <p:spPr bwMode="auto">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noAutofit/>
              </a:bodyPr>
              <a:lstStyle/>
              <a:p>
                <a:pPr algn="l">
                  <a:lnSpc>
                    <a:spcPct val="90000"/>
                  </a:lnSpc>
                  <a:spcBef>
                    <a:spcPts val="600"/>
                  </a:spcBef>
                  <a:spcAft>
                    <a:spcPts val="600"/>
                  </a:spcAft>
                  <a:defRPr/>
                </a:pPr>
                <a:endParaRPr lang="en-GB" sz="800" b="0">
                  <a:solidFill>
                    <a:srgbClr val="211F26"/>
                  </a:solidFill>
                  <a:latin typeface="Calibri"/>
                  <a:cs typeface="Calibri"/>
                </a:endParaRPr>
              </a:p>
            </p:txBody>
          </p:sp>
          <p:sp>
            <p:nvSpPr>
              <p:cNvPr id="66" name="Rechthoek 65"/>
              <p:cNvSpPr/>
              <p:nvPr userDrawn="1"/>
            </p:nvSpPr>
            <p:spPr bwMode="auto">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67" name="Groep 66"/>
              <p:cNvGrpSpPr/>
              <p:nvPr userDrawn="1"/>
            </p:nvGrpSpPr>
            <p:grpSpPr bwMode="auto">
              <a:xfrm>
                <a:off x="-2403869" y="3460544"/>
                <a:ext cx="155951" cy="131922"/>
                <a:chOff x="12968836" y="3354170"/>
                <a:chExt cx="404806" cy="342433"/>
              </a:xfrm>
            </p:grpSpPr>
            <p:sp>
              <p:nvSpPr>
                <p:cNvPr id="80" name="Rechthoek: afgeronde hoeken 79"/>
                <p:cNvSpPr/>
                <p:nvPr userDrawn="1"/>
              </p:nvSpPr>
              <p:spPr bwMode="auto">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noAutofit/>
                </a:bodyPr>
                <a:lstStyle/>
                <a:p>
                  <a:pPr lvl="0">
                    <a:lnSpc>
                      <a:spcPct val="90000"/>
                    </a:lnSpc>
                    <a:spcBef>
                      <a:spcPts val="600"/>
                    </a:spcBef>
                    <a:spcAft>
                      <a:spcPts val="600"/>
                    </a:spcAft>
                    <a:defRPr/>
                  </a:pPr>
                  <a:endParaRPr lang="en-GB" sz="800" b="0">
                    <a:solidFill>
                      <a:srgbClr val="211F26"/>
                    </a:solidFill>
                    <a:latin typeface="Calibri"/>
                    <a:cs typeface="Calibri"/>
                  </a:endParaRPr>
                </a:p>
              </p:txBody>
            </p:sp>
            <p:sp>
              <p:nvSpPr>
                <p:cNvPr id="81" name="Rechthoek 80"/>
                <p:cNvSpPr/>
                <p:nvPr userDrawn="1"/>
              </p:nvSpPr>
              <p:spPr bwMode="auto">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82" name="Rechthoek 81"/>
                <p:cNvSpPr/>
                <p:nvPr userDrawn="1"/>
              </p:nvSpPr>
              <p:spPr bwMode="auto">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83" name="Rechthoek 82"/>
                <p:cNvSpPr/>
                <p:nvPr userDrawn="1"/>
              </p:nvSpPr>
              <p:spPr bwMode="auto">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84" name="Rechthoek 83"/>
                <p:cNvSpPr/>
                <p:nvPr userDrawn="1"/>
              </p:nvSpPr>
              <p:spPr bwMode="auto">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85" name="Rechthoek 84"/>
                <p:cNvSpPr/>
                <p:nvPr userDrawn="1"/>
              </p:nvSpPr>
              <p:spPr bwMode="auto">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68" name="Groep 67"/>
              <p:cNvGrpSpPr/>
              <p:nvPr userDrawn="1"/>
            </p:nvGrpSpPr>
            <p:grpSpPr bwMode="auto">
              <a:xfrm>
                <a:off x="-2423424" y="3690208"/>
                <a:ext cx="166739" cy="218963"/>
                <a:chOff x="12940828" y="3950597"/>
                <a:chExt cx="432813" cy="568367"/>
              </a:xfrm>
            </p:grpSpPr>
            <p:grpSp>
              <p:nvGrpSpPr>
                <p:cNvPr id="72" name="Groep 71"/>
                <p:cNvGrpSpPr/>
                <p:nvPr userDrawn="1"/>
              </p:nvGrpSpPr>
              <p:grpSpPr bwMode="auto">
                <a:xfrm>
                  <a:off x="13000382" y="4006891"/>
                  <a:ext cx="373259" cy="315747"/>
                  <a:chOff x="12968836" y="3354170"/>
                  <a:chExt cx="404806" cy="342433"/>
                </a:xfrm>
              </p:grpSpPr>
              <p:sp>
                <p:nvSpPr>
                  <p:cNvPr id="74" name="Rechthoek: afgeronde hoeken 73"/>
                  <p:cNvSpPr/>
                  <p:nvPr userDrawn="1"/>
                </p:nvSpPr>
                <p:spPr bwMode="auto">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noAutofit/>
                  </a:bodyPr>
                  <a:lstStyle/>
                  <a:p>
                    <a:pPr lvl="0">
                      <a:lnSpc>
                        <a:spcPct val="90000"/>
                      </a:lnSpc>
                      <a:spcBef>
                        <a:spcPts val="600"/>
                      </a:spcBef>
                      <a:spcAft>
                        <a:spcPts val="600"/>
                      </a:spcAft>
                      <a:defRPr/>
                    </a:pPr>
                    <a:endParaRPr lang="en-GB" sz="800" b="0">
                      <a:solidFill>
                        <a:srgbClr val="211F26"/>
                      </a:solidFill>
                      <a:latin typeface="Calibri"/>
                      <a:cs typeface="Calibri"/>
                    </a:endParaRPr>
                  </a:p>
                </p:txBody>
              </p:sp>
              <p:sp>
                <p:nvSpPr>
                  <p:cNvPr id="75" name="Rechthoek 74"/>
                  <p:cNvSpPr/>
                  <p:nvPr userDrawn="1"/>
                </p:nvSpPr>
                <p:spPr bwMode="auto">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76" name="Rechthoek 75"/>
                  <p:cNvSpPr/>
                  <p:nvPr userDrawn="1"/>
                </p:nvSpPr>
                <p:spPr bwMode="auto">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77" name="Rechthoek 76"/>
                  <p:cNvSpPr/>
                  <p:nvPr userDrawn="1"/>
                </p:nvSpPr>
                <p:spPr bwMode="auto">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78" name="Rechthoek 77"/>
                  <p:cNvSpPr/>
                  <p:nvPr userDrawn="1"/>
                </p:nvSpPr>
                <p:spPr bwMode="auto">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79" name="Rechthoek 78"/>
                  <p:cNvSpPr/>
                  <p:nvPr userDrawn="1"/>
                </p:nvSpPr>
                <p:spPr bwMode="auto">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sp>
              <p:nvSpPr>
                <p:cNvPr id="73" name="Boog 72"/>
                <p:cNvSpPr/>
                <p:nvPr userDrawn="1"/>
              </p:nvSpPr>
              <p:spPr bwMode="auto">
                <a:xfrm rot="17637075">
                  <a:off x="12776154"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defRPr/>
                  </a:pPr>
                  <a:endParaRPr lang="en-GB" sz="2400">
                    <a:solidFill>
                      <a:srgbClr val="211F26"/>
                    </a:solidFill>
                    <a:latin typeface="Calibri"/>
                    <a:cs typeface="Calibri"/>
                  </a:endParaRPr>
                </a:p>
              </p:txBody>
            </p:sp>
          </p:grpSp>
          <p:sp>
            <p:nvSpPr>
              <p:cNvPr id="69" name="Tekstvak 68"/>
              <p:cNvSpPr txBox="1"/>
              <p:nvPr userDrawn="1"/>
            </p:nvSpPr>
            <p:spPr bwMode="auto">
              <a:xfrm>
                <a:off x="-2245455" y="3460544"/>
                <a:ext cx="896116" cy="134709"/>
              </a:xfrm>
              <a:prstGeom prst="rect">
                <a:avLst/>
              </a:prstGeom>
              <a:noFill/>
            </p:spPr>
            <p:txBody>
              <a:bodyPr wrap="square" rtlCol="0" anchor="ctr">
                <a:noAutofit/>
              </a:bodyPr>
              <a:lstStyle/>
              <a:p>
                <a:pPr marL="0" algn="l" defTabSz="1217512">
                  <a:lnSpc>
                    <a:spcPct val="90000"/>
                  </a:lnSpc>
                  <a:spcBef>
                    <a:spcPts val="600"/>
                  </a:spcBef>
                  <a:spcAft>
                    <a:spcPts val="600"/>
                  </a:spcAft>
                  <a:defRPr/>
                </a:pPr>
                <a:r>
                  <a:rPr lang="en-GB" sz="900" b="0">
                    <a:solidFill>
                      <a:srgbClr val="211F26"/>
                    </a:solidFill>
                    <a:latin typeface="Calibri"/>
                    <a:ea typeface="+mn-ea"/>
                    <a:cs typeface="Calibri"/>
                  </a:rPr>
                  <a:t>Layout</a:t>
                </a:r>
                <a:endParaRPr/>
              </a:p>
            </p:txBody>
          </p:sp>
          <p:sp>
            <p:nvSpPr>
              <p:cNvPr id="70" name="Tekstvak 69"/>
              <p:cNvSpPr txBox="1"/>
              <p:nvPr userDrawn="1"/>
            </p:nvSpPr>
            <p:spPr bwMode="auto">
              <a:xfrm>
                <a:off x="-2258884" y="3712980"/>
                <a:ext cx="909545" cy="126416"/>
              </a:xfrm>
              <a:prstGeom prst="rect">
                <a:avLst/>
              </a:prstGeom>
              <a:noFill/>
            </p:spPr>
            <p:txBody>
              <a:bodyPr wrap="square" rtlCol="0" anchor="ctr">
                <a:noAutofit/>
              </a:bodyPr>
              <a:lstStyle/>
              <a:p>
                <a:pPr marL="0" algn="l" defTabSz="1217512">
                  <a:lnSpc>
                    <a:spcPct val="90000"/>
                  </a:lnSpc>
                  <a:spcBef>
                    <a:spcPts val="600"/>
                  </a:spcBef>
                  <a:spcAft>
                    <a:spcPts val="600"/>
                  </a:spcAft>
                  <a:defRPr/>
                </a:pPr>
                <a:r>
                  <a:rPr lang="en-GB" sz="900" b="0">
                    <a:solidFill>
                      <a:srgbClr val="211F26"/>
                    </a:solidFill>
                    <a:latin typeface="Calibri"/>
                    <a:ea typeface="+mn-ea"/>
                    <a:cs typeface="Calibri"/>
                  </a:rPr>
                  <a:t>Reset slide</a:t>
                </a:r>
                <a:endParaRPr/>
              </a:p>
            </p:txBody>
          </p:sp>
          <p:sp>
            <p:nvSpPr>
              <p:cNvPr id="71" name="Vrije vorm: vorm 70"/>
              <p:cNvSpPr/>
              <p:nvPr userDrawn="1"/>
            </p:nvSpPr>
            <p:spPr bwMode="auto">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fill="norm" stroke="1"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Calibri"/>
                  <a:cs typeface="Calibri"/>
                </a:endParaRPr>
              </a:p>
            </p:txBody>
          </p:sp>
        </p:grpSp>
        <p:grpSp>
          <p:nvGrpSpPr>
            <p:cNvPr id="27" name="Groep 26"/>
            <p:cNvGrpSpPr/>
            <p:nvPr userDrawn="1"/>
          </p:nvGrpSpPr>
          <p:grpSpPr bwMode="auto">
            <a:xfrm>
              <a:off x="-3786165" y="5680652"/>
              <a:ext cx="3693386" cy="959696"/>
              <a:chOff x="-3786437" y="6163468"/>
              <a:chExt cx="3693386" cy="959696"/>
            </a:xfrm>
          </p:grpSpPr>
          <p:sp>
            <p:nvSpPr>
              <p:cNvPr id="55" name="Rechthoek 54"/>
              <p:cNvSpPr/>
              <p:nvPr userDrawn="1"/>
            </p:nvSpPr>
            <p:spPr bwMode="auto">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600"/>
                  </a:spcBef>
                  <a:spcAft>
                    <a:spcPts val="600"/>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mn-ea"/>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mn-ea"/>
                    <a:cs typeface="Calibri"/>
                  </a:rPr>
                  <a:t>and click</a:t>
                </a:r>
                <a:br>
                  <a:rPr lang="en-GB" sz="1200" cap="none">
                    <a:solidFill>
                      <a:srgbClr val="211F26"/>
                    </a:solidFill>
                    <a:latin typeface="Calibri"/>
                    <a:ea typeface="+mn-ea"/>
                    <a:cs typeface="Calibri"/>
                  </a:rPr>
                </a:br>
                <a:r>
                  <a:rPr lang="en-GB" sz="1200" cap="none">
                    <a:solidFill>
                      <a:srgbClr val="211F26"/>
                    </a:solidFill>
                    <a:latin typeface="Calibri"/>
                    <a:ea typeface="+mn-ea"/>
                    <a:cs typeface="Calibri"/>
                  </a:rPr>
                  <a:t>on the button </a:t>
                </a:r>
                <a:r>
                  <a:rPr lang="en-GB" sz="1200" b="1" cap="all">
                    <a:solidFill>
                      <a:srgbClr val="211F26"/>
                    </a:solidFill>
                    <a:latin typeface="Calibri"/>
                    <a:cs typeface="Calibri"/>
                  </a:rPr>
                  <a:t>‘Inspiration'</a:t>
                </a:r>
                <a:endParaRPr/>
              </a:p>
            </p:txBody>
          </p:sp>
          <p:grpSp>
            <p:nvGrpSpPr>
              <p:cNvPr id="56" name="ICOON_info"/>
              <p:cNvGrpSpPr/>
              <p:nvPr userDrawn="1"/>
            </p:nvGrpSpPr>
            <p:grpSpPr bwMode="auto">
              <a:xfrm>
                <a:off x="-376735" y="6163468"/>
                <a:ext cx="283685" cy="283685"/>
                <a:chOff x="-510741" y="5913713"/>
                <a:chExt cx="267555" cy="267555"/>
              </a:xfrm>
            </p:grpSpPr>
            <p:sp>
              <p:nvSpPr>
                <p:cNvPr id="63" name="Ovaal 62"/>
                <p:cNvSpPr/>
                <p:nvPr userDrawn="1"/>
              </p:nvSpPr>
              <p:spPr bwMode="auto">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Calibri"/>
                    <a:cs typeface="Calibri"/>
                  </a:endParaRPr>
                </a:p>
              </p:txBody>
            </p:sp>
            <p:sp>
              <p:nvSpPr>
                <p:cNvPr id="64" name="Graphic 163" descr="Informatie"/>
                <p:cNvSpPr/>
                <p:nvPr/>
              </p:nvSpPr>
              <p:spPr bwMode="auto">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pPr>
                    <a:defRPr/>
                  </a:pPr>
                  <a:endParaRPr lang="en-GB" sz="2000">
                    <a:solidFill>
                      <a:srgbClr val="211F26"/>
                    </a:solidFill>
                    <a:latin typeface="Calibri"/>
                    <a:cs typeface="Calibri"/>
                  </a:endParaRPr>
                </a:p>
              </p:txBody>
            </p:sp>
          </p:grpSp>
          <p:grpSp>
            <p:nvGrpSpPr>
              <p:cNvPr id="57" name="Groep 56"/>
              <p:cNvGrpSpPr/>
              <p:nvPr userDrawn="1"/>
            </p:nvGrpSpPr>
            <p:grpSpPr bwMode="auto">
              <a:xfrm>
                <a:off x="-938434" y="6420817"/>
                <a:ext cx="627798" cy="576693"/>
                <a:chOff x="-938434" y="4570310"/>
                <a:chExt cx="627798" cy="576693"/>
              </a:xfrm>
            </p:grpSpPr>
            <p:grpSp>
              <p:nvGrpSpPr>
                <p:cNvPr id="58" name="Inspireren"/>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60" name="Freeform 12"/>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61" name="Freeform 13"/>
                  <p:cNvSpPr/>
                  <p:nvPr/>
                </p:nvSpPr>
                <p:spPr bwMode="auto">
                  <a:xfrm>
                    <a:off x="5022" y="3795"/>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62" name="Freeform 14"/>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grpSp>
            <p:sp>
              <p:nvSpPr>
                <p:cNvPr id="59" name="Tekstvak 58"/>
                <p:cNvSpPr txBox="1"/>
                <p:nvPr userDrawn="1"/>
              </p:nvSpPr>
              <p:spPr bwMode="auto">
                <a:xfrm>
                  <a:off x="-938434" y="4824764"/>
                  <a:ext cx="627798" cy="322239"/>
                </a:xfrm>
                <a:prstGeom prst="rect">
                  <a:avLst/>
                </a:prstGeom>
                <a:noFill/>
              </p:spPr>
              <p:txBody>
                <a:bodyPr wrap="square" lIns="0" tIns="0" rIns="0" bIns="0" rtlCol="0" anchor="ctr">
                  <a:noAutofit/>
                </a:bodyPr>
                <a:lstStyle/>
                <a:p>
                  <a:pPr marL="0" marR="0" lvl="0" indent="0" algn="ctr" defTabSz="914400">
                    <a:lnSpc>
                      <a:spcPct val="90000"/>
                    </a:lnSpc>
                    <a:spcBef>
                      <a:spcPts val="600"/>
                    </a:spcBef>
                    <a:spcAft>
                      <a:spcPts val="600"/>
                    </a:spcAft>
                    <a:buClrTx/>
                    <a:buSzTx/>
                    <a:buFontTx/>
                    <a:buNone/>
                    <a:defRPr/>
                  </a:pPr>
                  <a:r>
                    <a:rPr lang="en-GB" sz="1000" b="0" i="0" u="none" strike="noStrike" cap="none" spc="0">
                      <a:ln>
                        <a:noFill/>
                      </a:ln>
                      <a:solidFill>
                        <a:srgbClr val="211F26"/>
                      </a:solidFill>
                      <a:latin typeface="Calibri"/>
                      <a:ea typeface="+mn-ea"/>
                      <a:cs typeface="Calibri"/>
                    </a:rPr>
                    <a:t>Inspiration</a:t>
                  </a:r>
                  <a:endParaRPr/>
                </a:p>
              </p:txBody>
            </p:sp>
          </p:grpSp>
        </p:grpSp>
        <p:grpSp>
          <p:nvGrpSpPr>
            <p:cNvPr id="28" name="Groep 27"/>
            <p:cNvGrpSpPr/>
            <p:nvPr userDrawn="1"/>
          </p:nvGrpSpPr>
          <p:grpSpPr bwMode="auto">
            <a:xfrm>
              <a:off x="-3426806" y="5129582"/>
              <a:ext cx="514283" cy="506545"/>
              <a:chOff x="12617641" y="3403239"/>
              <a:chExt cx="752963" cy="741634"/>
            </a:xfrm>
          </p:grpSpPr>
          <p:grpSp>
            <p:nvGrpSpPr>
              <p:cNvPr id="39" name="Groep 38"/>
              <p:cNvGrpSpPr/>
              <p:nvPr userDrawn="1"/>
            </p:nvGrpSpPr>
            <p:grpSpPr bwMode="auto">
              <a:xfrm>
                <a:off x="12771530" y="3403239"/>
                <a:ext cx="467176" cy="448491"/>
                <a:chOff x="12782157" y="3403239"/>
                <a:chExt cx="467176" cy="448491"/>
              </a:xfrm>
            </p:grpSpPr>
            <p:grpSp>
              <p:nvGrpSpPr>
                <p:cNvPr id="42" name="Groep 41"/>
                <p:cNvGrpSpPr/>
                <p:nvPr userDrawn="1"/>
              </p:nvGrpSpPr>
              <p:grpSpPr bwMode="auto">
                <a:xfrm>
                  <a:off x="12782157" y="3403239"/>
                  <a:ext cx="412976" cy="396131"/>
                  <a:chOff x="13554906" y="3320109"/>
                  <a:chExt cx="443917" cy="425811"/>
                </a:xfrm>
              </p:grpSpPr>
              <p:grpSp>
                <p:nvGrpSpPr>
                  <p:cNvPr id="49" name="Groep 48"/>
                  <p:cNvGrpSpPr/>
                  <p:nvPr userDrawn="1"/>
                </p:nvGrpSpPr>
                <p:grpSpPr bwMode="auto">
                  <a:xfrm>
                    <a:off x="13554906" y="3320109"/>
                    <a:ext cx="443917" cy="425811"/>
                    <a:chOff x="12909684" y="1276143"/>
                    <a:chExt cx="443917" cy="425811"/>
                  </a:xfrm>
                </p:grpSpPr>
                <p:sp>
                  <p:nvSpPr>
                    <p:cNvPr id="52" name="Rechthoek 51"/>
                    <p:cNvSpPr/>
                    <p:nvPr userDrawn="1"/>
                  </p:nvSpPr>
                  <p:spPr bwMode="auto">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noAutofit/>
                    </a:bodyPr>
                    <a:lstStyle/>
                    <a:p>
                      <a:pPr lvl="0">
                        <a:lnSpc>
                          <a:spcPct val="90000"/>
                        </a:lnSpc>
                        <a:spcBef>
                          <a:spcPts val="600"/>
                        </a:spcBef>
                        <a:spcAft>
                          <a:spcPts val="600"/>
                        </a:spcAft>
                        <a:defRPr/>
                      </a:pPr>
                      <a:endParaRPr lang="en-GB" sz="800" b="0">
                        <a:solidFill>
                          <a:srgbClr val="211F26"/>
                        </a:solidFill>
                        <a:latin typeface="Calibri"/>
                        <a:cs typeface="Calibri"/>
                      </a:endParaRPr>
                    </a:p>
                  </p:txBody>
                </p:sp>
                <p:sp>
                  <p:nvSpPr>
                    <p:cNvPr id="53" name="Rechthoek 52"/>
                    <p:cNvSpPr/>
                    <p:nvPr userDrawn="1"/>
                  </p:nvSpPr>
                  <p:spPr bwMode="auto">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noAutofit/>
                    </a:bodyPr>
                    <a:lstStyle/>
                    <a:p>
                      <a:pPr lvl="0">
                        <a:lnSpc>
                          <a:spcPct val="90000"/>
                        </a:lnSpc>
                        <a:spcBef>
                          <a:spcPts val="600"/>
                        </a:spcBef>
                        <a:spcAft>
                          <a:spcPts val="600"/>
                        </a:spcAft>
                        <a:defRPr/>
                      </a:pPr>
                      <a:endParaRPr lang="en-GB" sz="800" b="0">
                        <a:solidFill>
                          <a:srgbClr val="211F26"/>
                        </a:solidFill>
                        <a:latin typeface="Calibri"/>
                        <a:cs typeface="Calibri"/>
                      </a:endParaRPr>
                    </a:p>
                  </p:txBody>
                </p:sp>
                <p:sp>
                  <p:nvSpPr>
                    <p:cNvPr id="54" name="Ovaal 53"/>
                    <p:cNvSpPr/>
                    <p:nvPr userDrawn="1"/>
                  </p:nvSpPr>
                  <p:spPr bwMode="auto">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pic>
                <p:nvPicPr>
                  <p:cNvPr id="50" name="Afbeelding 49"/>
                  <p:cNvPicPr>
                    <a:picLocks noChangeAspect="1"/>
                  </p:cNvPicPr>
                  <p:nvPr userDrawn="1"/>
                </p:nvPicPr>
                <p:blipFill>
                  <a:blip r:embed="rId2">
                    <a:duotone>
                      <a:prstClr val="black"/>
                      <a:srgbClr val="4D82B8">
                        <a:tint val="45000"/>
                        <a:satMod val="400000"/>
                      </a:srgbClr>
                    </a:duotone>
                  </a:blip>
                  <a:stretch/>
                </p:blipFill>
                <p:spPr bwMode="auto">
                  <a:xfrm>
                    <a:off x="13567296" y="3424991"/>
                    <a:ext cx="173367" cy="140220"/>
                  </a:xfrm>
                  <a:prstGeom prst="rect">
                    <a:avLst/>
                  </a:prstGeom>
                </p:spPr>
              </p:pic>
              <p:pic>
                <p:nvPicPr>
                  <p:cNvPr id="51" name="Afbeelding 50"/>
                  <p:cNvPicPr>
                    <a:picLocks noChangeAspect="1"/>
                  </p:cNvPicPr>
                  <p:nvPr userDrawn="1"/>
                </p:nvPicPr>
                <p:blipFill>
                  <a:blip r:embed="rId2">
                    <a:duotone>
                      <a:prstClr val="black"/>
                      <a:srgbClr val="4D82B8">
                        <a:tint val="45000"/>
                        <a:satMod val="400000"/>
                      </a:srgbClr>
                    </a:duotone>
                  </a:blip>
                  <a:stretch/>
                </p:blipFill>
                <p:spPr bwMode="auto">
                  <a:xfrm flipH="1">
                    <a:off x="13635599" y="3449265"/>
                    <a:ext cx="173367" cy="111424"/>
                  </a:xfrm>
                  <a:prstGeom prst="rect">
                    <a:avLst/>
                  </a:prstGeom>
                </p:spPr>
              </p:pic>
            </p:grpSp>
            <p:grpSp>
              <p:nvGrpSpPr>
                <p:cNvPr id="43" name="Groep 42"/>
                <p:cNvGrpSpPr/>
                <p:nvPr userDrawn="1"/>
              </p:nvGrpSpPr>
              <p:grpSpPr bwMode="auto">
                <a:xfrm>
                  <a:off x="13103513" y="3705268"/>
                  <a:ext cx="145820" cy="146462"/>
                  <a:chOff x="13096169" y="3602278"/>
                  <a:chExt cx="145820" cy="146462"/>
                </a:xfrm>
              </p:grpSpPr>
              <p:sp>
                <p:nvSpPr>
                  <p:cNvPr id="47" name="Rechthoek 46"/>
                  <p:cNvSpPr/>
                  <p:nvPr userDrawn="1"/>
                </p:nvSpPr>
                <p:spPr bwMode="auto">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48" name="Rechthoek 47"/>
                  <p:cNvSpPr/>
                  <p:nvPr userDrawn="1"/>
                </p:nvSpPr>
                <p:spPr bwMode="auto">
                  <a:xfrm rot="5400000">
                    <a:off x="13037452"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44" name="Groep 43"/>
                <p:cNvGrpSpPr/>
                <p:nvPr userDrawn="1"/>
              </p:nvGrpSpPr>
              <p:grpSpPr bwMode="auto">
                <a:xfrm rot="10800000">
                  <a:off x="13061402" y="3665637"/>
                  <a:ext cx="145820" cy="146462"/>
                  <a:chOff x="13096169" y="3602278"/>
                  <a:chExt cx="145820" cy="146462"/>
                </a:xfrm>
              </p:grpSpPr>
              <p:sp>
                <p:nvSpPr>
                  <p:cNvPr id="45" name="Rechthoek 44"/>
                  <p:cNvSpPr/>
                  <p:nvPr userDrawn="1"/>
                </p:nvSpPr>
                <p:spPr bwMode="auto">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46" name="Rechthoek 45"/>
                  <p:cNvSpPr/>
                  <p:nvPr userDrawn="1"/>
                </p:nvSpPr>
                <p:spPr bwMode="auto">
                  <a:xfrm rot="5400000">
                    <a:off x="13037452"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sp>
            <p:nvSpPr>
              <p:cNvPr id="40" name="Rechthoek 39"/>
              <p:cNvSpPr/>
              <p:nvPr userDrawn="1"/>
            </p:nvSpPr>
            <p:spPr bwMode="auto">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lnSpc>
                    <a:spcPct val="90000"/>
                  </a:lnSpc>
                  <a:spcBef>
                    <a:spcPts val="600"/>
                  </a:spcBef>
                  <a:spcAft>
                    <a:spcPts val="600"/>
                  </a:spcAft>
                  <a:defRPr/>
                </a:pPr>
                <a:r>
                  <a:rPr lang="en-GB" sz="900" b="0">
                    <a:solidFill>
                      <a:srgbClr val="211F26"/>
                    </a:solidFill>
                    <a:latin typeface="Calibri"/>
                    <a:cs typeface="Calibri"/>
                  </a:rPr>
                  <a:t>Crop</a:t>
                </a:r>
                <a:endParaRPr/>
              </a:p>
            </p:txBody>
          </p:sp>
          <p:sp>
            <p:nvSpPr>
              <p:cNvPr id="41" name="Gelijkbenige driehoek 40"/>
              <p:cNvSpPr/>
              <p:nvPr userDrawn="1"/>
            </p:nvSpPr>
            <p:spPr bwMode="auto">
              <a:xfrm rot="10800000">
                <a:off x="12950688" y="4093726"/>
                <a:ext cx="86866" cy="51147"/>
              </a:xfrm>
              <a:prstGeom prst="triangle">
                <a:avLst>
                  <a:gd name="adj" fmla="val 50000"/>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sp>
          <p:nvSpPr>
            <p:cNvPr id="29" name="Ovaal 28"/>
            <p:cNvSpPr/>
            <p:nvPr userDrawn="1"/>
          </p:nvSpPr>
          <p:spPr bwMode="auto">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30" name="Rechthoek 29"/>
            <p:cNvSpPr/>
            <p:nvPr userDrawn="1"/>
          </p:nvSpPr>
          <p:spPr bwMode="auto">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Select the preferred category and image</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and click on  </a:t>
              </a:r>
              <a:r>
                <a:rPr lang="en-GB" sz="1200" b="1" i="0" u="none" strike="noStrike" cap="none" spc="0">
                  <a:ln>
                    <a:noFill/>
                  </a:ln>
                  <a:solidFill>
                    <a:srgbClr val="000000"/>
                  </a:solidFill>
                  <a:latin typeface="Calibri"/>
                  <a:cs typeface="Calibri"/>
                </a:rPr>
                <a:t>‘Insert’</a:t>
              </a:r>
              <a:r>
                <a:rPr lang="en-GB" sz="1200" b="0" i="0" u="none" strike="noStrike" cap="none" spc="0">
                  <a:ln>
                    <a:noFill/>
                  </a:ln>
                  <a:solidFill>
                    <a:srgbClr val="000000"/>
                  </a:solidFill>
                  <a:latin typeface="Calibri"/>
                  <a:cs typeface="Calibri"/>
                </a:rPr>
                <a:t>.</a:t>
              </a:r>
              <a:endParaRPr/>
            </a:p>
          </p:txBody>
        </p:sp>
        <p:sp>
          <p:nvSpPr>
            <p:cNvPr id="31" name="Rechthoek 30"/>
            <p:cNvSpPr/>
            <p:nvPr userDrawn="1"/>
          </p:nvSpPr>
          <p:spPr bwMode="auto">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lnSpc>
                  <a:spcPct val="90000"/>
                </a:lnSpc>
                <a:spcBef>
                  <a:spcPts val="600"/>
                </a:spcBef>
                <a:spcAft>
                  <a:spcPts val="600"/>
                </a:spcAft>
                <a:defRPr/>
              </a:pPr>
              <a:r>
                <a:rPr lang="en-GB" sz="1000" b="1">
                  <a:solidFill>
                    <a:srgbClr val="211F26"/>
                  </a:solidFill>
                  <a:latin typeface="Calibri"/>
                  <a:cs typeface="Calibri"/>
                </a:rPr>
                <a:t>Insert</a:t>
              </a:r>
              <a:endParaRPr/>
            </a:p>
          </p:txBody>
        </p:sp>
        <p:grpSp>
          <p:nvGrpSpPr>
            <p:cNvPr id="32" name="Groep 31"/>
            <p:cNvGrpSpPr/>
            <p:nvPr userDrawn="1"/>
          </p:nvGrpSpPr>
          <p:grpSpPr bwMode="auto">
            <a:xfrm>
              <a:off x="-3365483" y="1226982"/>
              <a:ext cx="446937" cy="406485"/>
              <a:chOff x="-3563526" y="1409294"/>
              <a:chExt cx="354190" cy="322133"/>
            </a:xfrm>
          </p:grpSpPr>
          <p:grpSp>
            <p:nvGrpSpPr>
              <p:cNvPr id="33" name="Groep 32"/>
              <p:cNvGrpSpPr/>
              <p:nvPr userDrawn="1"/>
            </p:nvGrpSpPr>
            <p:grpSpPr bwMode="auto">
              <a:xfrm>
                <a:off x="-3499992" y="1409294"/>
                <a:ext cx="225195" cy="195499"/>
                <a:chOff x="8987389" y="1361199"/>
                <a:chExt cx="2200275" cy="1914525"/>
              </a:xfrm>
            </p:grpSpPr>
            <p:sp>
              <p:nvSpPr>
                <p:cNvPr id="35" name="Vrije vorm: vorm 34"/>
                <p:cNvSpPr/>
                <p:nvPr/>
              </p:nvSpPr>
              <p:spPr bwMode="auto">
                <a:xfrm>
                  <a:off x="9363620" y="1831738"/>
                  <a:ext cx="371476"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fill="norm" stroke="1"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8">
                    <a:defRPr/>
                  </a:pPr>
                  <a:endParaRPr lang="en-GB" sz="7200">
                    <a:solidFill>
                      <a:srgbClr val="211F26"/>
                    </a:solidFill>
                    <a:latin typeface="+mn-lt"/>
                  </a:endParaRPr>
                </a:p>
              </p:txBody>
            </p:sp>
            <p:grpSp>
              <p:nvGrpSpPr>
                <p:cNvPr id="36" name="Groep 35"/>
                <p:cNvGrpSpPr/>
                <p:nvPr/>
              </p:nvGrpSpPr>
              <p:grpSpPr bwMode="auto">
                <a:xfrm>
                  <a:off x="8987389" y="1361199"/>
                  <a:ext cx="2200275" cy="1914525"/>
                  <a:chOff x="8987389" y="1361199"/>
                  <a:chExt cx="2200275" cy="1914525"/>
                </a:xfrm>
                <a:gradFill>
                  <a:gsLst>
                    <a:gs pos="0">
                      <a:srgbClr val="9D9FA1"/>
                    </a:gs>
                    <a:gs pos="70000">
                      <a:srgbClr val="211F26"/>
                    </a:gs>
                  </a:gsLst>
                  <a:lin ang="2700000" scaled="0"/>
                </a:gradFill>
              </p:grpSpPr>
              <p:sp>
                <p:nvSpPr>
                  <p:cNvPr id="37" name="Vrije vorm: vorm 36"/>
                  <p:cNvSpPr/>
                  <p:nvPr/>
                </p:nvSpPr>
                <p:spPr bwMode="auto">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fill="norm" stroke="1"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8">
                      <a:defRPr/>
                    </a:pPr>
                    <a:endParaRPr lang="en-GB" sz="7200">
                      <a:solidFill>
                        <a:srgbClr val="211F26"/>
                      </a:solidFill>
                      <a:latin typeface="+mn-lt"/>
                    </a:endParaRPr>
                  </a:p>
                </p:txBody>
              </p:sp>
              <p:sp>
                <p:nvSpPr>
                  <p:cNvPr id="38" name="Vrije vorm: vorm 37"/>
                  <p:cNvSpPr/>
                  <p:nvPr/>
                </p:nvSpPr>
                <p:spPr bwMode="auto">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fill="norm" stroke="1"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8">
                      <a:defRPr/>
                    </a:pPr>
                    <a:endParaRPr lang="en-GB" sz="7200">
                      <a:solidFill>
                        <a:srgbClr val="211F26"/>
                      </a:solidFill>
                      <a:latin typeface="+mn-lt"/>
                    </a:endParaRPr>
                  </a:p>
                </p:txBody>
              </p:sp>
            </p:grpSp>
          </p:grpSp>
          <p:sp>
            <p:nvSpPr>
              <p:cNvPr id="34" name="Tekstvak 33"/>
              <p:cNvSpPr txBox="1"/>
              <p:nvPr userDrawn="1"/>
            </p:nvSpPr>
            <p:spPr bwMode="auto">
              <a:xfrm>
                <a:off x="-3563526" y="1617700"/>
                <a:ext cx="354190" cy="113727"/>
              </a:xfrm>
              <a:prstGeom prst="rect">
                <a:avLst/>
              </a:prstGeom>
              <a:noFill/>
            </p:spPr>
            <p:txBody>
              <a:bodyPr wrap="square" lIns="0" tIns="18000" rIns="0" bIns="0" rtlCol="0" anchor="t">
                <a:noAutofit/>
              </a:bodyPr>
              <a:lstStyle/>
              <a:p>
                <a:pPr marL="0" marR="0" lvl="0" indent="0" algn="ctr" defTabSz="914400">
                  <a:lnSpc>
                    <a:spcPct val="90000"/>
                  </a:lnSpc>
                  <a:spcBef>
                    <a:spcPts val="600"/>
                  </a:spcBef>
                  <a:spcAft>
                    <a:spcPts val="600"/>
                  </a:spcAft>
                  <a:buClrTx/>
                  <a:buSzTx/>
                  <a:buFontTx/>
                  <a:buNone/>
                  <a:defRPr/>
                </a:pPr>
                <a:r>
                  <a:rPr lang="en-GB" sz="1000" b="0" i="0" u="none" strike="noStrike" cap="none" spc="0">
                    <a:ln>
                      <a:noFill/>
                    </a:ln>
                    <a:solidFill>
                      <a:srgbClr val="211F26"/>
                    </a:solidFill>
                    <a:latin typeface="Calibri"/>
                    <a:ea typeface="+mn-ea"/>
                    <a:cs typeface="Calibri"/>
                  </a:rPr>
                  <a:t>Images</a:t>
                </a:r>
                <a:endParaRPr/>
              </a:p>
            </p:txBody>
          </p:sp>
        </p:grpSp>
      </p:gr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name="">
    <p:bg>
      <p:bgPr shadeToTitle="0">
        <a:solidFill>
          <a:srgbClr val="FFFFFF"/>
        </a:solidFill>
      </p:bgPr>
    </p:bg>
    <p:spTree>
      <p:nvGrpSpPr>
        <p:cNvPr id="1" name=""/>
        <p:cNvGrpSpPr/>
        <p:nvPr/>
      </p:nvGrpSpPr>
      <p:grpSpPr bwMode="auto">
        <a:xfrm>
          <a:off x="0" y="0"/>
          <a:ext cx="0" cy="0"/>
          <a:chOff x="0" y="0"/>
          <a:chExt cx="0" cy="0"/>
        </a:xfrm>
      </p:grpSpPr>
      <p:sp>
        <p:nvSpPr>
          <p:cNvPr id="1949381788" name="Tijdelijke aanduiding voor titel 1"/>
          <p:cNvSpPr>
            <a:spLocks noGrp="1"/>
          </p:cNvSpPr>
          <p:nvPr>
            <p:ph type="title"/>
          </p:nvPr>
        </p:nvSpPr>
        <p:spPr bwMode="auto">
          <a:xfrm>
            <a:off x="718666" y="722454"/>
            <a:ext cx="10752610" cy="323409"/>
          </a:xfrm>
          <a:prstGeom prst="rect">
            <a:avLst/>
          </a:prstGeom>
        </p:spPr>
        <p:txBody>
          <a:bodyPr vert="horz" lIns="0" tIns="0" rIns="0" bIns="378000" rtlCol="0" anchor="t">
            <a:noAutofit/>
          </a:bodyPr>
          <a:lstStyle/>
          <a:p>
            <a:pPr>
              <a:defRPr/>
            </a:pPr>
            <a:r>
              <a:rPr lang="en-GB"/>
              <a:t>Title goes here</a:t>
            </a:r>
            <a:endParaRPr/>
          </a:p>
        </p:txBody>
      </p:sp>
      <p:sp>
        <p:nvSpPr>
          <p:cNvPr id="664866607" name="Tijdelijke aanduiding voor tekst 2"/>
          <p:cNvSpPr>
            <a:spLocks noGrp="1"/>
          </p:cNvSpPr>
          <p:nvPr>
            <p:ph type="body" idx="1"/>
          </p:nvPr>
        </p:nvSpPr>
        <p:spPr bwMode="auto">
          <a:xfrm>
            <a:off x="719138" y="1563938"/>
            <a:ext cx="10752137" cy="4433419"/>
          </a:xfrm>
          <a:prstGeom prst="rect">
            <a:avLst/>
          </a:prstGeom>
        </p:spPr>
        <p:txBody>
          <a:bodyPr vert="horz" lIns="0" tIns="0" rIns="0" bIns="0" rtlCol="0">
            <a:noAutofit/>
          </a:bodyPr>
          <a:lstStyle/>
          <a:p>
            <a:pPr lvl="0">
              <a:defRPr/>
            </a:pPr>
            <a:r>
              <a:rPr lang="en-GB"/>
              <a:t>Bullet</a:t>
            </a:r>
            <a:endParaRPr/>
          </a:p>
          <a:p>
            <a:pPr lvl="1">
              <a:defRPr/>
            </a:pPr>
            <a:r>
              <a:rPr lang="en-GB"/>
              <a:t>Sub-bullet </a:t>
            </a:r>
            <a:endParaRPr/>
          </a:p>
          <a:p>
            <a:pPr lvl="2">
              <a:defRPr/>
            </a:pPr>
            <a:r>
              <a:rPr lang="en-GB"/>
              <a:t>Default text</a:t>
            </a:r>
            <a:br>
              <a:rPr lang="en-GB"/>
            </a:br>
            <a:endParaRPr lang="en-GB"/>
          </a:p>
          <a:p>
            <a:pPr lvl="3">
              <a:defRPr/>
            </a:pPr>
            <a:r>
              <a:rPr lang="en-GB"/>
              <a:t>Title/Quote</a:t>
            </a:r>
            <a:endParaRPr/>
          </a:p>
          <a:p>
            <a:pPr lvl="4">
              <a:defRPr/>
            </a:pPr>
            <a:r>
              <a:rPr lang="en-GB"/>
              <a:t>Subtitle</a:t>
            </a:r>
            <a:endParaRPr/>
          </a:p>
          <a:p>
            <a:pPr lvl="5">
              <a:defRPr/>
            </a:pPr>
            <a:r>
              <a:rPr lang="en-GB"/>
              <a:t>Default text</a:t>
            </a:r>
            <a:br>
              <a:rPr lang="en-GB"/>
            </a:br>
            <a:endParaRPr lang="en-GB"/>
          </a:p>
          <a:p>
            <a:pPr lvl="6">
              <a:defRPr/>
            </a:pPr>
            <a:r>
              <a:rPr lang="en-GB"/>
              <a:t>Numerical bullet</a:t>
            </a:r>
            <a:endParaRPr/>
          </a:p>
          <a:p>
            <a:pPr lvl="7">
              <a:defRPr/>
            </a:pPr>
            <a:r>
              <a:rPr lang="en-GB"/>
              <a:t>Alphabetical bullet</a:t>
            </a:r>
            <a:endParaRPr/>
          </a:p>
          <a:p>
            <a:pPr lvl="8">
              <a:defRPr/>
            </a:pPr>
            <a:r>
              <a:rPr lang="en-GB"/>
              <a:t>Source</a:t>
            </a:r>
            <a:endParaRPr/>
          </a:p>
        </p:txBody>
      </p:sp>
      <p:grpSp>
        <p:nvGrpSpPr>
          <p:cNvPr id="329575394" name="GRID" hidden="1"/>
          <p:cNvGrpSpPr/>
          <p:nvPr userDrawn="1"/>
        </p:nvGrpSpPr>
        <p:grpSpPr bwMode="auto">
          <a:xfrm>
            <a:off x="-12032" y="0"/>
            <a:ext cx="12204032" cy="6858000"/>
            <a:chOff x="-12032" y="0"/>
            <a:chExt cx="12204032" cy="6858000"/>
          </a:xfrm>
        </p:grpSpPr>
        <p:sp>
          <p:nvSpPr>
            <p:cNvPr id="8" name="Rechthoek 7"/>
            <p:cNvSpPr/>
            <p:nvPr userDrawn="1"/>
          </p:nvSpPr>
          <p:spPr bwMode="auto">
            <a:xfrm>
              <a:off x="-12032" y="0"/>
              <a:ext cx="12192000" cy="72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2" name="Rechthoek 11"/>
            <p:cNvSpPr/>
            <p:nvPr userDrawn="1"/>
          </p:nvSpPr>
          <p:spPr bwMode="auto">
            <a:xfrm>
              <a:off x="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3" name="Rechthoek 12"/>
            <p:cNvSpPr/>
            <p:nvPr userDrawn="1"/>
          </p:nvSpPr>
          <p:spPr bwMode="auto">
            <a:xfrm>
              <a:off x="1147200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6" name="Rechthoek 15"/>
            <p:cNvSpPr/>
            <p:nvPr userDrawn="1"/>
          </p:nvSpPr>
          <p:spPr bwMode="auto">
            <a:xfrm>
              <a:off x="0" y="1064525"/>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7" name="Rechthoek 16"/>
            <p:cNvSpPr/>
            <p:nvPr userDrawn="1"/>
          </p:nvSpPr>
          <p:spPr bwMode="auto">
            <a:xfrm>
              <a:off x="0" y="6498000"/>
              <a:ext cx="12192000" cy="36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8" name="Rechthoek 17"/>
            <p:cNvSpPr/>
            <p:nvPr userDrawn="1"/>
          </p:nvSpPr>
          <p:spPr bwMode="auto">
            <a:xfrm>
              <a:off x="0" y="5806208"/>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grpSp>
      <p:sp>
        <p:nvSpPr>
          <p:cNvPr id="59931316" name="Tekstvak 19"/>
          <p:cNvSpPr txBox="1"/>
          <p:nvPr userDrawn="1"/>
        </p:nvSpPr>
        <p:spPr bwMode="auto">
          <a:xfrm>
            <a:off x="0" y="-637132"/>
            <a:ext cx="565861" cy="169277"/>
          </a:xfrm>
          <a:prstGeom prst="rect">
            <a:avLst/>
          </a:prstGeom>
          <a:noFill/>
        </p:spPr>
        <p:txBody>
          <a:bodyPr wrap="none" lIns="0" tIns="0" rIns="0" bIns="0" rtlCol="0" anchor="b">
            <a:spAutoFit/>
          </a:bodyPr>
          <a:lstStyle/>
          <a:p>
            <a:pPr algn="l">
              <a:defRPr/>
            </a:pPr>
            <a:r>
              <a:rPr lang="en-GB" sz="1100" b="0" cap="all">
                <a:solidFill>
                  <a:schemeClr val="accent1"/>
                </a:solidFill>
                <a:latin typeface="+mn-lt"/>
              </a:rPr>
              <a:t>layout</a:t>
            </a:r>
            <a:endParaRPr/>
          </a:p>
        </p:txBody>
      </p:sp>
      <p:sp>
        <p:nvSpPr>
          <p:cNvPr id="972079768" name="Tijdelijke aanduiding voor datum 3"/>
          <p:cNvSpPr>
            <a:spLocks noGrp="1"/>
          </p:cNvSpPr>
          <p:nvPr>
            <p:ph type="dt" sz="half" idx="2"/>
          </p:nvPr>
        </p:nvSpPr>
        <p:spPr bwMode="auto">
          <a:xfrm>
            <a:off x="10146569" y="6405669"/>
            <a:ext cx="766235" cy="184666"/>
          </a:xfrm>
          <a:prstGeom prst="rect">
            <a:avLst/>
          </a:prstGeom>
        </p:spPr>
        <p:txBody>
          <a:bodyPr vert="horz" wrap="none" lIns="0" tIns="0" rIns="0" bIns="0" rtlCol="0" anchor="ctr">
            <a:spAutoFit/>
          </a:bodyPr>
          <a:lstStyle>
            <a:lvl1pPr algn="r">
              <a:defRPr sz="1200">
                <a:solidFill>
                  <a:schemeClr val="tx2"/>
                </a:solidFill>
                <a:latin typeface="+mn-lt"/>
                <a:cs typeface="Segoe UI Light"/>
              </a:defRPr>
            </a:lvl1pPr>
          </a:lstStyle>
          <a:p>
            <a:pPr>
              <a:defRPr/>
            </a:pPr>
            <a:fld id="{1BDEED87-6B56-4161-9E14-2FCC2CD9D2C7}" type="datetime1">
              <a:rPr lang="nl-NL"/>
              <a:t>10-3-2025</a:t>
            </a:fld>
            <a:endParaRPr lang="en-GB"/>
          </a:p>
        </p:txBody>
      </p:sp>
      <p:sp>
        <p:nvSpPr>
          <p:cNvPr id="1187236363" name="Tijdelijke aanduiding voor dianummer 5"/>
          <p:cNvSpPr>
            <a:spLocks noGrp="1"/>
          </p:cNvSpPr>
          <p:nvPr>
            <p:ph type="sldNum" sz="quarter" idx="4"/>
          </p:nvPr>
        </p:nvSpPr>
        <p:spPr bwMode="auto">
          <a:xfrm>
            <a:off x="11178464" y="6405669"/>
            <a:ext cx="291298" cy="184666"/>
          </a:xfrm>
          <a:prstGeom prst="rect">
            <a:avLst/>
          </a:prstGeom>
        </p:spPr>
        <p:txBody>
          <a:bodyPr vert="horz" wrap="none" lIns="0" tIns="0" rIns="0" bIns="0" rtlCol="0" anchor="ctr">
            <a:spAutoFit/>
          </a:bodyPr>
          <a:lstStyle>
            <a:lvl1pPr algn="r">
              <a:defRPr sz="1200" b="1">
                <a:solidFill>
                  <a:schemeClr val="tx2"/>
                </a:solidFill>
                <a:latin typeface="+mj-lt"/>
                <a:cs typeface="Segoe UI Light"/>
              </a:defRPr>
            </a:lvl1pPr>
          </a:lstStyle>
          <a:p>
            <a:pPr>
              <a:defRPr/>
            </a:pPr>
            <a:fld id="{9E843DB9-9987-4157-AB9C-CEA8D7D910BB}" type="slidenum">
              <a:rPr lang="en-GB"/>
              <a:t>‹#›</a:t>
            </a:fld>
            <a:endParaRPr lang="en-GB"/>
          </a:p>
        </p:txBody>
      </p:sp>
      <p:sp>
        <p:nvSpPr>
          <p:cNvPr id="683460595" name="Tekstvak 3"/>
          <p:cNvSpPr txBox="1"/>
          <p:nvPr userDrawn="1"/>
        </p:nvSpPr>
        <p:spPr bwMode="auto">
          <a:xfrm>
            <a:off x="10912804" y="-1278897"/>
            <a:ext cx="1279196" cy="169277"/>
          </a:xfrm>
          <a:prstGeom prst="rect">
            <a:avLst/>
          </a:prstGeom>
          <a:noFill/>
        </p:spPr>
        <p:txBody>
          <a:bodyPr wrap="none" lIns="0" tIns="0" rIns="0" bIns="0" rtlCol="0" anchor="b">
            <a:spAutoFit/>
          </a:bodyPr>
          <a:lstStyle/>
          <a:p>
            <a:pPr algn="r">
              <a:defRPr/>
            </a:pPr>
            <a:r>
              <a:rPr lang="en-GB" sz="1100" b="0" cap="all">
                <a:solidFill>
                  <a:schemeClr val="accent1"/>
                </a:solidFill>
                <a:latin typeface="+mn-lt"/>
              </a:rPr>
              <a:t>Primary colors</a:t>
            </a:r>
            <a:endParaRPr/>
          </a:p>
        </p:txBody>
      </p:sp>
      <p:grpSp>
        <p:nvGrpSpPr>
          <p:cNvPr id="1101069255" name="Groep 33"/>
          <p:cNvGrpSpPr/>
          <p:nvPr userDrawn="1"/>
        </p:nvGrpSpPr>
        <p:grpSpPr bwMode="auto">
          <a:xfrm>
            <a:off x="11552188" y="-1016102"/>
            <a:ext cx="639812" cy="180000"/>
            <a:chOff x="11552188" y="-1016102"/>
            <a:chExt cx="639812" cy="180000"/>
          </a:xfrm>
        </p:grpSpPr>
        <p:sp>
          <p:nvSpPr>
            <p:cNvPr id="5" name="Rechthoek 4"/>
            <p:cNvSpPr/>
            <p:nvPr userDrawn="1"/>
          </p:nvSpPr>
          <p:spPr bwMode="auto">
            <a:xfrm>
              <a:off x="12012000" y="-1016102"/>
              <a:ext cx="180000" cy="180000"/>
            </a:xfrm>
            <a:prstGeom prst="rect">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7" name="Rechthoek 6"/>
            <p:cNvSpPr/>
            <p:nvPr userDrawn="1"/>
          </p:nvSpPr>
          <p:spPr bwMode="auto">
            <a:xfrm>
              <a:off x="11782094" y="-1016102"/>
              <a:ext cx="180000" cy="180000"/>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9" name="Rechthoek 8"/>
            <p:cNvSpPr/>
            <p:nvPr userDrawn="1"/>
          </p:nvSpPr>
          <p:spPr bwMode="auto">
            <a:xfrm>
              <a:off x="11552188" y="-1016102"/>
              <a:ext cx="180000" cy="180000"/>
            </a:xfrm>
            <a:prstGeom prst="rect">
              <a:avLst/>
            </a:prstGeom>
            <a:solidFill>
              <a:schemeClr val="accent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grpSp>
      <p:sp>
        <p:nvSpPr>
          <p:cNvPr id="978401740" name="Tekstvak 9"/>
          <p:cNvSpPr txBox="1"/>
          <p:nvPr userDrawn="1"/>
        </p:nvSpPr>
        <p:spPr bwMode="auto">
          <a:xfrm>
            <a:off x="10659528" y="-674002"/>
            <a:ext cx="1532472" cy="169277"/>
          </a:xfrm>
          <a:prstGeom prst="rect">
            <a:avLst/>
          </a:prstGeom>
          <a:noFill/>
        </p:spPr>
        <p:txBody>
          <a:bodyPr wrap="none" lIns="0" tIns="0" rIns="0" bIns="0" rtlCol="0" anchor="b">
            <a:spAutoFit/>
          </a:bodyPr>
          <a:lstStyle/>
          <a:p>
            <a:pPr algn="r">
              <a:defRPr/>
            </a:pPr>
            <a:r>
              <a:rPr lang="en-GB" sz="1100" b="0" cap="all">
                <a:solidFill>
                  <a:schemeClr val="accent1"/>
                </a:solidFill>
                <a:latin typeface="+mn-lt"/>
              </a:rPr>
              <a:t>secondary colors</a:t>
            </a:r>
            <a:endParaRPr/>
          </a:p>
        </p:txBody>
      </p:sp>
      <p:grpSp>
        <p:nvGrpSpPr>
          <p:cNvPr id="2049678807" name="Groep 32"/>
          <p:cNvGrpSpPr/>
          <p:nvPr userDrawn="1"/>
        </p:nvGrpSpPr>
        <p:grpSpPr bwMode="auto">
          <a:xfrm>
            <a:off x="9687884" y="-411207"/>
            <a:ext cx="2504116" cy="180000"/>
            <a:chOff x="9687884" y="-411207"/>
            <a:chExt cx="2504116" cy="180000"/>
          </a:xfrm>
        </p:grpSpPr>
        <p:sp>
          <p:nvSpPr>
            <p:cNvPr id="11" name="Rechthoek 10"/>
            <p:cNvSpPr/>
            <p:nvPr userDrawn="1"/>
          </p:nvSpPr>
          <p:spPr bwMode="auto">
            <a:xfrm>
              <a:off x="12012000" y="-411207"/>
              <a:ext cx="180000" cy="180000"/>
            </a:xfrm>
            <a:prstGeom prst="rect">
              <a:avLst/>
            </a:prstGeom>
            <a:solidFill>
              <a:srgbClr val="009B77"/>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14" name="Rechthoek 13"/>
            <p:cNvSpPr/>
            <p:nvPr userDrawn="1"/>
          </p:nvSpPr>
          <p:spPr bwMode="auto">
            <a:xfrm>
              <a:off x="11782094" y="-411207"/>
              <a:ext cx="180000" cy="180000"/>
            </a:xfrm>
            <a:prstGeom prst="rect">
              <a:avLst/>
            </a:prstGeom>
            <a:solidFill>
              <a:srgbClr val="6CC24A"/>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19" name="Rechthoek 18"/>
            <p:cNvSpPr/>
            <p:nvPr userDrawn="1"/>
          </p:nvSpPr>
          <p:spPr bwMode="auto">
            <a:xfrm>
              <a:off x="11552188" y="-411207"/>
              <a:ext cx="180000" cy="180000"/>
            </a:xfrm>
            <a:prstGeom prst="rect">
              <a:avLst/>
            </a:prstGeom>
            <a:solidFill>
              <a:srgbClr val="FFB81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22" name="Rechthoek 21"/>
            <p:cNvSpPr/>
            <p:nvPr userDrawn="1"/>
          </p:nvSpPr>
          <p:spPr bwMode="auto">
            <a:xfrm>
              <a:off x="11316018" y="-411207"/>
              <a:ext cx="180000" cy="180000"/>
            </a:xfrm>
            <a:prstGeom prst="rect">
              <a:avLst/>
            </a:prstGeom>
            <a:solidFill>
              <a:srgbClr val="EC684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23" name="Rechthoek 22"/>
            <p:cNvSpPr/>
            <p:nvPr userDrawn="1"/>
          </p:nvSpPr>
          <p:spPr bwMode="auto">
            <a:xfrm>
              <a:off x="11086112" y="-411207"/>
              <a:ext cx="180000" cy="180000"/>
            </a:xfrm>
            <a:prstGeom prst="rect">
              <a:avLst/>
            </a:prstGeom>
            <a:solidFill>
              <a:srgbClr val="E03C3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24" name="Rechthoek 23"/>
            <p:cNvSpPr/>
            <p:nvPr userDrawn="1"/>
          </p:nvSpPr>
          <p:spPr bwMode="auto">
            <a:xfrm>
              <a:off x="10856206" y="-411207"/>
              <a:ext cx="180000" cy="180000"/>
            </a:xfrm>
            <a:prstGeom prst="rect">
              <a:avLst/>
            </a:prstGeom>
            <a:solidFill>
              <a:srgbClr val="A50034"/>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25" name="Rechthoek 24"/>
            <p:cNvSpPr/>
            <p:nvPr userDrawn="1"/>
          </p:nvSpPr>
          <p:spPr bwMode="auto">
            <a:xfrm>
              <a:off x="10620036" y="-411207"/>
              <a:ext cx="180000" cy="180000"/>
            </a:xfrm>
            <a:prstGeom prst="rect">
              <a:avLst/>
            </a:prstGeom>
            <a:solidFill>
              <a:srgbClr val="EF60A3"/>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26" name="Rechthoek 25"/>
            <p:cNvSpPr/>
            <p:nvPr userDrawn="1"/>
          </p:nvSpPr>
          <p:spPr bwMode="auto">
            <a:xfrm>
              <a:off x="10383866" y="-411207"/>
              <a:ext cx="180000" cy="180000"/>
            </a:xfrm>
            <a:prstGeom prst="rect">
              <a:avLst/>
            </a:prstGeom>
            <a:solidFill>
              <a:srgbClr val="6F1D77"/>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27" name="Rechthoek 26"/>
            <p:cNvSpPr/>
            <p:nvPr userDrawn="1"/>
          </p:nvSpPr>
          <p:spPr bwMode="auto">
            <a:xfrm>
              <a:off x="10153960" y="-411207"/>
              <a:ext cx="180000" cy="180000"/>
            </a:xfrm>
            <a:prstGeom prst="rect">
              <a:avLst/>
            </a:prstGeom>
            <a:solidFill>
              <a:srgbClr val="0076C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31" name="Rechthoek 30"/>
            <p:cNvSpPr/>
            <p:nvPr userDrawn="1"/>
          </p:nvSpPr>
          <p:spPr bwMode="auto">
            <a:xfrm>
              <a:off x="9924054" y="-411207"/>
              <a:ext cx="180000" cy="180000"/>
            </a:xfrm>
            <a:prstGeom prst="rect">
              <a:avLst/>
            </a:prstGeom>
            <a:solidFill>
              <a:srgbClr val="00B8C8"/>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32" name="Rechthoek 31"/>
            <p:cNvSpPr/>
            <p:nvPr userDrawn="1"/>
          </p:nvSpPr>
          <p:spPr bwMode="auto">
            <a:xfrm>
              <a:off x="9687884" y="-411207"/>
              <a:ext cx="180000" cy="180000"/>
            </a:xfrm>
            <a:prstGeom prst="rect">
              <a:avLst/>
            </a:prstGeom>
            <a:solidFill>
              <a:srgbClr val="0C234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grpSp>
      <p:grpSp>
        <p:nvGrpSpPr>
          <p:cNvPr id="479848097" name="Groep 50"/>
          <p:cNvGrpSpPr/>
          <p:nvPr userDrawn="1"/>
        </p:nvGrpSpPr>
        <p:grpSpPr bwMode="auto">
          <a:xfrm>
            <a:off x="721079" y="6216736"/>
            <a:ext cx="961200" cy="381600"/>
            <a:chOff x="2807303" y="2354764"/>
            <a:chExt cx="944974" cy="368527"/>
          </a:xfrm>
        </p:grpSpPr>
        <p:sp>
          <p:nvSpPr>
            <p:cNvPr id="43" name="Vrije vorm: vorm 42"/>
            <p:cNvSpPr/>
            <p:nvPr/>
          </p:nvSpPr>
          <p:spPr bwMode="auto">
            <a:xfrm>
              <a:off x="2994660" y="2537173"/>
              <a:ext cx="174307" cy="186023"/>
            </a:xfrm>
            <a:custGeom>
              <a:avLst/>
              <a:gdLst>
                <a:gd name="connsiteX0" fmla="*/ 87154 w 174307"/>
                <a:gd name="connsiteY0" fmla="*/ 150686 h 186023"/>
                <a:gd name="connsiteX1" fmla="*/ 123825 w 174307"/>
                <a:gd name="connsiteY1" fmla="*/ 112776 h 186023"/>
                <a:gd name="connsiteX2" fmla="*/ 123825 w 174307"/>
                <a:gd name="connsiteY2" fmla="*/ 0 h 186023"/>
                <a:gd name="connsiteX3" fmla="*/ 174307 w 174307"/>
                <a:gd name="connsiteY3" fmla="*/ 0 h 186023"/>
                <a:gd name="connsiteX4" fmla="*/ 174307 w 174307"/>
                <a:gd name="connsiteY4" fmla="*/ 115348 h 186023"/>
                <a:gd name="connsiteX5" fmla="*/ 87154 w 174307"/>
                <a:gd name="connsiteY5" fmla="*/ 186023 h 186023"/>
                <a:gd name="connsiteX6" fmla="*/ 0 w 174307"/>
                <a:gd name="connsiteY6" fmla="*/ 115348 h 186023"/>
                <a:gd name="connsiteX7" fmla="*/ 0 w 174307"/>
                <a:gd name="connsiteY7" fmla="*/ 0 h 186023"/>
                <a:gd name="connsiteX8" fmla="*/ 50482 w 174307"/>
                <a:gd name="connsiteY8" fmla="*/ 0 h 186023"/>
                <a:gd name="connsiteX9" fmla="*/ 50482 w 174307"/>
                <a:gd name="connsiteY9" fmla="*/ 112776 h 186023"/>
                <a:gd name="connsiteX10" fmla="*/ 87154 w 174307"/>
                <a:gd name="connsiteY10" fmla="*/ 150686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307" h="186023" fill="norm" stroke="1" extrusionOk="0">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rgbClr val="00A6D6"/>
            </a:solidFill>
            <a:ln w="9525" cap="flat">
              <a:noFill/>
              <a:prstDash val="solid"/>
              <a:miter/>
            </a:ln>
          </p:spPr>
          <p:txBody>
            <a:bodyPr rtlCol="0" anchor="ctr"/>
            <a:lstStyle/>
            <a:p>
              <a:pPr>
                <a:defRPr/>
              </a:pPr>
              <a:endParaRPr lang="en-GB"/>
            </a:p>
          </p:txBody>
        </p:sp>
        <p:sp>
          <p:nvSpPr>
            <p:cNvPr id="44" name="Vrije vorm: vorm 43"/>
            <p:cNvSpPr/>
            <p:nvPr/>
          </p:nvSpPr>
          <p:spPr bwMode="auto">
            <a:xfrm>
              <a:off x="2807303" y="2537173"/>
              <a:ext cx="163639" cy="182213"/>
            </a:xfrm>
            <a:custGeom>
              <a:avLst/>
              <a:gdLst>
                <a:gd name="connsiteX0" fmla="*/ 56578 w 163639"/>
                <a:gd name="connsiteY0" fmla="*/ 182213 h 182213"/>
                <a:gd name="connsiteX1" fmla="*/ 107061 w 163639"/>
                <a:gd name="connsiteY1" fmla="*/ 182213 h 182213"/>
                <a:gd name="connsiteX2" fmla="*/ 107061 w 163639"/>
                <a:gd name="connsiteY2" fmla="*/ 35338 h 182213"/>
                <a:gd name="connsiteX3" fmla="*/ 163640 w 163639"/>
                <a:gd name="connsiteY3" fmla="*/ 35338 h 182213"/>
                <a:gd name="connsiteX4" fmla="*/ 163640 w 163639"/>
                <a:gd name="connsiteY4" fmla="*/ 0 h 182213"/>
                <a:gd name="connsiteX5" fmla="*/ 0 w 163639"/>
                <a:gd name="connsiteY5" fmla="*/ 0 h 182213"/>
                <a:gd name="connsiteX6" fmla="*/ 0 w 163639"/>
                <a:gd name="connsiteY6" fmla="*/ 35338 h 182213"/>
                <a:gd name="connsiteX7" fmla="*/ 56578 w 163639"/>
                <a:gd name="connsiteY7" fmla="*/ 35338 h 1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639" h="182213" fill="norm" stroke="1" extrusionOk="0">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rgbClr val="000000"/>
            </a:solidFill>
            <a:ln w="9525" cap="flat">
              <a:noFill/>
              <a:prstDash val="solid"/>
              <a:miter/>
            </a:ln>
          </p:spPr>
          <p:txBody>
            <a:bodyPr rtlCol="0" anchor="ctr"/>
            <a:lstStyle/>
            <a:p>
              <a:pPr>
                <a:defRPr/>
              </a:pPr>
              <a:endParaRPr lang="en-GB"/>
            </a:p>
          </p:txBody>
        </p:sp>
        <p:sp>
          <p:nvSpPr>
            <p:cNvPr id="45" name="Vrije vorm: vorm 44"/>
            <p:cNvSpPr/>
            <p:nvPr/>
          </p:nvSpPr>
          <p:spPr bwMode="auto">
            <a:xfrm>
              <a:off x="2856490" y="2354764"/>
              <a:ext cx="172449" cy="170903"/>
            </a:xfrm>
            <a:custGeom>
              <a:avLst/>
              <a:gdLst>
                <a:gd name="connsiteX0" fmla="*/ 128740 w 172449"/>
                <a:gd name="connsiteY0" fmla="*/ 93637 h 170903"/>
                <a:gd name="connsiteX1" fmla="*/ 103785 w 172449"/>
                <a:gd name="connsiteY1" fmla="*/ 77920 h 170903"/>
                <a:gd name="connsiteX2" fmla="*/ 170936 w 172449"/>
                <a:gd name="connsiteY2" fmla="*/ 9816 h 170903"/>
                <a:gd name="connsiteX3" fmla="*/ 170460 w 172449"/>
                <a:gd name="connsiteY3" fmla="*/ 6 h 170903"/>
                <a:gd name="connsiteX4" fmla="*/ 165888 w 172449"/>
                <a:gd name="connsiteY4" fmla="*/ 6959 h 170903"/>
                <a:gd name="connsiteX5" fmla="*/ 69114 w 172449"/>
                <a:gd name="connsiteY5" fmla="*/ 45440 h 170903"/>
                <a:gd name="connsiteX6" fmla="*/ 2058 w 172449"/>
                <a:gd name="connsiteY6" fmla="*/ 146405 h 170903"/>
                <a:gd name="connsiteX7" fmla="*/ 6344 w 172449"/>
                <a:gd name="connsiteY7" fmla="*/ 159454 h 170903"/>
                <a:gd name="connsiteX8" fmla="*/ 8439 w 172449"/>
                <a:gd name="connsiteY8" fmla="*/ 146215 h 170903"/>
                <a:gd name="connsiteX9" fmla="*/ 67209 w 172449"/>
                <a:gd name="connsiteY9" fmla="*/ 73348 h 170903"/>
                <a:gd name="connsiteX10" fmla="*/ 72638 w 172449"/>
                <a:gd name="connsiteY10" fmla="*/ 68205 h 170903"/>
                <a:gd name="connsiteX11" fmla="*/ 72162 w 172449"/>
                <a:gd name="connsiteY11" fmla="*/ 73158 h 170903"/>
                <a:gd name="connsiteX12" fmla="*/ 52445 w 172449"/>
                <a:gd name="connsiteY12" fmla="*/ 120878 h 170903"/>
                <a:gd name="connsiteX13" fmla="*/ 89592 w 172449"/>
                <a:gd name="connsiteY13" fmla="*/ 113544 h 170903"/>
                <a:gd name="connsiteX14" fmla="*/ 93688 w 172449"/>
                <a:gd name="connsiteY14" fmla="*/ 108495 h 170903"/>
                <a:gd name="connsiteX15" fmla="*/ 93974 w 172449"/>
                <a:gd name="connsiteY15" fmla="*/ 116020 h 170903"/>
                <a:gd name="connsiteX16" fmla="*/ 69304 w 172449"/>
                <a:gd name="connsiteY16" fmla="*/ 162502 h 170903"/>
                <a:gd name="connsiteX17" fmla="*/ 57207 w 172449"/>
                <a:gd name="connsiteY17" fmla="*/ 170313 h 170903"/>
                <a:gd name="connsiteX18" fmla="*/ 63684 w 172449"/>
                <a:gd name="connsiteY18" fmla="*/ 170694 h 170903"/>
                <a:gd name="connsiteX19" fmla="*/ 151124 w 172449"/>
                <a:gd name="connsiteY19" fmla="*/ 85159 h 170903"/>
                <a:gd name="connsiteX20" fmla="*/ 151410 w 172449"/>
                <a:gd name="connsiteY20" fmla="*/ 79920 h 170903"/>
                <a:gd name="connsiteX21" fmla="*/ 146361 w 172449"/>
                <a:gd name="connsiteY21" fmla="*/ 82873 h 170903"/>
                <a:gd name="connsiteX22" fmla="*/ 128740 w 172449"/>
                <a:gd name="connsiteY22" fmla="*/ 93637 h 17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2449" h="170903" fill="norm" stroke="1" extrusionOk="0">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rgbClr val="000000"/>
            </a:solidFill>
            <a:ln w="9525" cap="flat">
              <a:noFill/>
              <a:prstDash val="solid"/>
              <a:miter/>
            </a:ln>
          </p:spPr>
          <p:txBody>
            <a:bodyPr rtlCol="0" anchor="ctr"/>
            <a:lstStyle/>
            <a:p>
              <a:pPr>
                <a:defRPr/>
              </a:pPr>
              <a:endParaRPr lang="en-GB"/>
            </a:p>
          </p:txBody>
        </p:sp>
        <p:sp>
          <p:nvSpPr>
            <p:cNvPr id="46" name="Vrije vorm: vorm 45"/>
            <p:cNvSpPr/>
            <p:nvPr/>
          </p:nvSpPr>
          <p:spPr bwMode="auto">
            <a:xfrm>
              <a:off x="3391376" y="2588894"/>
              <a:ext cx="114680" cy="134397"/>
            </a:xfrm>
            <a:custGeom>
              <a:avLst/>
              <a:gdLst>
                <a:gd name="connsiteX0" fmla="*/ 24955 w 114680"/>
                <a:gd name="connsiteY0" fmla="*/ 55054 h 134397"/>
                <a:gd name="connsiteX1" fmla="*/ 57055 w 114680"/>
                <a:gd name="connsiteY1" fmla="*/ 17431 h 134397"/>
                <a:gd name="connsiteX2" fmla="*/ 89344 w 114680"/>
                <a:gd name="connsiteY2" fmla="*/ 55054 h 134397"/>
                <a:gd name="connsiteX3" fmla="*/ 24955 w 114680"/>
                <a:gd name="connsiteY3" fmla="*/ 55054 h 134397"/>
                <a:gd name="connsiteX4" fmla="*/ 114681 w 114680"/>
                <a:gd name="connsiteY4" fmla="*/ 71723 h 134397"/>
                <a:gd name="connsiteX5" fmla="*/ 114681 w 114680"/>
                <a:gd name="connsiteY5" fmla="*/ 59817 h 134397"/>
                <a:gd name="connsiteX6" fmla="*/ 58864 w 114680"/>
                <a:gd name="connsiteY6" fmla="*/ 0 h 134397"/>
                <a:gd name="connsiteX7" fmla="*/ 0 w 114680"/>
                <a:gd name="connsiteY7" fmla="*/ 68199 h 134397"/>
                <a:gd name="connsiteX8" fmla="*/ 56864 w 114680"/>
                <a:gd name="connsiteY8" fmla="*/ 134398 h 134397"/>
                <a:gd name="connsiteX9" fmla="*/ 113157 w 114680"/>
                <a:gd name="connsiteY9" fmla="*/ 91250 h 134397"/>
                <a:gd name="connsiteX10" fmla="*/ 87916 w 114680"/>
                <a:gd name="connsiteY10" fmla="*/ 91250 h 134397"/>
                <a:gd name="connsiteX11" fmla="*/ 57150 w 114680"/>
                <a:gd name="connsiteY11" fmla="*/ 116967 h 134397"/>
                <a:gd name="connsiteX12" fmla="*/ 24479 w 114680"/>
                <a:gd name="connsiteY12" fmla="*/ 71818 h 134397"/>
                <a:gd name="connsiteX13" fmla="*/ 114681 w 114680"/>
                <a:gd name="connsiteY13" fmla="*/ 71818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680" h="134397" fill="norm" stroke="1" extrusionOk="0">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rgbClr val="000000"/>
            </a:solidFill>
            <a:ln w="9525" cap="flat">
              <a:noFill/>
              <a:prstDash val="solid"/>
              <a:miter/>
            </a:ln>
          </p:spPr>
          <p:txBody>
            <a:bodyPr rtlCol="0" anchor="ctr"/>
            <a:lstStyle/>
            <a:p>
              <a:pPr>
                <a:defRPr/>
              </a:pPr>
              <a:endParaRPr lang="en-GB"/>
            </a:p>
          </p:txBody>
        </p:sp>
        <p:sp>
          <p:nvSpPr>
            <p:cNvPr id="47" name="Vrije vorm: vorm 46"/>
            <p:cNvSpPr/>
            <p:nvPr/>
          </p:nvSpPr>
          <p:spPr bwMode="auto">
            <a:xfrm>
              <a:off x="3535108" y="2537173"/>
              <a:ext cx="24003" cy="182213"/>
            </a:xfrm>
            <a:custGeom>
              <a:avLst/>
              <a:gdLst>
                <a:gd name="connsiteX0" fmla="*/ 0 w 24003"/>
                <a:gd name="connsiteY0" fmla="*/ 0 h 182213"/>
                <a:gd name="connsiteX1" fmla="*/ 24003 w 24003"/>
                <a:gd name="connsiteY1" fmla="*/ 0 h 182213"/>
                <a:gd name="connsiteX2" fmla="*/ 24003 w 24003"/>
                <a:gd name="connsiteY2" fmla="*/ 182213 h 182213"/>
                <a:gd name="connsiteX3" fmla="*/ 0 w 24003"/>
                <a:gd name="connsiteY3" fmla="*/ 182213 h 182213"/>
              </a:gdLst>
              <a:ahLst/>
              <a:cxnLst>
                <a:cxn ang="0">
                  <a:pos x="connsiteX0" y="connsiteY0"/>
                </a:cxn>
                <a:cxn ang="0">
                  <a:pos x="connsiteX1" y="connsiteY1"/>
                </a:cxn>
                <a:cxn ang="0">
                  <a:pos x="connsiteX2" y="connsiteY2"/>
                </a:cxn>
                <a:cxn ang="0">
                  <a:pos x="connsiteX3" y="connsiteY3"/>
                </a:cxn>
              </a:cxnLst>
              <a:rect l="l" t="t" r="r" b="b"/>
              <a:pathLst>
                <a:path w="24003" h="182213" fill="norm" stroke="1" extrusionOk="0">
                  <a:moveTo>
                    <a:pt x="0" y="0"/>
                  </a:moveTo>
                  <a:lnTo>
                    <a:pt x="24003" y="0"/>
                  </a:lnTo>
                  <a:lnTo>
                    <a:pt x="24003" y="182213"/>
                  </a:lnTo>
                  <a:lnTo>
                    <a:pt x="0" y="182213"/>
                  </a:lnTo>
                  <a:close/>
                </a:path>
              </a:pathLst>
            </a:custGeom>
            <a:solidFill>
              <a:srgbClr val="000000"/>
            </a:solidFill>
            <a:ln w="9525" cap="flat">
              <a:noFill/>
              <a:prstDash val="solid"/>
              <a:miter/>
            </a:ln>
          </p:spPr>
          <p:txBody>
            <a:bodyPr rtlCol="0" anchor="ctr"/>
            <a:lstStyle/>
            <a:p>
              <a:pPr>
                <a:defRPr/>
              </a:pPr>
              <a:endParaRPr lang="en-GB"/>
            </a:p>
          </p:txBody>
        </p:sp>
        <p:sp>
          <p:nvSpPr>
            <p:cNvPr id="48" name="Vrije vorm: vorm 47"/>
            <p:cNvSpPr/>
            <p:nvPr/>
          </p:nvSpPr>
          <p:spPr bwMode="auto">
            <a:xfrm>
              <a:off x="3585591" y="2533363"/>
              <a:ext cx="81533" cy="186023"/>
            </a:xfrm>
            <a:custGeom>
              <a:avLst/>
              <a:gdLst>
                <a:gd name="connsiteX0" fmla="*/ 48768 w 81533"/>
                <a:gd name="connsiteY0" fmla="*/ 186023 h 186023"/>
                <a:gd name="connsiteX1" fmla="*/ 48768 w 81533"/>
                <a:gd name="connsiteY1" fmla="*/ 76009 h 186023"/>
                <a:gd name="connsiteX2" fmla="*/ 78010 w 81533"/>
                <a:gd name="connsiteY2" fmla="*/ 76009 h 186023"/>
                <a:gd name="connsiteX3" fmla="*/ 78010 w 81533"/>
                <a:gd name="connsiteY3" fmla="*/ 59341 h 186023"/>
                <a:gd name="connsiteX4" fmla="*/ 48768 w 81533"/>
                <a:gd name="connsiteY4" fmla="*/ 59341 h 186023"/>
                <a:gd name="connsiteX5" fmla="*/ 48768 w 81533"/>
                <a:gd name="connsiteY5" fmla="*/ 38862 h 186023"/>
                <a:gd name="connsiteX6" fmla="*/ 69437 w 81533"/>
                <a:gd name="connsiteY6" fmla="*/ 21717 h 186023"/>
                <a:gd name="connsiteX7" fmla="*/ 81534 w 81533"/>
                <a:gd name="connsiteY7" fmla="*/ 22479 h 186023"/>
                <a:gd name="connsiteX8" fmla="*/ 81534 w 81533"/>
                <a:gd name="connsiteY8" fmla="*/ 2572 h 186023"/>
                <a:gd name="connsiteX9" fmla="*/ 64389 w 81533"/>
                <a:gd name="connsiteY9" fmla="*/ 0 h 186023"/>
                <a:gd name="connsiteX10" fmla="*/ 24765 w 81533"/>
                <a:gd name="connsiteY10" fmla="*/ 35624 h 186023"/>
                <a:gd name="connsiteX11" fmla="*/ 24765 w 81533"/>
                <a:gd name="connsiteY11" fmla="*/ 59341 h 186023"/>
                <a:gd name="connsiteX12" fmla="*/ 0 w 81533"/>
                <a:gd name="connsiteY12" fmla="*/ 59341 h 186023"/>
                <a:gd name="connsiteX13" fmla="*/ 0 w 81533"/>
                <a:gd name="connsiteY13" fmla="*/ 76009 h 186023"/>
                <a:gd name="connsiteX14" fmla="*/ 24765 w 81533"/>
                <a:gd name="connsiteY14" fmla="*/ 76009 h 186023"/>
                <a:gd name="connsiteX15" fmla="*/ 24765 w 81533"/>
                <a:gd name="connsiteY15" fmla="*/ 186023 h 186023"/>
                <a:gd name="connsiteX16" fmla="*/ 48768 w 81533"/>
                <a:gd name="connsiteY16" fmla="*/ 186023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533" h="186023" fill="norm" stroke="1" extrusionOk="0">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rgbClr val="000000"/>
            </a:solidFill>
            <a:ln w="9525" cap="flat">
              <a:noFill/>
              <a:prstDash val="solid"/>
              <a:miter/>
            </a:ln>
          </p:spPr>
          <p:txBody>
            <a:bodyPr rtlCol="0" anchor="ctr"/>
            <a:lstStyle/>
            <a:p>
              <a:pPr>
                <a:defRPr/>
              </a:pPr>
              <a:endParaRPr lang="en-GB"/>
            </a:p>
          </p:txBody>
        </p:sp>
        <p:sp>
          <p:nvSpPr>
            <p:cNvPr id="49" name="Vrije vorm: vorm 48"/>
            <p:cNvSpPr/>
            <p:nvPr/>
          </p:nvSpPr>
          <p:spPr bwMode="auto">
            <a:xfrm>
              <a:off x="3677316" y="2558224"/>
              <a:ext cx="74961" cy="164972"/>
            </a:xfrm>
            <a:custGeom>
              <a:avLst/>
              <a:gdLst>
                <a:gd name="connsiteX0" fmla="*/ 0 w 74961"/>
                <a:gd name="connsiteY0" fmla="*/ 34480 h 164972"/>
                <a:gd name="connsiteX1" fmla="*/ 0 w 74961"/>
                <a:gd name="connsiteY1" fmla="*/ 51149 h 164972"/>
                <a:gd name="connsiteX2" fmla="*/ 21717 w 74961"/>
                <a:gd name="connsiteY2" fmla="*/ 51149 h 164972"/>
                <a:gd name="connsiteX3" fmla="*/ 21717 w 74961"/>
                <a:gd name="connsiteY3" fmla="*/ 131921 h 164972"/>
                <a:gd name="connsiteX4" fmla="*/ 57626 w 74961"/>
                <a:gd name="connsiteY4" fmla="*/ 164973 h 164972"/>
                <a:gd name="connsiteX5" fmla="*/ 74009 w 74961"/>
                <a:gd name="connsiteY5" fmla="*/ 163449 h 164972"/>
                <a:gd name="connsiteX6" fmla="*/ 74009 w 74961"/>
                <a:gd name="connsiteY6" fmla="*/ 145066 h 164972"/>
                <a:gd name="connsiteX7" fmla="*/ 61341 w 74961"/>
                <a:gd name="connsiteY7" fmla="*/ 146590 h 164972"/>
                <a:gd name="connsiteX8" fmla="*/ 45720 w 74961"/>
                <a:gd name="connsiteY8" fmla="*/ 133255 h 164972"/>
                <a:gd name="connsiteX9" fmla="*/ 45720 w 74961"/>
                <a:gd name="connsiteY9" fmla="*/ 51245 h 164972"/>
                <a:gd name="connsiteX10" fmla="*/ 74962 w 74961"/>
                <a:gd name="connsiteY10" fmla="*/ 51245 h 164972"/>
                <a:gd name="connsiteX11" fmla="*/ 74962 w 74961"/>
                <a:gd name="connsiteY11" fmla="*/ 34576 h 164972"/>
                <a:gd name="connsiteX12" fmla="*/ 45720 w 74961"/>
                <a:gd name="connsiteY12" fmla="*/ 34576 h 164972"/>
                <a:gd name="connsiteX13" fmla="*/ 45720 w 74961"/>
                <a:gd name="connsiteY13" fmla="*/ 0 h 164972"/>
                <a:gd name="connsiteX14" fmla="*/ 21717 w 74961"/>
                <a:gd name="connsiteY14" fmla="*/ 7525 h 164972"/>
                <a:gd name="connsiteX15" fmla="*/ 21717 w 74961"/>
                <a:gd name="connsiteY15" fmla="*/ 34576 h 164972"/>
                <a:gd name="connsiteX16" fmla="*/ 0 w 74961"/>
                <a:gd name="connsiteY16" fmla="*/ 34480 h 16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961" h="164972" fill="norm" stroke="1" extrusionOk="0">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rgbClr val="000000"/>
            </a:solidFill>
            <a:ln w="9525" cap="flat">
              <a:noFill/>
              <a:prstDash val="solid"/>
              <a:miter/>
            </a:ln>
          </p:spPr>
          <p:txBody>
            <a:bodyPr rtlCol="0" anchor="ctr"/>
            <a:lstStyle/>
            <a:p>
              <a:pPr>
                <a:defRPr/>
              </a:pPr>
              <a:endParaRPr lang="en-GB"/>
            </a:p>
          </p:txBody>
        </p:sp>
        <p:sp>
          <p:nvSpPr>
            <p:cNvPr id="50" name="Vrije vorm: vorm 49"/>
            <p:cNvSpPr/>
            <p:nvPr/>
          </p:nvSpPr>
          <p:spPr bwMode="auto">
            <a:xfrm>
              <a:off x="3219449" y="2537077"/>
              <a:ext cx="148685" cy="182308"/>
            </a:xfrm>
            <a:custGeom>
              <a:avLst/>
              <a:gdLst>
                <a:gd name="connsiteX0" fmla="*/ 0 w 148685"/>
                <a:gd name="connsiteY0" fmla="*/ 182309 h 182308"/>
                <a:gd name="connsiteX1" fmla="*/ 62579 w 148685"/>
                <a:gd name="connsiteY1" fmla="*/ 182309 h 182308"/>
                <a:gd name="connsiteX2" fmla="*/ 148685 w 148685"/>
                <a:gd name="connsiteY2" fmla="*/ 91154 h 182308"/>
                <a:gd name="connsiteX3" fmla="*/ 62579 w 148685"/>
                <a:gd name="connsiteY3" fmla="*/ 0 h 182308"/>
                <a:gd name="connsiteX4" fmla="*/ 0 w 148685"/>
                <a:gd name="connsiteY4" fmla="*/ 0 h 182308"/>
                <a:gd name="connsiteX5" fmla="*/ 0 w 148685"/>
                <a:gd name="connsiteY5" fmla="*/ 182309 h 182308"/>
                <a:gd name="connsiteX6" fmla="*/ 25241 w 148685"/>
                <a:gd name="connsiteY6" fmla="*/ 21812 h 182308"/>
                <a:gd name="connsiteX7" fmla="*/ 62579 w 148685"/>
                <a:gd name="connsiteY7" fmla="*/ 21812 h 182308"/>
                <a:gd name="connsiteX8" fmla="*/ 122206 w 148685"/>
                <a:gd name="connsiteY8" fmla="*/ 91250 h 182308"/>
                <a:gd name="connsiteX9" fmla="*/ 62579 w 148685"/>
                <a:gd name="connsiteY9" fmla="*/ 160687 h 182308"/>
                <a:gd name="connsiteX10" fmla="*/ 25241 w 148685"/>
                <a:gd name="connsiteY10" fmla="*/ 160687 h 182308"/>
                <a:gd name="connsiteX11" fmla="*/ 25241 w 148685"/>
                <a:gd name="connsiteY11" fmla="*/ 21812 h 182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685" h="182308" fill="norm" stroke="1" extrusionOk="0">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rgbClr val="000000"/>
            </a:solidFill>
            <a:ln w="9525" cap="flat">
              <a:noFill/>
              <a:prstDash val="solid"/>
              <a:miter/>
            </a:ln>
          </p:spPr>
          <p:txBody>
            <a:bodyPr rtlCol="0" anchor="ctr"/>
            <a:lstStyle/>
            <a:p>
              <a:pPr>
                <a:defRPr/>
              </a:pPr>
              <a:endParaRPr lang="en-GB"/>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dt="1" ftr="0" hdr="0" sldNum="1"/>
  <p:txStyles>
    <p:titleStyle>
      <a:lvl1pPr algn="l" defTabSz="914400">
        <a:lnSpc>
          <a:spcPts val="3600"/>
        </a:lnSpc>
        <a:spcBef>
          <a:spcPts val="0"/>
        </a:spcBef>
        <a:buNone/>
        <a:defRPr sz="3600" b="1">
          <a:solidFill>
            <a:schemeClr val="tx2"/>
          </a:solidFill>
          <a:latin typeface="+mj-lt"/>
          <a:ea typeface="+mj-ea"/>
          <a:cs typeface="+mj-cs"/>
        </a:defRPr>
      </a:lvl1pPr>
    </p:titleStyle>
    <p:bodyStyle>
      <a:lvl1pPr marL="361950" indent="-361950" algn="l" defTabSz="914400">
        <a:lnSpc>
          <a:spcPct val="90000"/>
        </a:lnSpc>
        <a:spcBef>
          <a:spcPts val="600"/>
        </a:spcBef>
        <a:spcAft>
          <a:spcPts val="600"/>
        </a:spcAft>
        <a:buClr>
          <a:schemeClr val="accent1"/>
        </a:buClr>
        <a:buSzPct val="120000"/>
        <a:buFont typeface="Arial"/>
        <a:buChar char="•"/>
        <a:defRPr sz="2000">
          <a:solidFill>
            <a:schemeClr val="tx2"/>
          </a:solidFill>
          <a:latin typeface="+mn-lt"/>
          <a:ea typeface="+mn-ea"/>
          <a:cs typeface="+mn-cs"/>
        </a:defRPr>
      </a:lvl1pPr>
      <a:lvl2pPr marL="712788" indent="-350838" algn="l" defTabSz="914400">
        <a:lnSpc>
          <a:spcPct val="90000"/>
        </a:lnSpc>
        <a:spcBef>
          <a:spcPts val="600"/>
        </a:spcBef>
        <a:spcAft>
          <a:spcPts val="600"/>
        </a:spcAft>
        <a:buClr>
          <a:schemeClr val="accent1"/>
        </a:buClr>
        <a:buSzPct val="120000"/>
        <a:buFont typeface="Arial"/>
        <a:buChar char="•"/>
        <a:tabLst>
          <a:tab pos="712788" algn="l"/>
        </a:tabLst>
        <a:defRPr sz="2000">
          <a:solidFill>
            <a:schemeClr val="tx2"/>
          </a:solidFill>
          <a:latin typeface="+mn-lt"/>
          <a:ea typeface="+mn-ea"/>
          <a:cs typeface="+mn-cs"/>
        </a:defRPr>
      </a:lvl2pPr>
      <a:lvl3pPr marL="0" indent="0" algn="l" defTabSz="914400">
        <a:lnSpc>
          <a:spcPct val="90000"/>
        </a:lnSpc>
        <a:spcBef>
          <a:spcPts val="600"/>
        </a:spcBef>
        <a:spcAft>
          <a:spcPts val="600"/>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600"/>
        </a:spcBef>
        <a:spcAft>
          <a:spcPts val="600"/>
        </a:spcAft>
        <a:buFont typeface="Arial"/>
        <a:buNone/>
        <a:defRPr sz="3600" b="1">
          <a:solidFill>
            <a:schemeClr val="tx2"/>
          </a:solidFill>
          <a:latin typeface="+mj-lt"/>
          <a:ea typeface="+mn-ea"/>
          <a:cs typeface="+mn-cs"/>
        </a:defRPr>
      </a:lvl4pPr>
      <a:lvl5pPr marL="0" indent="0" algn="l" defTabSz="914400">
        <a:lnSpc>
          <a:spcPct val="90000"/>
        </a:lnSpc>
        <a:spcBef>
          <a:spcPts val="600"/>
        </a:spcBef>
        <a:spcAft>
          <a:spcPts val="600"/>
        </a:spcAft>
        <a:buFont typeface="Arial"/>
        <a:buNone/>
        <a:defRPr sz="2400" b="0">
          <a:solidFill>
            <a:schemeClr val="accent1"/>
          </a:solidFill>
          <a:latin typeface="+mj-lt"/>
          <a:ea typeface="+mn-ea"/>
          <a:cs typeface="+mn-cs"/>
        </a:defRPr>
      </a:lvl5pPr>
      <a:lvl6pPr marL="0" indent="0" algn="l" defTabSz="914400">
        <a:lnSpc>
          <a:spcPct val="90000"/>
        </a:lnSpc>
        <a:spcBef>
          <a:spcPts val="600"/>
        </a:spcBef>
        <a:spcAft>
          <a:spcPts val="600"/>
        </a:spcAft>
        <a:buClr>
          <a:schemeClr val="accent1"/>
        </a:buClr>
        <a:buFont typeface="Arial"/>
        <a:buNone/>
        <a:defRPr sz="2000" b="0" cap="none">
          <a:solidFill>
            <a:schemeClr val="tx1"/>
          </a:solidFill>
          <a:latin typeface="+mj-lt"/>
          <a:ea typeface="+mn-ea"/>
          <a:cs typeface="+mn-cs"/>
        </a:defRPr>
      </a:lvl6pPr>
      <a:lvl7pPr marL="361950" indent="-361950" algn="l" defTabSz="914400">
        <a:lnSpc>
          <a:spcPct val="90000"/>
        </a:lnSpc>
        <a:spcBef>
          <a:spcPts val="600"/>
        </a:spcBef>
        <a:spcAft>
          <a:spcPts val="600"/>
        </a:spcAft>
        <a:buClr>
          <a:schemeClr val="accent1"/>
        </a:buClr>
        <a:buFont typeface="+mj-lt"/>
        <a:buAutoNum type="arabicPeriod"/>
        <a:defRPr sz="2000">
          <a:solidFill>
            <a:schemeClr val="tx1"/>
          </a:solidFill>
          <a:latin typeface="+mn-lt"/>
          <a:ea typeface="+mn-ea"/>
          <a:cs typeface="+mn-cs"/>
        </a:defRPr>
      </a:lvl7pPr>
      <a:lvl8pPr marL="361950" indent="-361950" algn="l" defTabSz="914400">
        <a:lnSpc>
          <a:spcPct val="90000"/>
        </a:lnSpc>
        <a:spcBef>
          <a:spcPts val="600"/>
        </a:spcBef>
        <a:spcAft>
          <a:spcPts val="600"/>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600"/>
        </a:spcBef>
        <a:spcAft>
          <a:spcPts val="600"/>
        </a:spcAft>
        <a:buClr>
          <a:schemeClr val="accent1"/>
        </a:buClr>
        <a:buFont typeface="Arial"/>
        <a:buNone/>
        <a:defRPr sz="1600" i="1">
          <a:solidFill>
            <a:schemeClr val="tx1"/>
          </a:solidFill>
          <a:latin typeface="+mn-lt"/>
          <a:ea typeface="+mn-ea"/>
          <a:cs typeface="+mn-cs"/>
        </a:defRPr>
      </a:lvl9pPr>
    </p:bodyStyle>
    <p:otherStyle>
      <a:defPPr>
        <a:defRPr lang="nl-NL"/>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3.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15.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81480783" name="Titel 6"/>
          <p:cNvSpPr>
            <a:spLocks noGrp="1"/>
          </p:cNvSpPr>
          <p:nvPr>
            <p:ph type="title"/>
          </p:nvPr>
        </p:nvSpPr>
        <p:spPr bwMode="auto">
          <a:xfrm>
            <a:off x="0" y="-429019"/>
            <a:ext cx="1989968" cy="276999"/>
          </a:xfrm>
        </p:spPr>
        <p:txBody>
          <a:bodyPr/>
          <a:lstStyle/>
          <a:p>
            <a:pPr>
              <a:defRPr/>
            </a:pPr>
            <a:r>
              <a:rPr lang="en-GB"/>
              <a:t>Title slide + image</a:t>
            </a:r>
            <a:endParaRPr lang="en-GB"/>
          </a:p>
        </p:txBody>
      </p:sp>
      <p:sp>
        <p:nvSpPr>
          <p:cNvPr id="1066769456" name="Tijdelijke aanduiding voor tekst 14"/>
          <p:cNvSpPr>
            <a:spLocks noGrp="1"/>
          </p:cNvSpPr>
          <p:nvPr>
            <p:ph type="body" sz="quarter" idx="10"/>
          </p:nvPr>
        </p:nvSpPr>
        <p:spPr bwMode="auto">
          <a:xfrm flipH="0" flipV="0">
            <a:off x="719137" y="2670564"/>
            <a:ext cx="5710225" cy="2641959"/>
          </a:xfrm>
        </p:spPr>
        <p:txBody>
          <a:bodyPr/>
          <a:lstStyle/>
          <a:p>
            <a:pPr algn="l">
              <a:defRPr/>
            </a:pPr>
            <a:r>
              <a:rPr lang="en-US"/>
              <a:t>Rotating Drone Aerodynamic Analysis and Design</a:t>
            </a:r>
            <a:endParaRPr/>
          </a:p>
        </p:txBody>
      </p:sp>
      <p:sp>
        <p:nvSpPr>
          <p:cNvPr id="495327638" name="Tijdelijke aanduiding voor tekst 15"/>
          <p:cNvSpPr>
            <a:spLocks noGrp="1"/>
          </p:cNvSpPr>
          <p:nvPr>
            <p:ph type="body" sz="quarter" idx="11"/>
          </p:nvPr>
        </p:nvSpPr>
        <p:spPr bwMode="auto">
          <a:xfrm>
            <a:off x="719136" y="5404233"/>
            <a:ext cx="5885220" cy="329544"/>
          </a:xfrm>
        </p:spPr>
        <p:txBody>
          <a:bodyPr/>
          <a:lstStyle/>
          <a:p>
            <a:pPr>
              <a:defRPr/>
            </a:pPr>
            <a:r>
              <a:rPr lang="en-US"/>
              <a:t>Gleb Martjanovs | Midterm presentation</a:t>
            </a:r>
            <a:endParaRPr/>
          </a:p>
        </p:txBody>
      </p:sp>
      <p:sp>
        <p:nvSpPr>
          <p:cNvPr id="1595381787" name="Tijdelijke aanduiding voor datum 4"/>
          <p:cNvSpPr>
            <a:spLocks noGrp="1"/>
          </p:cNvSpPr>
          <p:nvPr>
            <p:ph type="dt" sz="half" idx="12"/>
          </p:nvPr>
        </p:nvSpPr>
        <p:spPr bwMode="auto">
          <a:xfrm>
            <a:off x="719136" y="5816543"/>
            <a:ext cx="780278" cy="183240"/>
          </a:xfrm>
        </p:spPr>
        <p:txBody>
          <a:bodyPr/>
          <a:lstStyle/>
          <a:p>
            <a:pPr>
              <a:defRPr/>
            </a:pPr>
            <a:r>
              <a:rPr lang="en-US"/>
              <a:t>23-06-2025</a:t>
            </a:r>
            <a:endParaRPr lang="en-GB"/>
          </a:p>
        </p:txBody>
      </p:sp>
      <p:pic>
        <p:nvPicPr>
          <p:cNvPr id="1138648789" name="image11.jpeg" descr="image11.jpeg"/>
          <p:cNvPicPr>
            <a:picLocks noChangeAspect="1" noGrp="1"/>
          </p:cNvPicPr>
          <p:nvPr>
            <p:ph type="pic" sz="quarter" idx="13"/>
          </p:nvPr>
        </p:nvPicPr>
        <p:blipFill>
          <a:blip r:embed="rId3"/>
          <a:srcRect l="16710" t="0" r="16710" b="0"/>
          <a:stretch/>
        </p:blipFill>
        <p:spPr bwMode="auto">
          <a:xfrm>
            <a:off x="7308357" y="0"/>
            <a:ext cx="4883643" cy="6858000"/>
          </a:xfrm>
          <a:prstGeom prst="rect">
            <a:avLst/>
          </a:prstGeom>
          <a:ln w="12700" cap="flat">
            <a:noFill/>
            <a:miter lim="400000"/>
          </a:ln>
          <a:effectLst/>
        </p:spPr>
      </p:pic>
      <p:pic>
        <p:nvPicPr>
          <p:cNvPr id="2011732627" name=""/>
          <p:cNvPicPr>
            <a:picLocks noChangeAspect="1"/>
          </p:cNvPicPr>
          <p:nvPr/>
        </p:nvPicPr>
        <p:blipFill>
          <a:blip r:embed="rId4"/>
          <a:srcRect l="5334" t="0" r="13223" b="0"/>
          <a:stretch/>
        </p:blipFill>
        <p:spPr bwMode="auto">
          <a:xfrm flipH="0" flipV="0">
            <a:off x="6493146" y="0"/>
            <a:ext cx="5698853" cy="6858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95221646" name="Tijdelijke aanduiding voor datum 4"/>
          <p:cNvSpPr>
            <a:spLocks noGrp="1"/>
          </p:cNvSpPr>
          <p:nvPr>
            <p:ph type="dt" sz="half" idx="18"/>
          </p:nvPr>
        </p:nvSpPr>
        <p:spPr bwMode="auto">
          <a:xfrm>
            <a:off x="10146569" y="6405669"/>
            <a:ext cx="766235" cy="184666"/>
          </a:xfrm>
        </p:spPr>
        <p:txBody>
          <a:bodyPr/>
          <a:lstStyle/>
          <a:p>
            <a:pPr>
              <a:defRPr/>
            </a:pPr>
            <a:fld id="{087A43E6-197A-4232-A775-7017A41F9758}" type="datetime1">
              <a:rPr lang="nl-NL"/>
              <a:t>10-3-2025</a:t>
            </a:fld>
            <a:endParaRPr lang="en-GB"/>
          </a:p>
        </p:txBody>
      </p:sp>
      <p:sp>
        <p:nvSpPr>
          <p:cNvPr id="651073649" name="Tijdelijke aanduiding voor dianummer 15"/>
          <p:cNvSpPr>
            <a:spLocks noGrp="1"/>
          </p:cNvSpPr>
          <p:nvPr>
            <p:ph type="sldNum" sz="quarter" idx="20"/>
          </p:nvPr>
        </p:nvSpPr>
        <p:spPr bwMode="auto">
          <a:xfrm>
            <a:off x="11178464" y="6405669"/>
            <a:ext cx="291298" cy="184666"/>
          </a:xfrm>
        </p:spPr>
        <p:txBody>
          <a:bodyPr/>
          <a:lstStyle/>
          <a:p>
            <a:pPr>
              <a:defRPr/>
            </a:pPr>
            <a:fld id="{9E843DB9-9987-4157-AB9C-CEA8D7D910BB}" type="slidenum">
              <a:rPr lang="en-GB"/>
              <a:t>2</a:t>
            </a:fld>
            <a:endParaRPr lang="en-GB"/>
          </a:p>
        </p:txBody>
      </p:sp>
      <p:sp>
        <p:nvSpPr>
          <p:cNvPr id="1816384297" name="Tijdelijke aanduiding voor tekst 7"/>
          <p:cNvSpPr>
            <a:spLocks noGrp="1"/>
          </p:cNvSpPr>
          <p:nvPr>
            <p:ph type="body" sz="quarter" idx="21"/>
          </p:nvPr>
        </p:nvSpPr>
        <p:spPr bwMode="auto">
          <a:xfrm>
            <a:off x="719138" y="1565274"/>
            <a:ext cx="10752136" cy="4435476"/>
          </a:xfrm>
        </p:spPr>
        <p:txBody>
          <a:bodyPr/>
          <a:lstStyle/>
          <a:p>
            <a:pPr lvl="4">
              <a:defRPr/>
            </a:pPr>
            <a:r>
              <a:rPr lang="en-US"/>
              <a:t>Efficient hover solution for broadcasting applications</a:t>
            </a:r>
            <a:endParaRPr/>
          </a:p>
          <a:p>
            <a:pPr lvl="1">
              <a:defRPr/>
            </a:pPr>
            <a:r>
              <a:rPr lang="en-US"/>
              <a:t>Long range mission</a:t>
            </a:r>
            <a:r>
              <a:rPr lang="en-US"/>
              <a:t> communication </a:t>
            </a:r>
            <a:endParaRPr lang="en-US"/>
          </a:p>
          <a:p>
            <a:pPr lvl="1">
              <a:defRPr/>
            </a:pPr>
            <a:r>
              <a:rPr lang="en-US"/>
              <a:t>Broadcasting point (speaker, Wi-Fi)</a:t>
            </a:r>
            <a:endParaRPr lang="en-GB"/>
          </a:p>
          <a:p>
            <a:pPr lvl="4">
              <a:defRPr/>
            </a:pPr>
            <a:r>
              <a:rPr lang="en-US"/>
              <a:t>Previous attempts:</a:t>
            </a:r>
            <a:endParaRPr/>
          </a:p>
        </p:txBody>
      </p:sp>
      <p:sp>
        <p:nvSpPr>
          <p:cNvPr id="1114157659" name="Titel 13"/>
          <p:cNvSpPr>
            <a:spLocks noGrp="1"/>
          </p:cNvSpPr>
          <p:nvPr>
            <p:ph type="title"/>
          </p:nvPr>
        </p:nvSpPr>
        <p:spPr bwMode="auto">
          <a:xfrm>
            <a:off x="718666" y="722454"/>
            <a:ext cx="10752610" cy="323409"/>
          </a:xfrm>
        </p:spPr>
        <p:txBody>
          <a:bodyPr/>
          <a:lstStyle/>
          <a:p>
            <a:pPr>
              <a:defRPr/>
            </a:pPr>
            <a:r>
              <a:rPr lang="en-US"/>
              <a:t>Motivation and background</a:t>
            </a:r>
            <a:endParaRPr/>
          </a:p>
        </p:txBody>
      </p:sp>
      <p:pic>
        <p:nvPicPr>
          <p:cNvPr id="513086430" name=""/>
          <p:cNvPicPr>
            <a:picLocks noChangeAspect="1"/>
          </p:cNvPicPr>
          <p:nvPr/>
        </p:nvPicPr>
        <p:blipFill>
          <a:blip r:embed="rId3"/>
          <a:stretch/>
        </p:blipFill>
        <p:spPr bwMode="auto">
          <a:xfrm flipH="0" flipV="0">
            <a:off x="8304554" y="164332"/>
            <a:ext cx="3327913" cy="3425859"/>
          </a:xfrm>
          <a:prstGeom prst="rect">
            <a:avLst/>
          </a:prstGeom>
        </p:spPr>
      </p:pic>
      <p:pic>
        <p:nvPicPr>
          <p:cNvPr id="45393602" name=""/>
          <p:cNvPicPr>
            <a:picLocks noChangeAspect="1"/>
          </p:cNvPicPr>
          <p:nvPr/>
        </p:nvPicPr>
        <p:blipFill>
          <a:blip r:embed="rId4"/>
          <a:stretch/>
        </p:blipFill>
        <p:spPr bwMode="auto">
          <a:xfrm flipH="0" flipV="0">
            <a:off x="4098573" y="3522369"/>
            <a:ext cx="6188301" cy="2478380"/>
          </a:xfrm>
          <a:prstGeom prst="rect">
            <a:avLst/>
          </a:prstGeom>
        </p:spPr>
      </p:pic>
      <p:pic>
        <p:nvPicPr>
          <p:cNvPr id="1029081922" name=""/>
          <p:cNvPicPr>
            <a:picLocks noChangeAspect="1"/>
          </p:cNvPicPr>
          <p:nvPr/>
        </p:nvPicPr>
        <p:blipFill>
          <a:blip r:embed="rId5"/>
          <a:stretch/>
        </p:blipFill>
        <p:spPr bwMode="auto">
          <a:xfrm flipH="0" flipV="0">
            <a:off x="602047" y="3690888"/>
            <a:ext cx="3719808" cy="202955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172185" name="Tijdelijke aanduiding voor datum 4"/>
          <p:cNvSpPr>
            <a:spLocks noGrp="1"/>
          </p:cNvSpPr>
          <p:nvPr>
            <p:ph type="dt" sz="half" idx="18"/>
          </p:nvPr>
        </p:nvSpPr>
        <p:spPr bwMode="auto">
          <a:xfrm>
            <a:off x="10146569" y="6405669"/>
            <a:ext cx="766234" cy="184665"/>
          </a:xfrm>
        </p:spPr>
        <p:txBody>
          <a:bodyPr/>
          <a:lstStyle/>
          <a:p>
            <a:pPr>
              <a:defRPr/>
            </a:pPr>
            <a:fld id="{51352418-7DF1-BA1A-D494-79EA36102EAB}" type="datetime1">
              <a:rPr lang="nl-NL"/>
              <a:t/>
            </a:fld>
            <a:endParaRPr lang="en-GB"/>
          </a:p>
        </p:txBody>
      </p:sp>
      <p:sp>
        <p:nvSpPr>
          <p:cNvPr id="2132717595" name="Tijdelijke aanduiding voor dianummer 15"/>
          <p:cNvSpPr>
            <a:spLocks noGrp="1"/>
          </p:cNvSpPr>
          <p:nvPr>
            <p:ph type="sldNum" sz="quarter" idx="20"/>
          </p:nvPr>
        </p:nvSpPr>
        <p:spPr bwMode="auto">
          <a:xfrm>
            <a:off x="11178464" y="6405669"/>
            <a:ext cx="291297" cy="184665"/>
          </a:xfrm>
        </p:spPr>
        <p:txBody>
          <a:bodyPr/>
          <a:lstStyle/>
          <a:p>
            <a:pPr>
              <a:defRPr/>
            </a:pPr>
            <a:fld id="{89F98AE9-1393-5394-7599-0E08FBB8A09C}" type="slidenum">
              <a:rPr lang="en-GB"/>
              <a:t/>
            </a:fld>
            <a:endParaRPr lang="en-GB"/>
          </a:p>
        </p:txBody>
      </p:sp>
      <p:sp>
        <p:nvSpPr>
          <p:cNvPr id="1255928000" name="Tijdelijke aanduiding voor tekst 7"/>
          <p:cNvSpPr>
            <a:spLocks noGrp="1"/>
          </p:cNvSpPr>
          <p:nvPr>
            <p:ph type="body" sz="quarter" idx="21"/>
          </p:nvPr>
        </p:nvSpPr>
        <p:spPr bwMode="auto">
          <a:xfrm>
            <a:off x="719137" y="1565273"/>
            <a:ext cx="10752136" cy="4435475"/>
          </a:xfrm>
        </p:spPr>
        <p:txBody>
          <a:bodyPr/>
          <a:lstStyle/>
          <a:p>
            <a:pPr lvl="4">
              <a:defRPr/>
            </a:pPr>
            <a:r>
              <a:rPr lang="en-US"/>
              <a:t>Main Objective</a:t>
            </a:r>
            <a:endParaRPr/>
          </a:p>
          <a:p>
            <a:pPr>
              <a:defRPr/>
            </a:pPr>
            <a:r>
              <a:rPr lang="en-GB" sz="2000" b="0" i="0" u="none" strike="noStrike" cap="none" spc="0">
                <a:solidFill>
                  <a:schemeClr val="tx2"/>
                </a:solidFill>
                <a:latin typeface="Arial"/>
                <a:ea typeface="Arial"/>
                <a:cs typeface="Arial"/>
              </a:rPr>
              <a:t>Explore rotating drone aerodynamic performance and optimize its configuration for extended</a:t>
            </a:r>
            <a:r>
              <a:rPr lang="en-US" sz="2000" b="0" i="0" u="none" strike="noStrike" cap="none" spc="0">
                <a:solidFill>
                  <a:schemeClr val="tx2"/>
                </a:solidFill>
                <a:latin typeface="Arial"/>
                <a:ea typeface="Arial"/>
                <a:cs typeface="Arial"/>
              </a:rPr>
              <a:t> </a:t>
            </a:r>
            <a:r>
              <a:rPr lang="en-GB" sz="2000" b="0" i="0" u="none" strike="noStrike" cap="none" spc="0">
                <a:solidFill>
                  <a:schemeClr val="tx2"/>
                </a:solidFill>
                <a:latin typeface="Arial"/>
                <a:ea typeface="Arial"/>
                <a:cs typeface="Arial"/>
              </a:rPr>
              <a:t>hover time.</a:t>
            </a:r>
            <a:endParaRPr lang="en-GB" sz="2000" b="0" i="0" u="none" strike="noStrike" cap="none" spc="0">
              <a:solidFill>
                <a:schemeClr val="tx2"/>
              </a:solidFill>
              <a:latin typeface="Arial"/>
              <a:cs typeface="Arial"/>
            </a:endParaRPr>
          </a:p>
          <a:p>
            <a:pPr lvl="4">
              <a:defRPr/>
            </a:pPr>
            <a:r>
              <a:rPr lang="en-US"/>
              <a:t>Sub-Objectives</a:t>
            </a:r>
            <a:endParaRPr/>
          </a:p>
          <a:p>
            <a:pPr>
              <a:defRPr/>
            </a:pPr>
            <a:r>
              <a:rPr lang="en-GB" sz="2000" b="0" i="0" u="none" strike="noStrike" cap="none" spc="0">
                <a:solidFill>
                  <a:schemeClr val="tx1"/>
                </a:solidFill>
                <a:latin typeface="Arial"/>
                <a:ea typeface="Arial"/>
                <a:cs typeface="Arial"/>
              </a:rPr>
              <a:t>Develop a low-fidelity aerodynamic model suitable for rotating-wing configurations.</a:t>
            </a:r>
            <a:endParaRPr lang="en-GB" sz="2000" b="0" i="0" u="none" strike="noStrike" cap="none" spc="0">
              <a:solidFill>
                <a:schemeClr val="tx1"/>
              </a:solidFill>
              <a:latin typeface="Arial"/>
              <a:cs typeface="Arial"/>
            </a:endParaRPr>
          </a:p>
          <a:p>
            <a:pPr>
              <a:defRPr/>
            </a:pPr>
            <a:r>
              <a:rPr lang="en-GB" sz="2000" b="0" i="0" u="none" strike="noStrike" cap="none" spc="0">
                <a:solidFill>
                  <a:schemeClr val="tx1"/>
                </a:solidFill>
                <a:latin typeface="Arial"/>
                <a:ea typeface="Arial"/>
                <a:cs typeface="Arial"/>
              </a:rPr>
              <a:t>Validate the model against established methods such as Blade Element Momentum (BEM)</a:t>
            </a:r>
            <a:r>
              <a:rPr lang="en-US" sz="2000" b="0" i="0" u="none" strike="noStrike" cap="none" spc="0">
                <a:solidFill>
                  <a:schemeClr val="tx1"/>
                </a:solidFill>
                <a:latin typeface="Arial"/>
                <a:ea typeface="Arial"/>
                <a:cs typeface="Arial"/>
              </a:rPr>
              <a:t> </a:t>
            </a:r>
            <a:r>
              <a:rPr lang="en-GB" sz="2000" b="0" i="0" u="none" strike="noStrike" cap="none" spc="0">
                <a:solidFill>
                  <a:schemeClr val="tx1"/>
                </a:solidFill>
                <a:latin typeface="Arial"/>
                <a:ea typeface="Arial"/>
                <a:cs typeface="Arial"/>
              </a:rPr>
              <a:t>theory and Computational Fluid Dynamics (CFD).</a:t>
            </a:r>
            <a:endParaRPr lang="en-GB" sz="2000" b="0" i="0" u="none" strike="noStrike" cap="none" spc="0">
              <a:solidFill>
                <a:schemeClr val="tx1"/>
              </a:solidFill>
              <a:latin typeface="Arial"/>
              <a:cs typeface="Arial"/>
            </a:endParaRPr>
          </a:p>
          <a:p>
            <a:pPr>
              <a:defRPr/>
            </a:pPr>
            <a:r>
              <a:rPr lang="en-GB" sz="2000" b="0" i="0" u="none" strike="noStrike" cap="none" spc="0">
                <a:solidFill>
                  <a:schemeClr val="tx1"/>
                </a:solidFill>
                <a:latin typeface="Arial"/>
                <a:ea typeface="Arial"/>
                <a:cs typeface="Arial"/>
              </a:rPr>
              <a:t>Optimize the rotor design to minimize the power required for hovering.</a:t>
            </a:r>
            <a:endParaRPr lang="en-GB" sz="2000" b="0" i="0" u="none" strike="noStrike" cap="none" spc="0">
              <a:solidFill>
                <a:schemeClr val="tx1"/>
              </a:solidFill>
              <a:latin typeface="Arial"/>
              <a:cs typeface="Arial"/>
            </a:endParaRPr>
          </a:p>
          <a:p>
            <a:pPr>
              <a:defRPr/>
            </a:pPr>
            <a:r>
              <a:rPr lang="en-GB" sz="2000" b="0" i="0" u="none" strike="noStrike" cap="none" spc="0">
                <a:solidFill>
                  <a:schemeClr val="tx1"/>
                </a:solidFill>
                <a:latin typeface="Arial"/>
                <a:ea typeface="Arial"/>
                <a:cs typeface="Arial"/>
              </a:rPr>
              <a:t>Compare the performance of the optimized configuration against conventional quad-</a:t>
            </a:r>
            <a:r>
              <a:rPr lang="en-GB" sz="2000" b="0" i="0" u="none" strike="noStrike" cap="none" spc="0">
                <a:solidFill>
                  <a:schemeClr val="tx1"/>
                </a:solidFill>
                <a:latin typeface="Arial"/>
                <a:ea typeface="Arial"/>
                <a:cs typeface="Arial"/>
              </a:rPr>
              <a:t>copters and helicopter-like drones.</a:t>
            </a:r>
            <a:endParaRPr lang="en-GB" sz="2000" b="0" i="0" u="none" strike="noStrike" cap="none" spc="0">
              <a:solidFill>
                <a:schemeClr val="tx1"/>
              </a:solidFill>
              <a:latin typeface="Arial"/>
              <a:cs typeface="Arial"/>
            </a:endParaRPr>
          </a:p>
        </p:txBody>
      </p:sp>
      <p:sp>
        <p:nvSpPr>
          <p:cNvPr id="1032946760" name="Titel 13"/>
          <p:cNvSpPr>
            <a:spLocks noGrp="1"/>
          </p:cNvSpPr>
          <p:nvPr>
            <p:ph type="title"/>
          </p:nvPr>
        </p:nvSpPr>
        <p:spPr bwMode="auto">
          <a:xfrm>
            <a:off x="718665" y="722453"/>
            <a:ext cx="10752609" cy="323408"/>
          </a:xfrm>
        </p:spPr>
        <p:txBody>
          <a:bodyPr/>
          <a:lstStyle/>
          <a:p>
            <a:pPr>
              <a:defRPr/>
            </a:pPr>
            <a:r>
              <a:rPr lang="en-US"/>
              <a:t>Research </a:t>
            </a:r>
            <a:r>
              <a:rPr lang="en-US"/>
              <a:t>objective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84630030" name="Tijdelijke aanduiding voor datum 4"/>
          <p:cNvSpPr>
            <a:spLocks noGrp="1"/>
          </p:cNvSpPr>
          <p:nvPr>
            <p:ph type="dt" sz="half" idx="18"/>
          </p:nvPr>
        </p:nvSpPr>
        <p:spPr bwMode="auto"/>
        <p:txBody>
          <a:bodyPr/>
          <a:lstStyle/>
          <a:p>
            <a:pPr>
              <a:defRPr/>
            </a:pPr>
            <a:fld id="{55D43CE1-D31E-48E5-A730-067E9AB4F01D}" type="datetime1">
              <a:rPr lang="nl-NL"/>
              <a:t>10-3-2025</a:t>
            </a:fld>
            <a:endParaRPr lang="en-GB"/>
          </a:p>
        </p:txBody>
      </p:sp>
      <p:sp>
        <p:nvSpPr>
          <p:cNvPr id="1166839322" name="Titel 8"/>
          <p:cNvSpPr>
            <a:spLocks noGrp="1"/>
          </p:cNvSpPr>
          <p:nvPr>
            <p:ph type="title"/>
          </p:nvPr>
        </p:nvSpPr>
        <p:spPr bwMode="auto"/>
        <p:txBody>
          <a:bodyPr/>
          <a:lstStyle/>
          <a:p>
            <a:pPr>
              <a:defRPr/>
            </a:pPr>
            <a:r>
              <a:rPr lang="en-US"/>
              <a:t>Methodology</a:t>
            </a:r>
            <a:endParaRPr/>
          </a:p>
        </p:txBody>
      </p:sp>
      <p:sp>
        <p:nvSpPr>
          <p:cNvPr id="631172944" name="Tijdelijke aanduiding voor dianummer 1"/>
          <p:cNvSpPr>
            <a:spLocks noGrp="1"/>
          </p:cNvSpPr>
          <p:nvPr>
            <p:ph type="sldNum" sz="quarter" idx="20"/>
          </p:nvPr>
        </p:nvSpPr>
        <p:spPr bwMode="auto"/>
        <p:txBody>
          <a:bodyPr/>
          <a:lstStyle/>
          <a:p>
            <a:pPr>
              <a:defRPr/>
            </a:pPr>
            <a:fld id="{9E843DB9-9987-4157-AB9C-CEA8D7D910BB}" type="slidenum">
              <a:rPr lang="en-GB"/>
              <a:t>3</a:t>
            </a:fld>
            <a:endParaRPr lang="en-GB"/>
          </a:p>
        </p:txBody>
      </p:sp>
      <p:sp>
        <p:nvSpPr>
          <p:cNvPr id="916298106" name="Tijdelijke aanduiding voor verticale tekst 33"/>
          <p:cNvSpPr txBox="1"/>
          <p:nvPr/>
        </p:nvSpPr>
        <p:spPr bwMode="auto">
          <a:xfrm>
            <a:off x="719138" y="1569104"/>
            <a:ext cx="4655999" cy="4431646"/>
          </a:xfrm>
          <a:prstGeom prst="rect">
            <a:avLst/>
          </a:prstGeom>
        </p:spPr>
        <p:txBody>
          <a:bodyPr lIns="0" tIns="0" rIns="0" bIns="0"/>
          <a:lstStyle>
            <a:lvl1pPr marL="361950" indent="-361950" algn="l" defTabSz="914400">
              <a:lnSpc>
                <a:spcPct val="90000"/>
              </a:lnSpc>
              <a:spcBef>
                <a:spcPts val="600"/>
              </a:spcBef>
              <a:spcAft>
                <a:spcPts val="600"/>
              </a:spcAft>
              <a:buClr>
                <a:schemeClr val="accent1"/>
              </a:buClr>
              <a:buSzPct val="120000"/>
              <a:buFont typeface="Arial"/>
              <a:buChar char="•"/>
              <a:defRPr sz="2000">
                <a:solidFill>
                  <a:schemeClr val="tx2"/>
                </a:solidFill>
                <a:latin typeface="+mn-lt"/>
                <a:ea typeface="+mn-ea"/>
                <a:cs typeface="+mn-cs"/>
              </a:defRPr>
            </a:lvl1pPr>
            <a:lvl2pPr marL="712788" indent="-350838" algn="l" defTabSz="914400">
              <a:lnSpc>
                <a:spcPct val="90000"/>
              </a:lnSpc>
              <a:spcBef>
                <a:spcPts val="600"/>
              </a:spcBef>
              <a:spcAft>
                <a:spcPts val="600"/>
              </a:spcAft>
              <a:buClr>
                <a:schemeClr val="accent1"/>
              </a:buClr>
              <a:buSzPct val="120000"/>
              <a:buFont typeface="Arial"/>
              <a:buChar char="•"/>
              <a:tabLst>
                <a:tab pos="712788" algn="l"/>
              </a:tabLst>
              <a:defRPr sz="2000">
                <a:solidFill>
                  <a:schemeClr val="tx2"/>
                </a:solidFill>
                <a:latin typeface="+mn-lt"/>
                <a:ea typeface="+mn-ea"/>
                <a:cs typeface="+mn-cs"/>
              </a:defRPr>
            </a:lvl2pPr>
            <a:lvl3pPr marL="0" indent="0" algn="l" defTabSz="914400">
              <a:lnSpc>
                <a:spcPct val="90000"/>
              </a:lnSpc>
              <a:spcBef>
                <a:spcPts val="600"/>
              </a:spcBef>
              <a:spcAft>
                <a:spcPts val="600"/>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600"/>
              </a:spcBef>
              <a:spcAft>
                <a:spcPts val="600"/>
              </a:spcAft>
              <a:buFont typeface="Arial"/>
              <a:buNone/>
              <a:defRPr sz="3600" b="1">
                <a:solidFill>
                  <a:schemeClr val="tx2"/>
                </a:solidFill>
                <a:latin typeface="+mj-lt"/>
                <a:ea typeface="+mn-ea"/>
                <a:cs typeface="+mn-cs"/>
              </a:defRPr>
            </a:lvl4pPr>
            <a:lvl5pPr marL="0" indent="0" algn="l" defTabSz="914400">
              <a:lnSpc>
                <a:spcPct val="90000"/>
              </a:lnSpc>
              <a:spcBef>
                <a:spcPts val="600"/>
              </a:spcBef>
              <a:spcAft>
                <a:spcPts val="600"/>
              </a:spcAft>
              <a:buFont typeface="Arial"/>
              <a:buNone/>
              <a:defRPr sz="2400" b="0">
                <a:solidFill>
                  <a:schemeClr val="accent1"/>
                </a:solidFill>
                <a:latin typeface="+mj-lt"/>
                <a:ea typeface="+mn-ea"/>
                <a:cs typeface="+mn-cs"/>
              </a:defRPr>
            </a:lvl5pPr>
            <a:lvl6pPr marL="0" indent="0" algn="l" defTabSz="914400">
              <a:lnSpc>
                <a:spcPct val="90000"/>
              </a:lnSpc>
              <a:spcBef>
                <a:spcPts val="600"/>
              </a:spcBef>
              <a:spcAft>
                <a:spcPts val="600"/>
              </a:spcAft>
              <a:buClr>
                <a:schemeClr val="accent1"/>
              </a:buClr>
              <a:buFont typeface="Arial"/>
              <a:buNone/>
              <a:defRPr sz="2000" b="0" cap="none">
                <a:solidFill>
                  <a:schemeClr val="tx1"/>
                </a:solidFill>
                <a:latin typeface="+mj-lt"/>
                <a:ea typeface="+mn-ea"/>
                <a:cs typeface="+mn-cs"/>
              </a:defRPr>
            </a:lvl6pPr>
            <a:lvl7pPr marL="361950" indent="-361950" algn="l" defTabSz="914400">
              <a:lnSpc>
                <a:spcPct val="90000"/>
              </a:lnSpc>
              <a:spcBef>
                <a:spcPts val="600"/>
              </a:spcBef>
              <a:spcAft>
                <a:spcPts val="600"/>
              </a:spcAft>
              <a:buClr>
                <a:schemeClr val="accent1"/>
              </a:buClr>
              <a:buFont typeface="+mj-lt"/>
              <a:buAutoNum type="arabicPeriod"/>
              <a:defRPr sz="2000">
                <a:solidFill>
                  <a:schemeClr val="tx1"/>
                </a:solidFill>
                <a:latin typeface="+mn-lt"/>
                <a:ea typeface="+mn-ea"/>
                <a:cs typeface="+mn-cs"/>
              </a:defRPr>
            </a:lvl7pPr>
            <a:lvl8pPr marL="361950" indent="-361950" algn="l" defTabSz="914400">
              <a:lnSpc>
                <a:spcPct val="90000"/>
              </a:lnSpc>
              <a:spcBef>
                <a:spcPts val="600"/>
              </a:spcBef>
              <a:spcAft>
                <a:spcPts val="600"/>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600"/>
              </a:spcBef>
              <a:spcAft>
                <a:spcPts val="600"/>
              </a:spcAft>
              <a:buClr>
                <a:schemeClr val="accent1"/>
              </a:buClr>
              <a:buFont typeface="Arial"/>
              <a:buNone/>
              <a:defRPr sz="1600" i="1">
                <a:solidFill>
                  <a:schemeClr val="tx1"/>
                </a:solidFill>
                <a:latin typeface="+mn-lt"/>
                <a:ea typeface="+mn-ea"/>
                <a:cs typeface="+mn-cs"/>
              </a:defRPr>
            </a:lvl9pPr>
          </a:lstStyle>
          <a:p>
            <a:pPr>
              <a:defRPr/>
            </a:pPr>
            <a:r>
              <a:rPr lang="en-US"/>
              <a:t>Low-fidelity Model </a:t>
            </a:r>
            <a:endParaRPr lang="en-US"/>
          </a:p>
          <a:p>
            <a:pPr lvl="1">
              <a:defRPr/>
            </a:pPr>
            <a:r>
              <a:rPr lang="en-US"/>
              <a:t>Assumptions</a:t>
            </a:r>
            <a:endParaRPr lang="en-US"/>
          </a:p>
          <a:p>
            <a:pPr lvl="1">
              <a:defRPr/>
            </a:pPr>
            <a:r>
              <a:rPr lang="en-US"/>
              <a:t>Model description </a:t>
            </a:r>
            <a:endParaRPr lang="en-US"/>
          </a:p>
          <a:p>
            <a:pPr lvl="1">
              <a:defRPr/>
            </a:pPr>
            <a:r>
              <a:rPr lang="en-US"/>
              <a:t>Wake modeling </a:t>
            </a:r>
            <a:endParaRPr lang="en-US"/>
          </a:p>
          <a:p>
            <a:pPr>
              <a:defRPr/>
            </a:pPr>
            <a:r>
              <a:rPr lang="en-US"/>
              <a:t>CFD analysis </a:t>
            </a:r>
            <a:endParaRPr lang="en-US"/>
          </a:p>
          <a:p>
            <a:pPr lvl="1">
              <a:defRPr/>
            </a:pPr>
            <a:r>
              <a:rPr lang="en-US"/>
              <a:t>Setup </a:t>
            </a:r>
            <a:endParaRPr lang="en-US"/>
          </a:p>
          <a:p>
            <a:pPr lvl="1">
              <a:defRPr/>
            </a:pPr>
            <a:r>
              <a:rPr lang="en-US"/>
              <a:t>Mesh convergence </a:t>
            </a:r>
            <a:endParaRPr lang="en-US"/>
          </a:p>
          <a:p>
            <a:pPr lvl="1">
              <a:defRPr/>
            </a:pPr>
            <a:r>
              <a:rPr lang="en-US"/>
              <a:t>Results comparison </a:t>
            </a:r>
            <a:endParaRPr lang="en-US"/>
          </a:p>
          <a:p>
            <a:pPr>
              <a:defRPr/>
            </a:pPr>
            <a:endParaRPr lang="en-US"/>
          </a:p>
          <a:p>
            <a:pPr>
              <a:defRPr/>
            </a:pPr>
            <a:endParaRPr lang="en-US"/>
          </a:p>
          <a:p>
            <a:pPr>
              <a:defRPr/>
            </a:pPr>
            <a:endParaRPr/>
          </a:p>
        </p:txBody>
      </p:sp>
      <p:grpSp>
        <p:nvGrpSpPr>
          <p:cNvPr id="780693191" name="INSTRUCTION"/>
          <p:cNvGrpSpPr>
            <a:grpSpLocks noGrp="1" noMove="1" noResize="1" noRot="1" noUngrp="1"/>
          </p:cNvGrpSpPr>
          <p:nvPr/>
        </p:nvGrpSpPr>
        <p:grpSpPr bwMode="auto">
          <a:xfrm>
            <a:off x="-3786437" y="0"/>
            <a:ext cx="3693386" cy="5359349"/>
            <a:chOff x="-3786437" y="0"/>
            <a:chExt cx="3693386" cy="5359349"/>
          </a:xfrm>
        </p:grpSpPr>
        <p:sp>
          <p:nvSpPr>
            <p:cNvPr id="274" name="Rechthoek 273"/>
            <p:cNvSpPr>
              <a:spLocks noAdjustHandles="1" noChangeArrowheads="1" noChangeShapeType="1" noEditPoints="1" noGrp="1" noMove="1" noResize="1" noRot="1"/>
            </p:cNvSpPr>
            <p:nvPr userDrawn="1"/>
          </p:nvSpPr>
          <p:spPr bwMode="auto">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600"/>
                </a:spcBef>
                <a:spcAft>
                  <a:spcPts val="600"/>
                </a:spcAft>
                <a:defRPr/>
              </a:pPr>
              <a:r>
                <a:rPr lang="en-GB" sz="1400" b="1" cap="all">
                  <a:solidFill>
                    <a:schemeClr val="accent1"/>
                  </a:solidFill>
                  <a:latin typeface="Calibri"/>
                  <a:cs typeface="Calibri"/>
                </a:rPr>
                <a:t>Choosing text levels</a:t>
              </a:r>
              <a:endParaRPr/>
            </a:p>
          </p:txBody>
        </p:sp>
        <p:sp>
          <p:nvSpPr>
            <p:cNvPr id="275" name="Ovaal 274"/>
            <p:cNvSpPr>
              <a:spLocks noAdjustHandles="1" noChangeArrowheads="1" noChangeShapeType="1" noEditPoints="1" noGrp="1" noMove="1" noResize="1" noRot="1"/>
            </p:cNvSpPr>
            <p:nvPr userDrawn="1"/>
          </p:nvSpPr>
          <p:spPr bwMode="auto">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276" name="Rechthoek 275"/>
            <p:cNvSpPr>
              <a:spLocks noAdjustHandles="1" noChangeArrowheads="1" noChangeShapeType="1" noEditPoints="1" noGrp="1" noMove="1" noResize="1" noRot="1"/>
            </p:cNvSpPr>
            <p:nvPr userDrawn="1"/>
          </p:nvSpPr>
          <p:spPr bwMode="auto">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a:lnSpc>
                  <a:spcPct val="100000"/>
                </a:lnSpc>
                <a:spcBef>
                  <a:spcPts val="600"/>
                </a:spcBef>
                <a:spcAft>
                  <a:spcPts val="600"/>
                </a:spcAft>
                <a:buClr>
                  <a:schemeClr val="accent1"/>
                </a:buClr>
                <a:buSzTx/>
                <a:buFont typeface="Calibri"/>
                <a:buChar char="•"/>
                <a:defRPr/>
              </a:pPr>
              <a:r>
                <a:rPr lang="en-GB" sz="1400" b="0" i="0" u="none" strike="noStrike" cap="none" spc="0">
                  <a:ln>
                    <a:noFill/>
                  </a:ln>
                  <a:solidFill>
                    <a:srgbClr val="000000"/>
                  </a:solidFill>
                  <a:latin typeface="+mj-lt"/>
                  <a:cs typeface="Calibri"/>
                </a:rPr>
                <a:t>Bullet</a:t>
              </a:r>
              <a:endParaRPr/>
            </a:p>
          </p:txBody>
        </p:sp>
        <p:sp>
          <p:nvSpPr>
            <p:cNvPr id="277" name="Ovaal 276"/>
            <p:cNvSpPr>
              <a:spLocks noAdjustHandles="1" noChangeArrowheads="1" noChangeShapeType="1" noEditPoints="1" noGrp="1" noMove="1" noResize="1" noRot="1"/>
            </p:cNvSpPr>
            <p:nvPr userDrawn="1"/>
          </p:nvSpPr>
          <p:spPr bwMode="auto">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278" name="Rechthoek 277"/>
            <p:cNvSpPr>
              <a:spLocks noAdjustHandles="1" noChangeArrowheads="1" noChangeShapeType="1" noEditPoints="1" noGrp="1" noMove="1" noResize="1" noRot="1"/>
            </p:cNvSpPr>
            <p:nvPr userDrawn="1"/>
          </p:nvSpPr>
          <p:spPr bwMode="auto">
            <a:xfrm>
              <a:off x="-3604183" y="1196113"/>
              <a:ext cx="3229047" cy="459226"/>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279" name="Rechthoek 278"/>
            <p:cNvSpPr>
              <a:spLocks noAdjustHandles="1" noChangeArrowheads="1" noChangeShapeType="1" noEditPoints="1" noGrp="1" noMove="1" noResize="1" noRot="1"/>
            </p:cNvSpPr>
            <p:nvPr userDrawn="1"/>
          </p:nvSpPr>
          <p:spPr bwMode="auto">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a:lnSpc>
                  <a:spcPct val="100000"/>
                </a:lnSpc>
                <a:spcBef>
                  <a:spcPts val="600"/>
                </a:spcBef>
                <a:spcAft>
                  <a:spcPts val="600"/>
                </a:spcAft>
                <a:buClr>
                  <a:schemeClr val="accent1"/>
                </a:buClr>
                <a:buSzTx/>
                <a:buFont typeface="Calibri"/>
                <a:buChar char="•"/>
                <a:defRPr/>
              </a:pPr>
              <a:r>
                <a:rPr lang="en-GB" sz="1400" b="0" i="0" u="none" strike="noStrike" cap="none" spc="0">
                  <a:ln>
                    <a:noFill/>
                  </a:ln>
                  <a:solidFill>
                    <a:srgbClr val="000000"/>
                  </a:solidFill>
                  <a:latin typeface="+mj-lt"/>
                  <a:cs typeface="Calibri"/>
                </a:rPr>
                <a:t>Sub-bullet </a:t>
              </a:r>
              <a:endParaRPr/>
            </a:p>
          </p:txBody>
        </p:sp>
        <p:sp>
          <p:nvSpPr>
            <p:cNvPr id="280" name="Ovaal 279"/>
            <p:cNvSpPr>
              <a:spLocks noAdjustHandles="1" noChangeArrowheads="1" noChangeShapeType="1" noEditPoints="1" noGrp="1" noMove="1" noResize="1" noRot="1"/>
            </p:cNvSpPr>
            <p:nvPr userDrawn="1"/>
          </p:nvSpPr>
          <p:spPr bwMode="auto">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281" name="Rechthoek 280"/>
            <p:cNvSpPr>
              <a:spLocks noAdjustHandles="1" noChangeArrowheads="1" noChangeShapeType="1" noEditPoints="1" noGrp="1" noMove="1" noResize="1" noRot="1"/>
            </p:cNvSpPr>
            <p:nvPr userDrawn="1"/>
          </p:nvSpPr>
          <p:spPr bwMode="auto">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1400" b="0" i="0" u="none" strike="noStrike" cap="none" spc="0">
                  <a:ln>
                    <a:noFill/>
                  </a:ln>
                  <a:solidFill>
                    <a:srgbClr val="000000"/>
                  </a:solidFill>
                  <a:latin typeface="+mj-lt"/>
                  <a:cs typeface="Calibri"/>
                </a:rPr>
                <a:t>Default text</a:t>
              </a:r>
              <a:endParaRPr/>
            </a:p>
          </p:txBody>
        </p:sp>
        <p:sp>
          <p:nvSpPr>
            <p:cNvPr id="282" name="Ovaal 281"/>
            <p:cNvSpPr>
              <a:spLocks noAdjustHandles="1" noChangeArrowheads="1" noChangeShapeType="1" noEditPoints="1" noGrp="1" noMove="1" noResize="1" noRot="1"/>
            </p:cNvSpPr>
            <p:nvPr userDrawn="1"/>
          </p:nvSpPr>
          <p:spPr bwMode="auto">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283" name="Rechthoek 282"/>
            <p:cNvSpPr>
              <a:spLocks noAdjustHandles="1" noChangeArrowheads="1" noChangeShapeType="1" noEditPoints="1" noGrp="1" noMove="1" noResize="1" noRot="1"/>
            </p:cNvSpPr>
            <p:nvPr userDrawn="1"/>
          </p:nvSpPr>
          <p:spPr bwMode="auto">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2400" b="1" i="0" u="none" strike="noStrike" cap="none" spc="0">
                  <a:ln>
                    <a:noFill/>
                  </a:ln>
                  <a:solidFill>
                    <a:schemeClr val="tx1"/>
                  </a:solidFill>
                  <a:latin typeface="+mj-lt"/>
                  <a:cs typeface="Calibri"/>
                </a:rPr>
                <a:t>Title/Quote</a:t>
              </a:r>
              <a:endParaRPr/>
            </a:p>
          </p:txBody>
        </p:sp>
        <p:sp>
          <p:nvSpPr>
            <p:cNvPr id="284" name="Ovaal 283"/>
            <p:cNvSpPr>
              <a:spLocks noAdjustHandles="1" noChangeArrowheads="1" noChangeShapeType="1" noEditPoints="1" noGrp="1" noMove="1" noResize="1" noRot="1"/>
            </p:cNvSpPr>
            <p:nvPr userDrawn="1"/>
          </p:nvSpPr>
          <p:spPr bwMode="auto">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285" name="Rechthoek 284"/>
            <p:cNvSpPr>
              <a:spLocks noAdjustHandles="1" noChangeArrowheads="1" noChangeShapeType="1" noEditPoints="1" noGrp="1" noMove="1" noResize="1" noRot="1"/>
            </p:cNvSpPr>
            <p:nvPr userDrawn="1"/>
          </p:nvSpPr>
          <p:spPr bwMode="auto">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1800" b="0" i="0" u="none" strike="noStrike" cap="none" spc="0">
                  <a:ln>
                    <a:noFill/>
                  </a:ln>
                  <a:solidFill>
                    <a:schemeClr val="accent1"/>
                  </a:solidFill>
                  <a:latin typeface="+mj-lt"/>
                  <a:cs typeface="Calibri"/>
                </a:rPr>
                <a:t>Subtitle</a:t>
              </a:r>
              <a:endParaRPr/>
            </a:p>
          </p:txBody>
        </p:sp>
        <p:sp>
          <p:nvSpPr>
            <p:cNvPr id="286" name="Ovaal 285"/>
            <p:cNvSpPr>
              <a:spLocks noAdjustHandles="1" noChangeArrowheads="1" noChangeShapeType="1" noEditPoints="1" noGrp="1" noMove="1" noResize="1" noRot="1"/>
            </p:cNvSpPr>
            <p:nvPr userDrawn="1"/>
          </p:nvSpPr>
          <p:spPr bwMode="auto">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287" name="Rechthoek 286"/>
            <p:cNvSpPr>
              <a:spLocks noAdjustHandles="1" noChangeArrowheads="1" noChangeShapeType="1" noEditPoints="1" noGrp="1" noMove="1" noResize="1" noRot="1"/>
            </p:cNvSpPr>
            <p:nvPr userDrawn="1"/>
          </p:nvSpPr>
          <p:spPr bwMode="auto">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a:lnSpc>
                  <a:spcPct val="100000"/>
                </a:lnSpc>
                <a:spcBef>
                  <a:spcPts val="600"/>
                </a:spcBef>
                <a:spcAft>
                  <a:spcPts val="600"/>
                </a:spcAft>
                <a:buClr>
                  <a:schemeClr val="accent1"/>
                </a:buClr>
                <a:buSzTx/>
                <a:buFont typeface="+mj-lt"/>
                <a:buAutoNum type="arabicPeriod"/>
                <a:defRPr/>
              </a:pPr>
              <a:r>
                <a:rPr lang="en-GB" sz="1400" b="0" i="0" u="none" strike="noStrike" cap="none" spc="0">
                  <a:ln>
                    <a:noFill/>
                  </a:ln>
                  <a:solidFill>
                    <a:schemeClr val="tx1"/>
                  </a:solidFill>
                  <a:latin typeface="+mj-lt"/>
                  <a:cs typeface="Calibri"/>
                </a:rPr>
                <a:t>Numerical bullet</a:t>
              </a:r>
              <a:endParaRPr/>
            </a:p>
          </p:txBody>
        </p:sp>
        <p:sp>
          <p:nvSpPr>
            <p:cNvPr id="288" name="Ovaal 287"/>
            <p:cNvSpPr>
              <a:spLocks noAdjustHandles="1" noChangeArrowheads="1" noChangeShapeType="1" noEditPoints="1" noGrp="1" noMove="1" noResize="1" noRot="1"/>
            </p:cNvSpPr>
            <p:nvPr userDrawn="1"/>
          </p:nvSpPr>
          <p:spPr bwMode="auto">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289" name="Rechthoek 288"/>
            <p:cNvSpPr>
              <a:spLocks noAdjustHandles="1" noChangeArrowheads="1" noChangeShapeType="1" noEditPoints="1" noGrp="1" noMove="1" noResize="1" noRot="1"/>
            </p:cNvSpPr>
            <p:nvPr userDrawn="1"/>
          </p:nvSpPr>
          <p:spPr bwMode="auto">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600"/>
                </a:spcBef>
                <a:spcAft>
                  <a:spcPts val="600"/>
                </a:spcAft>
                <a:buClr>
                  <a:schemeClr val="accent1"/>
                </a:buClr>
                <a:buSzTx/>
                <a:buFont typeface="+mj-lt"/>
                <a:buAutoNum type="alphaLcPeriod"/>
                <a:defRPr/>
              </a:pPr>
              <a:r>
                <a:rPr lang="en-GB" sz="1400" b="0" i="0" u="none" strike="noStrike" cap="none" spc="0">
                  <a:ln>
                    <a:noFill/>
                  </a:ln>
                  <a:solidFill>
                    <a:schemeClr val="tx1"/>
                  </a:solidFill>
                  <a:latin typeface="+mj-lt"/>
                  <a:cs typeface="Calibri"/>
                </a:rPr>
                <a:t>Alphabetical bullet</a:t>
              </a:r>
              <a:endParaRPr/>
            </a:p>
          </p:txBody>
        </p:sp>
        <p:sp>
          <p:nvSpPr>
            <p:cNvPr id="290" name="Ovaal 289"/>
            <p:cNvSpPr>
              <a:spLocks noAdjustHandles="1" noChangeArrowheads="1" noChangeShapeType="1" noEditPoints="1" noGrp="1" noMove="1" noResize="1" noRot="1"/>
            </p:cNvSpPr>
            <p:nvPr userDrawn="1"/>
          </p:nvSpPr>
          <p:spPr bwMode="auto">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291" name="Rechthoek 290"/>
            <p:cNvSpPr>
              <a:spLocks noAdjustHandles="1" noChangeArrowheads="1" noChangeShapeType="1" noEditPoints="1" noGrp="1" noMove="1" noResize="1" noRot="1"/>
            </p:cNvSpPr>
            <p:nvPr userDrawn="1"/>
          </p:nvSpPr>
          <p:spPr bwMode="auto">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tx1"/>
                </a:buClr>
                <a:buSzTx/>
                <a:buFont typeface="Calibri"/>
                <a:buNone/>
                <a:defRPr/>
              </a:pPr>
              <a:r>
                <a:rPr lang="en-GB" sz="1200" b="0" i="1" u="none" strike="noStrike" cap="none" spc="0">
                  <a:ln>
                    <a:noFill/>
                  </a:ln>
                  <a:solidFill>
                    <a:srgbClr val="000000"/>
                  </a:solidFill>
                  <a:latin typeface="+mj-lt"/>
                  <a:cs typeface="Calibri"/>
                </a:rPr>
                <a:t>Source</a:t>
              </a:r>
              <a:endParaRPr/>
            </a:p>
          </p:txBody>
        </p:sp>
        <p:sp>
          <p:nvSpPr>
            <p:cNvPr id="292" name="Ovaal 291"/>
            <p:cNvSpPr>
              <a:spLocks noAdjustHandles="1" noChangeArrowheads="1" noChangeShapeType="1" noEditPoints="1" noGrp="1" noMove="1" noResize="1" noRot="1"/>
            </p:cNvSpPr>
            <p:nvPr userDrawn="1"/>
          </p:nvSpPr>
          <p:spPr bwMode="auto">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293" name="Rechthoek 292"/>
            <p:cNvSpPr>
              <a:spLocks noAdjustHandles="1" noChangeArrowheads="1" noChangeShapeType="1" noEditPoints="1" noGrp="1" noMove="1" noResize="1" noRot="1"/>
            </p:cNvSpPr>
            <p:nvPr userDrawn="1"/>
          </p:nvSpPr>
          <p:spPr bwMode="auto">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1400" b="0" i="0" u="none" strike="noStrike" cap="none" spc="0">
                  <a:ln>
                    <a:noFill/>
                  </a:ln>
                  <a:solidFill>
                    <a:srgbClr val="000000"/>
                  </a:solidFill>
                  <a:latin typeface="+mj-lt"/>
                  <a:cs typeface="Calibri"/>
                </a:rPr>
                <a:t>Default text</a:t>
              </a:r>
              <a:endParaRPr/>
            </a:p>
          </p:txBody>
        </p:sp>
        <p:sp>
          <p:nvSpPr>
            <p:cNvPr id="294" name="Rechthoek 293"/>
            <p:cNvSpPr>
              <a:spLocks noAdjustHandles="1" noChangeArrowheads="1" noChangeShapeType="1" noEditPoints="1" noGrp="1" noMove="1" noResize="1" noRot="1"/>
            </p:cNvSpPr>
            <p:nvPr userDrawn="1"/>
          </p:nvSpPr>
          <p:spPr bwMode="auto">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600"/>
                </a:spcBef>
                <a:spcAft>
                  <a:spcPts val="600"/>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mn-ea"/>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mn-ea"/>
                  <a:cs typeface="Calibri"/>
                </a:rPr>
                <a:t>and click</a:t>
              </a:r>
              <a:br>
                <a:rPr lang="en-GB" sz="1200" cap="none">
                  <a:solidFill>
                    <a:srgbClr val="211F26"/>
                  </a:solidFill>
                  <a:latin typeface="Calibri"/>
                  <a:ea typeface="+mn-ea"/>
                  <a:cs typeface="Calibri"/>
                </a:rPr>
              </a:br>
              <a:r>
                <a:rPr lang="en-GB" sz="1200" cap="none">
                  <a:solidFill>
                    <a:srgbClr val="211F26"/>
                  </a:solidFill>
                  <a:latin typeface="Calibri"/>
                  <a:ea typeface="+mn-ea"/>
                  <a:cs typeface="Calibri"/>
                </a:rPr>
                <a:t>on the button </a:t>
              </a:r>
              <a:r>
                <a:rPr lang="en-GB" sz="1200" b="1" cap="all">
                  <a:solidFill>
                    <a:srgbClr val="211F26"/>
                  </a:solidFill>
                  <a:latin typeface="Calibri"/>
                  <a:cs typeface="Calibri"/>
                </a:rPr>
                <a:t>‘Inspiration'</a:t>
              </a:r>
              <a:endParaRPr/>
            </a:p>
          </p:txBody>
        </p:sp>
        <p:grpSp>
          <p:nvGrpSpPr>
            <p:cNvPr id="295" name="ICOON_info"/>
            <p:cNvGrpSpPr>
              <a:grpSpLocks noGrp="1" noMove="1" noResize="1" noRot="1" noUngrp="1"/>
            </p:cNvGrpSpPr>
            <p:nvPr userDrawn="1"/>
          </p:nvGrpSpPr>
          <p:grpSpPr bwMode="auto">
            <a:xfrm>
              <a:off x="-376735" y="4400186"/>
              <a:ext cx="283685" cy="283685"/>
              <a:chOff x="-510741" y="5913713"/>
              <a:chExt cx="267555" cy="267555"/>
            </a:xfrm>
          </p:grpSpPr>
          <p:sp>
            <p:nvSpPr>
              <p:cNvPr id="343" name="Ovaal 342"/>
              <p:cNvSpPr>
                <a:spLocks noAdjustHandles="1" noChangeArrowheads="1" noChangeShapeType="1" noEditPoints="1" noGrp="1" noMove="1" noResize="1" noRot="1"/>
              </p:cNvSpPr>
              <p:nvPr userDrawn="1"/>
            </p:nvSpPr>
            <p:spPr bwMode="auto">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Calibri"/>
                  <a:cs typeface="Calibri"/>
                </a:endParaRPr>
              </a:p>
            </p:txBody>
          </p:sp>
          <p:sp>
            <p:nvSpPr>
              <p:cNvPr id="344" name="Graphic 163" descr="Informatie"/>
              <p:cNvSpPr>
                <a:spLocks noAdjustHandles="1" noChangeArrowheads="1" noChangeShapeType="1" noEditPoints="1" noGrp="1" noMove="1" noResize="1" noRot="1"/>
              </p:cNvSpPr>
              <p:nvPr/>
            </p:nvSpPr>
            <p:spPr bwMode="auto">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296" name="VOORBEELD"/>
            <p:cNvGrpSpPr>
              <a:grpSpLocks noGrp="1" noMove="1" noResize="1" noRot="1" noUngrp="1"/>
            </p:cNvGrpSpPr>
            <p:nvPr userDrawn="1"/>
          </p:nvGrpSpPr>
          <p:grpSpPr bwMode="auto">
            <a:xfrm>
              <a:off x="-3605171" y="458674"/>
              <a:ext cx="3234311" cy="558875"/>
              <a:chOff x="-3605171" y="458674"/>
              <a:chExt cx="3234311" cy="558875"/>
            </a:xfrm>
          </p:grpSpPr>
          <p:sp>
            <p:nvSpPr>
              <p:cNvPr id="303" name="Rechthoek 302"/>
              <p:cNvSpPr>
                <a:spLocks noAdjustHandles="1" noChangeArrowheads="1" noChangeShapeType="1" noEditPoints="1" noGrp="1" noMove="1" noResize="1" noRot="1"/>
              </p:cNvSpPr>
              <p:nvPr userDrawn="1"/>
            </p:nvSpPr>
            <p:spPr bwMode="auto">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304" name="Rechthoek 303"/>
              <p:cNvSpPr>
                <a:spLocks noAdjustHandles="1" noChangeArrowheads="1" noChangeShapeType="1" noEditPoints="1" noGrp="1" noMove="1" noResize="1" noRot="1"/>
              </p:cNvSpPr>
              <p:nvPr userDrawn="1"/>
            </p:nvSpPr>
            <p:spPr bwMode="auto">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305" name="Groep 304"/>
              <p:cNvGrpSpPr>
                <a:grpSpLocks noGrp="1" noMove="1" noResize="1" noRot="1" noUngrp="1"/>
              </p:cNvGrpSpPr>
              <p:nvPr userDrawn="1"/>
            </p:nvGrpSpPr>
            <p:grpSpPr bwMode="auto">
              <a:xfrm>
                <a:off x="-3386247" y="830871"/>
                <a:ext cx="139423" cy="109566"/>
                <a:chOff x="-2866744" y="827070"/>
                <a:chExt cx="168701" cy="132575"/>
              </a:xfrm>
            </p:grpSpPr>
            <p:grpSp>
              <p:nvGrpSpPr>
                <p:cNvPr id="336" name="Groep 335"/>
                <p:cNvGrpSpPr>
                  <a:grpSpLocks noGrp="1" noMove="1" noResize="1" noRot="1" noUngrp="1"/>
                </p:cNvGrpSpPr>
                <p:nvPr userDrawn="1"/>
              </p:nvGrpSpPr>
              <p:grpSpPr bwMode="auto">
                <a:xfrm>
                  <a:off x="-2866744" y="827070"/>
                  <a:ext cx="168701" cy="132575"/>
                  <a:chOff x="-2866744" y="827070"/>
                  <a:chExt cx="168701" cy="132575"/>
                </a:xfrm>
              </p:grpSpPr>
              <p:cxnSp>
                <p:nvCxnSpPr>
                  <p:cNvPr id="338" name="Rechte verbindingslijn 337"/>
                  <p:cNvCxnSpPr>
                    <a:cxnSpLocks noAdjustHandles="1" noChangeArrowheads="1" noChangeShapeType="1" noEditPoints="1" noGrp="1" noMove="1" noResize="1" noRot="1"/>
                  </p:cNvCxnSpPr>
                  <p:nvPr userDrawn="1"/>
                </p:nvCxnSpPr>
                <p:spPr bwMode="auto">
                  <a:xfrm>
                    <a:off x="-2866744" y="827070"/>
                    <a:ext cx="168701" cy="0"/>
                  </a:xfrm>
                  <a:prstGeom prst="line">
                    <a:avLst/>
                  </a:prstGeom>
                  <a:solidFill>
                    <a:schemeClr val="bg1"/>
                  </a:solidFill>
                  <a:ln w="12700" cap="flat" cmpd="sng" algn="ctr">
                    <a:solidFill>
                      <a:srgbClr val="9D9FA1"/>
                    </a:solidFill>
                    <a:prstDash val="solid"/>
                  </a:ln>
                  <a:effectLst/>
                </p:spPr>
              </p:cxnSp>
              <p:cxnSp>
                <p:nvCxnSpPr>
                  <p:cNvPr id="339" name="Rechte verbindingslijn 338"/>
                  <p:cNvCxnSpPr>
                    <a:cxnSpLocks noAdjustHandles="1" noChangeArrowheads="1" noChangeShapeType="1" noEditPoints="1" noGrp="1" noMove="1" noResize="1" noRot="1"/>
                  </p:cNvCxnSpPr>
                  <p:nvPr userDrawn="1"/>
                </p:nvCxnSpPr>
                <p:spPr bwMode="auto">
                  <a:xfrm>
                    <a:off x="-2866744" y="959646"/>
                    <a:ext cx="168701" cy="0"/>
                  </a:xfrm>
                  <a:prstGeom prst="line">
                    <a:avLst/>
                  </a:prstGeom>
                  <a:solidFill>
                    <a:schemeClr val="bg1"/>
                  </a:solidFill>
                  <a:ln w="12700" cap="flat" cmpd="sng" algn="ctr">
                    <a:solidFill>
                      <a:srgbClr val="9D9FA1"/>
                    </a:solidFill>
                    <a:prstDash val="solid"/>
                  </a:ln>
                  <a:effectLst/>
                </p:spPr>
              </p:cxnSp>
              <p:cxnSp>
                <p:nvCxnSpPr>
                  <p:cNvPr id="340" name="Rechte verbindingslijn 339"/>
                  <p:cNvCxnSpPr>
                    <a:cxnSpLocks noAdjustHandles="1" noChangeArrowheads="1" noChangeShapeType="1" noEditPoints="1" noGrp="1" noMove="1" noResize="1" noRot="1"/>
                  </p:cNvCxnSpPr>
                  <p:nvPr userDrawn="1"/>
                </p:nvCxnSpPr>
                <p:spPr bwMode="auto">
                  <a:xfrm>
                    <a:off x="-2773990" y="926503"/>
                    <a:ext cx="75947" cy="0"/>
                  </a:xfrm>
                  <a:prstGeom prst="line">
                    <a:avLst/>
                  </a:prstGeom>
                  <a:solidFill>
                    <a:schemeClr val="bg1"/>
                  </a:solidFill>
                  <a:ln w="12700" cap="flat" cmpd="sng" algn="ctr">
                    <a:solidFill>
                      <a:srgbClr val="9D9FA1"/>
                    </a:solidFill>
                    <a:prstDash val="solid"/>
                  </a:ln>
                  <a:effectLst/>
                </p:spPr>
              </p:cxnSp>
              <p:cxnSp>
                <p:nvCxnSpPr>
                  <p:cNvPr id="341" name="Rechte verbindingslijn 340"/>
                  <p:cNvCxnSpPr>
                    <a:cxnSpLocks noAdjustHandles="1" noChangeArrowheads="1" noChangeShapeType="1" noEditPoints="1" noGrp="1" noMove="1" noResize="1" noRot="1"/>
                  </p:cNvCxnSpPr>
                  <p:nvPr userDrawn="1"/>
                </p:nvCxnSpPr>
                <p:spPr bwMode="auto">
                  <a:xfrm>
                    <a:off x="-2773990" y="893359"/>
                    <a:ext cx="75947" cy="0"/>
                  </a:xfrm>
                  <a:prstGeom prst="line">
                    <a:avLst/>
                  </a:prstGeom>
                  <a:solidFill>
                    <a:schemeClr val="bg1"/>
                  </a:solidFill>
                  <a:ln w="12700" cap="flat" cmpd="sng" algn="ctr">
                    <a:solidFill>
                      <a:srgbClr val="9D9FA1"/>
                    </a:solidFill>
                    <a:prstDash val="solid"/>
                  </a:ln>
                  <a:effectLst/>
                </p:spPr>
              </p:cxnSp>
              <p:cxnSp>
                <p:nvCxnSpPr>
                  <p:cNvPr id="342" name="Rechte verbindingslijn 341"/>
                  <p:cNvCxnSpPr>
                    <a:cxnSpLocks noAdjustHandles="1" noChangeArrowheads="1" noChangeShapeType="1" noEditPoints="1" noGrp="1" noMove="1" noResize="1" noRot="1"/>
                  </p:cNvCxnSpPr>
                  <p:nvPr userDrawn="1"/>
                </p:nvCxnSpPr>
                <p:spPr bwMode="auto">
                  <a:xfrm>
                    <a:off x="-2773990" y="860215"/>
                    <a:ext cx="75947" cy="0"/>
                  </a:xfrm>
                  <a:prstGeom prst="line">
                    <a:avLst/>
                  </a:prstGeom>
                  <a:solidFill>
                    <a:schemeClr val="bg1"/>
                  </a:solidFill>
                  <a:ln w="12700" cap="flat" cmpd="sng" algn="ctr">
                    <a:solidFill>
                      <a:srgbClr val="9D9FA1"/>
                    </a:solidFill>
                    <a:prstDash val="solid"/>
                  </a:ln>
                  <a:effectLst/>
                </p:spPr>
              </p:cxnSp>
            </p:grpSp>
            <p:sp>
              <p:nvSpPr>
                <p:cNvPr id="337" name="Pijl: rechts 336"/>
                <p:cNvSpPr>
                  <a:spLocks noAdjustHandles="1" noChangeArrowheads="1" noChangeShapeType="1" noEditPoints="1" noGrp="1" noMove="1" noResize="1" noRot="1"/>
                </p:cNvSpPr>
                <p:nvPr userDrawn="1"/>
              </p:nvSpPr>
              <p:spPr bwMode="auto">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306" name="Groep 305"/>
              <p:cNvGrpSpPr>
                <a:grpSpLocks noGrp="1" noMove="1" noResize="1" noRot="1" noUngrp="1"/>
              </p:cNvGrpSpPr>
              <p:nvPr userDrawn="1"/>
            </p:nvGrpSpPr>
            <p:grpSpPr bwMode="auto">
              <a:xfrm>
                <a:off x="-3605171" y="830871"/>
                <a:ext cx="139423" cy="109566"/>
                <a:chOff x="-2866744" y="518074"/>
                <a:chExt cx="168701" cy="132575"/>
              </a:xfrm>
            </p:grpSpPr>
            <p:grpSp>
              <p:nvGrpSpPr>
                <p:cNvPr id="329" name="Groep 328"/>
                <p:cNvGrpSpPr>
                  <a:grpSpLocks noGrp="1" noMove="1" noResize="1" noRot="1" noUngrp="1"/>
                </p:cNvGrpSpPr>
                <p:nvPr userDrawn="1"/>
              </p:nvGrpSpPr>
              <p:grpSpPr bwMode="auto">
                <a:xfrm>
                  <a:off x="-2866744" y="518074"/>
                  <a:ext cx="168701" cy="132575"/>
                  <a:chOff x="-2866744" y="518074"/>
                  <a:chExt cx="168701" cy="132575"/>
                </a:xfrm>
              </p:grpSpPr>
              <p:cxnSp>
                <p:nvCxnSpPr>
                  <p:cNvPr id="331" name="Rechte verbindingslijn 330"/>
                  <p:cNvCxnSpPr>
                    <a:cxnSpLocks noAdjustHandles="1" noChangeArrowheads="1" noChangeShapeType="1" noEditPoints="1" noGrp="1" noMove="1" noResize="1" noRot="1"/>
                  </p:cNvCxnSpPr>
                  <p:nvPr userDrawn="1"/>
                </p:nvCxnSpPr>
                <p:spPr bwMode="auto">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32" name="Rechte verbindingslijn 331"/>
                  <p:cNvCxnSpPr>
                    <a:cxnSpLocks noAdjustHandles="1" noChangeArrowheads="1" noChangeShapeType="1" noEditPoints="1" noGrp="1" noMove="1" noResize="1" noRot="1"/>
                  </p:cNvCxnSpPr>
                  <p:nvPr userDrawn="1"/>
                </p:nvCxnSpPr>
                <p:spPr bwMode="auto">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33" name="Rechte verbindingslijn 332"/>
                  <p:cNvCxnSpPr>
                    <a:cxnSpLocks noAdjustHandles="1" noChangeArrowheads="1" noChangeShapeType="1" noEditPoints="1" noGrp="1" noMove="1" noResize="1" noRot="1"/>
                  </p:cNvCxnSpPr>
                  <p:nvPr userDrawn="1"/>
                </p:nvCxnSpPr>
                <p:spPr bwMode="auto">
                  <a:xfrm>
                    <a:off x="-2773990" y="617506"/>
                    <a:ext cx="75947" cy="0"/>
                  </a:xfrm>
                  <a:prstGeom prst="line">
                    <a:avLst/>
                  </a:prstGeom>
                  <a:solidFill>
                    <a:schemeClr val="bg1"/>
                  </a:solidFill>
                  <a:ln w="12700" cap="flat" cmpd="sng" algn="ctr">
                    <a:solidFill>
                      <a:srgbClr val="9D9FA1"/>
                    </a:solidFill>
                    <a:prstDash val="solid"/>
                  </a:ln>
                  <a:effectLst/>
                </p:spPr>
              </p:cxnSp>
              <p:cxnSp>
                <p:nvCxnSpPr>
                  <p:cNvPr id="334" name="Rechte verbindingslijn 333"/>
                  <p:cNvCxnSpPr>
                    <a:cxnSpLocks noAdjustHandles="1" noChangeArrowheads="1" noChangeShapeType="1" noEditPoints="1" noGrp="1" noMove="1" noResize="1" noRot="1"/>
                  </p:cNvCxnSpPr>
                  <p:nvPr userDrawn="1"/>
                </p:nvCxnSpPr>
                <p:spPr bwMode="auto">
                  <a:xfrm>
                    <a:off x="-2773990" y="584362"/>
                    <a:ext cx="75947" cy="0"/>
                  </a:xfrm>
                  <a:prstGeom prst="line">
                    <a:avLst/>
                  </a:prstGeom>
                  <a:solidFill>
                    <a:schemeClr val="bg1"/>
                  </a:solidFill>
                  <a:ln w="12700" cap="flat" cmpd="sng" algn="ctr">
                    <a:solidFill>
                      <a:srgbClr val="9D9FA1"/>
                    </a:solidFill>
                    <a:prstDash val="solid"/>
                  </a:ln>
                  <a:effectLst/>
                </p:spPr>
              </p:cxnSp>
              <p:cxnSp>
                <p:nvCxnSpPr>
                  <p:cNvPr id="335" name="Rechte verbindingslijn 334"/>
                  <p:cNvCxnSpPr>
                    <a:cxnSpLocks noAdjustHandles="1" noChangeArrowheads="1" noChangeShapeType="1" noEditPoints="1" noGrp="1" noMove="1" noResize="1" noRot="1"/>
                  </p:cNvCxnSpPr>
                  <p:nvPr userDrawn="1"/>
                </p:nvCxnSpPr>
                <p:spPr bwMode="auto">
                  <a:xfrm>
                    <a:off x="-2773990" y="551218"/>
                    <a:ext cx="75947" cy="0"/>
                  </a:xfrm>
                  <a:prstGeom prst="line">
                    <a:avLst/>
                  </a:prstGeom>
                  <a:solidFill>
                    <a:schemeClr val="bg1"/>
                  </a:solidFill>
                  <a:ln w="12700" cap="flat" cmpd="sng" algn="ctr">
                    <a:solidFill>
                      <a:srgbClr val="9D9FA1"/>
                    </a:solidFill>
                    <a:prstDash val="solid"/>
                  </a:ln>
                  <a:effectLst/>
                </p:spPr>
              </p:cxnSp>
            </p:grpSp>
            <p:sp>
              <p:nvSpPr>
                <p:cNvPr id="330" name="Pijl: rechts 329"/>
                <p:cNvSpPr>
                  <a:spLocks noAdjustHandles="1" noChangeArrowheads="1" noChangeShapeType="1" noEditPoints="1" noGrp="1" noMove="1" noResize="1" noRot="1"/>
                </p:cNvSpPr>
                <p:nvPr userDrawn="1"/>
              </p:nvSpPr>
              <p:spPr bwMode="auto">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307" name="Rechte verbindingslijn 306"/>
              <p:cNvCxnSpPr>
                <a:cxnSpLocks noAdjustHandles="1" noChangeArrowheads="1" noChangeShapeType="1" noEditPoints="1" noGrp="1" noMove="1" noResize="1" noRot="1"/>
              </p:cNvCxnSpPr>
              <p:nvPr userDrawn="1"/>
            </p:nvCxnSpPr>
            <p:spPr bwMode="auto">
              <a:xfrm flipV="1">
                <a:off x="-3459956" y="588169"/>
                <a:ext cx="547687" cy="219076"/>
              </a:xfrm>
              <a:prstGeom prst="line">
                <a:avLst/>
              </a:prstGeom>
              <a:noFill/>
              <a:ln w="19050" cap="rnd" cmpd="sng" algn="ctr">
                <a:solidFill>
                  <a:schemeClr val="accent1"/>
                </a:solidFill>
                <a:prstDash val="solid"/>
                <a:headEnd type="oval"/>
              </a:ln>
              <a:effectLst/>
            </p:spPr>
          </p:cxnSp>
          <p:cxnSp>
            <p:nvCxnSpPr>
              <p:cNvPr id="308" name="Rechte verbindingslijn 307"/>
              <p:cNvCxnSpPr>
                <a:cxnSpLocks noAdjustHandles="1" noChangeArrowheads="1" noChangeShapeType="1" noEditPoints="1" noGrp="1" noMove="1" noResize="1" noRot="1"/>
              </p:cNvCxnSpPr>
              <p:nvPr userDrawn="1"/>
            </p:nvCxnSpPr>
            <p:spPr bwMode="auto">
              <a:xfrm>
                <a:off x="-3224213" y="828675"/>
                <a:ext cx="319088" cy="0"/>
              </a:xfrm>
              <a:prstGeom prst="line">
                <a:avLst/>
              </a:prstGeom>
              <a:noFill/>
              <a:ln w="19050" cap="rnd" cmpd="sng" algn="ctr">
                <a:solidFill>
                  <a:schemeClr val="accent1"/>
                </a:solidFill>
                <a:prstDash val="solid"/>
                <a:headEnd type="oval"/>
              </a:ln>
              <a:effectLst/>
            </p:spPr>
          </p:cxnSp>
          <p:sp>
            <p:nvSpPr>
              <p:cNvPr id="309" name="Rechthoek 308"/>
              <p:cNvSpPr>
                <a:spLocks noAdjustHandles="1" noChangeArrowheads="1" noChangeShapeType="1" noEditPoints="1" noGrp="1" noMove="1" noResize="1" noRot="1"/>
              </p:cNvSpPr>
              <p:nvPr userDrawn="1"/>
            </p:nvSpPr>
            <p:spPr bwMode="auto">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600"/>
                  </a:spcBef>
                  <a:spcAft>
                    <a:spcPts val="600"/>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310" name="Rechthoek 309"/>
              <p:cNvSpPr>
                <a:spLocks noAdjustHandles="1" noChangeArrowheads="1" noChangeShapeType="1" noEditPoints="1" noGrp="1" noMove="1" noResize="1" noRot="1"/>
              </p:cNvSpPr>
              <p:nvPr userDrawn="1"/>
            </p:nvSpPr>
            <p:spPr bwMode="auto">
              <a:xfrm>
                <a:off x="-2559903" y="819561"/>
                <a:ext cx="2189043" cy="142202"/>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600"/>
                  </a:spcBef>
                  <a:spcAft>
                    <a:spcPts val="600"/>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311" name="Groep 310"/>
              <p:cNvGrpSpPr>
                <a:grpSpLocks noGrp="1" noMove="1" noResize="1" noRot="1" noUngrp="1"/>
              </p:cNvGrpSpPr>
              <p:nvPr userDrawn="1"/>
            </p:nvGrpSpPr>
            <p:grpSpPr bwMode="auto">
              <a:xfrm>
                <a:off x="-2916763" y="769168"/>
                <a:ext cx="268738" cy="248381"/>
                <a:chOff x="-2916763" y="769168"/>
                <a:chExt cx="268738" cy="248381"/>
              </a:xfrm>
            </p:grpSpPr>
            <p:sp>
              <p:nvSpPr>
                <p:cNvPr id="321" name="Rechthoek 320"/>
                <p:cNvSpPr>
                  <a:spLocks noAdjustHandles="1" noChangeArrowheads="1" noChangeShapeType="1" noEditPoints="1" noGrp="1" noMove="1" noResize="1" noRot="1"/>
                </p:cNvSpPr>
                <p:nvPr userDrawn="1"/>
              </p:nvSpPr>
              <p:spPr bwMode="auto">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322" name="Groep 321"/>
                <p:cNvGrpSpPr>
                  <a:grpSpLocks noGrp="1" noMove="1" noResize="1" noRot="1" noUngrp="1"/>
                </p:cNvGrpSpPr>
                <p:nvPr userDrawn="1"/>
              </p:nvGrpSpPr>
              <p:grpSpPr bwMode="auto">
                <a:xfrm>
                  <a:off x="-2866744" y="827070"/>
                  <a:ext cx="168701" cy="132575"/>
                  <a:chOff x="-2866744" y="827070"/>
                  <a:chExt cx="168701" cy="132575"/>
                </a:xfrm>
              </p:grpSpPr>
              <p:cxnSp>
                <p:nvCxnSpPr>
                  <p:cNvPr id="324" name="Rechte verbindingslijn 323"/>
                  <p:cNvCxnSpPr>
                    <a:cxnSpLocks noAdjustHandles="1" noChangeArrowheads="1" noChangeShapeType="1" noEditPoints="1" noGrp="1" noMove="1" noResize="1" noRot="1"/>
                  </p:cNvCxnSpPr>
                  <p:nvPr userDrawn="1"/>
                </p:nvCxnSpPr>
                <p:spPr bwMode="auto">
                  <a:xfrm>
                    <a:off x="-2866744" y="827070"/>
                    <a:ext cx="168701" cy="0"/>
                  </a:xfrm>
                  <a:prstGeom prst="line">
                    <a:avLst/>
                  </a:prstGeom>
                  <a:solidFill>
                    <a:schemeClr val="bg1"/>
                  </a:solidFill>
                  <a:ln w="12700" cap="flat" cmpd="sng" algn="ctr">
                    <a:solidFill>
                      <a:srgbClr val="9D9FA1"/>
                    </a:solidFill>
                    <a:prstDash val="solid"/>
                  </a:ln>
                  <a:effectLst/>
                </p:spPr>
              </p:cxnSp>
              <p:cxnSp>
                <p:nvCxnSpPr>
                  <p:cNvPr id="325" name="Rechte verbindingslijn 324"/>
                  <p:cNvCxnSpPr>
                    <a:cxnSpLocks noAdjustHandles="1" noChangeArrowheads="1" noChangeShapeType="1" noEditPoints="1" noGrp="1" noMove="1" noResize="1" noRot="1"/>
                  </p:cNvCxnSpPr>
                  <p:nvPr userDrawn="1"/>
                </p:nvCxnSpPr>
                <p:spPr bwMode="auto">
                  <a:xfrm>
                    <a:off x="-2866744" y="959646"/>
                    <a:ext cx="168701" cy="0"/>
                  </a:xfrm>
                  <a:prstGeom prst="line">
                    <a:avLst/>
                  </a:prstGeom>
                  <a:solidFill>
                    <a:schemeClr val="bg1"/>
                  </a:solidFill>
                  <a:ln w="12700" cap="flat" cmpd="sng" algn="ctr">
                    <a:solidFill>
                      <a:srgbClr val="9D9FA1"/>
                    </a:solidFill>
                    <a:prstDash val="solid"/>
                  </a:ln>
                  <a:effectLst/>
                </p:spPr>
              </p:cxnSp>
              <p:cxnSp>
                <p:nvCxnSpPr>
                  <p:cNvPr id="326" name="Rechte verbindingslijn 325"/>
                  <p:cNvCxnSpPr>
                    <a:cxnSpLocks noAdjustHandles="1" noChangeArrowheads="1" noChangeShapeType="1" noEditPoints="1" noGrp="1" noMove="1" noResize="1" noRot="1"/>
                  </p:cNvCxnSpPr>
                  <p:nvPr userDrawn="1"/>
                </p:nvCxnSpPr>
                <p:spPr bwMode="auto">
                  <a:xfrm>
                    <a:off x="-2773990" y="926503"/>
                    <a:ext cx="75947" cy="0"/>
                  </a:xfrm>
                  <a:prstGeom prst="line">
                    <a:avLst/>
                  </a:prstGeom>
                  <a:solidFill>
                    <a:schemeClr val="bg1"/>
                  </a:solidFill>
                  <a:ln w="12700" cap="flat" cmpd="sng" algn="ctr">
                    <a:solidFill>
                      <a:srgbClr val="9D9FA1"/>
                    </a:solidFill>
                    <a:prstDash val="solid"/>
                  </a:ln>
                  <a:effectLst/>
                </p:spPr>
              </p:cxnSp>
              <p:cxnSp>
                <p:nvCxnSpPr>
                  <p:cNvPr id="327" name="Rechte verbindingslijn 326"/>
                  <p:cNvCxnSpPr>
                    <a:cxnSpLocks noAdjustHandles="1" noChangeArrowheads="1" noChangeShapeType="1" noEditPoints="1" noGrp="1" noMove="1" noResize="1" noRot="1"/>
                  </p:cNvCxnSpPr>
                  <p:nvPr userDrawn="1"/>
                </p:nvCxnSpPr>
                <p:spPr bwMode="auto">
                  <a:xfrm>
                    <a:off x="-2773990" y="893359"/>
                    <a:ext cx="75947" cy="0"/>
                  </a:xfrm>
                  <a:prstGeom prst="line">
                    <a:avLst/>
                  </a:prstGeom>
                  <a:solidFill>
                    <a:schemeClr val="bg1"/>
                  </a:solidFill>
                  <a:ln w="12700" cap="flat" cmpd="sng" algn="ctr">
                    <a:solidFill>
                      <a:srgbClr val="9D9FA1"/>
                    </a:solidFill>
                    <a:prstDash val="solid"/>
                  </a:ln>
                  <a:effectLst/>
                </p:spPr>
              </p:cxnSp>
              <p:cxnSp>
                <p:nvCxnSpPr>
                  <p:cNvPr id="328" name="Rechte verbindingslijn 327"/>
                  <p:cNvCxnSpPr>
                    <a:cxnSpLocks noAdjustHandles="1" noChangeArrowheads="1" noChangeShapeType="1" noEditPoints="1" noGrp="1" noMove="1" noResize="1" noRot="1"/>
                  </p:cNvCxnSpPr>
                  <p:nvPr userDrawn="1"/>
                </p:nvCxnSpPr>
                <p:spPr bwMode="auto">
                  <a:xfrm>
                    <a:off x="-2773990" y="860215"/>
                    <a:ext cx="75947" cy="0"/>
                  </a:xfrm>
                  <a:prstGeom prst="line">
                    <a:avLst/>
                  </a:prstGeom>
                  <a:solidFill>
                    <a:schemeClr val="bg1"/>
                  </a:solidFill>
                  <a:ln w="12700" cap="flat" cmpd="sng" algn="ctr">
                    <a:solidFill>
                      <a:srgbClr val="9D9FA1"/>
                    </a:solidFill>
                    <a:prstDash val="solid"/>
                  </a:ln>
                  <a:effectLst/>
                </p:spPr>
              </p:cxnSp>
            </p:grpSp>
            <p:sp>
              <p:nvSpPr>
                <p:cNvPr id="323" name="Pijl: rechts 322"/>
                <p:cNvSpPr>
                  <a:spLocks noAdjustHandles="1" noChangeArrowheads="1" noChangeShapeType="1" noEditPoints="1" noGrp="1" noMove="1" noResize="1" noRot="1"/>
                </p:cNvSpPr>
                <p:nvPr userDrawn="1"/>
              </p:nvSpPr>
              <p:spPr bwMode="auto">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312" name="Groep 311"/>
              <p:cNvGrpSpPr>
                <a:grpSpLocks noGrp="1" noMove="1" noResize="1" noRot="1" noUngrp="1"/>
              </p:cNvGrpSpPr>
              <p:nvPr userDrawn="1"/>
            </p:nvGrpSpPr>
            <p:grpSpPr bwMode="auto">
              <a:xfrm>
                <a:off x="-2916763" y="460171"/>
                <a:ext cx="268738" cy="248381"/>
                <a:chOff x="-2916763" y="460171"/>
                <a:chExt cx="268738" cy="248381"/>
              </a:xfrm>
            </p:grpSpPr>
            <p:sp>
              <p:nvSpPr>
                <p:cNvPr id="313" name="Rechthoek 312"/>
                <p:cNvSpPr>
                  <a:spLocks noAdjustHandles="1" noChangeArrowheads="1" noChangeShapeType="1" noEditPoints="1" noGrp="1" noMove="1" noResize="1" noRot="1"/>
                </p:cNvSpPr>
                <p:nvPr userDrawn="1"/>
              </p:nvSpPr>
              <p:spPr bwMode="auto">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314" name="Groep 313"/>
                <p:cNvGrpSpPr>
                  <a:grpSpLocks noGrp="1" noMove="1" noResize="1" noRot="1" noUngrp="1"/>
                </p:cNvGrpSpPr>
                <p:nvPr userDrawn="1"/>
              </p:nvGrpSpPr>
              <p:grpSpPr bwMode="auto">
                <a:xfrm>
                  <a:off x="-2866744" y="518074"/>
                  <a:ext cx="168701" cy="132575"/>
                  <a:chOff x="-2866744" y="518074"/>
                  <a:chExt cx="168701" cy="132575"/>
                </a:xfrm>
              </p:grpSpPr>
              <p:cxnSp>
                <p:nvCxnSpPr>
                  <p:cNvPr id="316" name="Rechte verbindingslijn 315"/>
                  <p:cNvCxnSpPr>
                    <a:cxnSpLocks noAdjustHandles="1" noChangeArrowheads="1" noChangeShapeType="1" noEditPoints="1" noGrp="1" noMove="1" noResize="1" noRot="1"/>
                  </p:cNvCxnSpPr>
                  <p:nvPr userDrawn="1"/>
                </p:nvCxnSpPr>
                <p:spPr bwMode="auto">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17" name="Rechte verbindingslijn 316"/>
                  <p:cNvCxnSpPr>
                    <a:cxnSpLocks noAdjustHandles="1" noChangeArrowheads="1" noChangeShapeType="1" noEditPoints="1" noGrp="1" noMove="1" noResize="1" noRot="1"/>
                  </p:cNvCxnSpPr>
                  <p:nvPr userDrawn="1"/>
                </p:nvCxnSpPr>
                <p:spPr bwMode="auto">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18" name="Rechte verbindingslijn 317"/>
                  <p:cNvCxnSpPr>
                    <a:cxnSpLocks noAdjustHandles="1" noChangeArrowheads="1" noChangeShapeType="1" noEditPoints="1" noGrp="1" noMove="1" noResize="1" noRot="1"/>
                  </p:cNvCxnSpPr>
                  <p:nvPr userDrawn="1"/>
                </p:nvCxnSpPr>
                <p:spPr bwMode="auto">
                  <a:xfrm>
                    <a:off x="-2773990" y="617506"/>
                    <a:ext cx="75947" cy="0"/>
                  </a:xfrm>
                  <a:prstGeom prst="line">
                    <a:avLst/>
                  </a:prstGeom>
                  <a:solidFill>
                    <a:schemeClr val="bg1"/>
                  </a:solidFill>
                  <a:ln w="12700" cap="flat" cmpd="sng" algn="ctr">
                    <a:solidFill>
                      <a:srgbClr val="9D9FA1"/>
                    </a:solidFill>
                    <a:prstDash val="solid"/>
                  </a:ln>
                  <a:effectLst/>
                </p:spPr>
              </p:cxnSp>
              <p:cxnSp>
                <p:nvCxnSpPr>
                  <p:cNvPr id="319" name="Rechte verbindingslijn 318"/>
                  <p:cNvCxnSpPr>
                    <a:cxnSpLocks noAdjustHandles="1" noChangeArrowheads="1" noChangeShapeType="1" noEditPoints="1" noGrp="1" noMove="1" noResize="1" noRot="1"/>
                  </p:cNvCxnSpPr>
                  <p:nvPr userDrawn="1"/>
                </p:nvCxnSpPr>
                <p:spPr bwMode="auto">
                  <a:xfrm>
                    <a:off x="-2773990" y="584362"/>
                    <a:ext cx="75947" cy="0"/>
                  </a:xfrm>
                  <a:prstGeom prst="line">
                    <a:avLst/>
                  </a:prstGeom>
                  <a:solidFill>
                    <a:schemeClr val="bg1"/>
                  </a:solidFill>
                  <a:ln w="12700" cap="flat" cmpd="sng" algn="ctr">
                    <a:solidFill>
                      <a:srgbClr val="9D9FA1"/>
                    </a:solidFill>
                    <a:prstDash val="solid"/>
                  </a:ln>
                  <a:effectLst/>
                </p:spPr>
              </p:cxnSp>
              <p:cxnSp>
                <p:nvCxnSpPr>
                  <p:cNvPr id="320" name="Rechte verbindingslijn 319"/>
                  <p:cNvCxnSpPr>
                    <a:cxnSpLocks noAdjustHandles="1" noChangeArrowheads="1" noChangeShapeType="1" noEditPoints="1" noGrp="1" noMove="1" noResize="1" noRot="1"/>
                  </p:cNvCxnSpPr>
                  <p:nvPr userDrawn="1"/>
                </p:nvCxnSpPr>
                <p:spPr bwMode="auto">
                  <a:xfrm>
                    <a:off x="-2773990" y="551218"/>
                    <a:ext cx="75947" cy="0"/>
                  </a:xfrm>
                  <a:prstGeom prst="line">
                    <a:avLst/>
                  </a:prstGeom>
                  <a:solidFill>
                    <a:schemeClr val="bg1"/>
                  </a:solidFill>
                  <a:ln w="12700" cap="flat" cmpd="sng" algn="ctr">
                    <a:solidFill>
                      <a:srgbClr val="9D9FA1"/>
                    </a:solidFill>
                    <a:prstDash val="solid"/>
                  </a:ln>
                  <a:effectLst/>
                </p:spPr>
              </p:cxnSp>
            </p:grpSp>
            <p:sp>
              <p:nvSpPr>
                <p:cNvPr id="315" name="Pijl: rechts 314"/>
                <p:cNvSpPr>
                  <a:spLocks noAdjustHandles="1" noChangeArrowheads="1" noChangeShapeType="1" noEditPoints="1" noGrp="1" noMove="1" noResize="1" noRot="1"/>
                </p:cNvSpPr>
                <p:nvPr userDrawn="1"/>
              </p:nvSpPr>
              <p:spPr bwMode="auto">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297" name="Groep 296"/>
            <p:cNvGrpSpPr>
              <a:grpSpLocks noGrp="1" noMove="1" noResize="1" noRot="1" noUngrp="1"/>
            </p:cNvGrpSpPr>
            <p:nvPr userDrawn="1"/>
          </p:nvGrpSpPr>
          <p:grpSpPr bwMode="auto">
            <a:xfrm>
              <a:off x="-938434" y="4663037"/>
              <a:ext cx="627798" cy="576693"/>
              <a:chOff x="-1753862" y="6112775"/>
              <a:chExt cx="759635" cy="697798"/>
            </a:xfrm>
          </p:grpSpPr>
          <p:grpSp>
            <p:nvGrpSpPr>
              <p:cNvPr id="298" name="Inspireren"/>
              <p:cNvGrpSpPr>
                <a:grpSpLocks noChangeAspect="1" noGrp="1" noMove="1" noResize="1" noRot="1" noUngrp="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00" name="Freeform 12"/>
                <p:cNvSpPr>
                  <a:spLocks noAdjustHandles="1" noChangeArrowheads="1" noChangeShapeType="1" noEditPoints="1" noGrp="1" noMove="1" noResize="1" noRot="1"/>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301" name="Freeform 13"/>
                <p:cNvSpPr>
                  <a:spLocks noAdjustHandles="1" noChangeArrowheads="1" noChangeShapeType="1" noEditPoints="1" noGrp="1" noMove="1" noResize="1" noRot="1"/>
                </p:cNvSpPr>
                <p:nvPr/>
              </p:nvSpPr>
              <p:spPr bwMode="auto">
                <a:xfrm>
                  <a:off x="5022" y="3795"/>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302" name="Freeform 14"/>
                <p:cNvSpPr>
                  <a:spLocks noAdjustHandles="1" noChangeArrowheads="1" noChangeShapeType="1" noEditPoints="1" noGrp="1" noMove="1" noResize="1" noRot="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grpSp>
          <p:sp>
            <p:nvSpPr>
              <p:cNvPr id="299" name="Tekstvak 298"/>
              <p:cNvSpPr txBox="1">
                <a:spLocks noAdjustHandles="1" noChangeArrowheads="1" noChangeShapeType="1" noEditPoints="1" noGrp="1" noMove="1" noResize="1" noRot="1"/>
              </p:cNvSpPr>
              <p:nvPr userDrawn="1"/>
            </p:nvSpPr>
            <p:spPr bwMode="auto">
              <a:xfrm>
                <a:off x="-1753862" y="6420664"/>
                <a:ext cx="759635" cy="389909"/>
              </a:xfrm>
              <a:prstGeom prst="rect">
                <a:avLst/>
              </a:prstGeom>
              <a:noFill/>
            </p:spPr>
            <p:txBody>
              <a:bodyPr wrap="square" lIns="0" tIns="0" rIns="0" bIns="0" rtlCol="0" anchor="ctr">
                <a:noAutofit/>
              </a:bodyPr>
              <a:lstStyle/>
              <a:p>
                <a:pPr marL="0" marR="0" lvl="0" indent="0" algn="ctr" defTabSz="914400">
                  <a:lnSpc>
                    <a:spcPct val="90000"/>
                  </a:lnSpc>
                  <a:spcBef>
                    <a:spcPts val="600"/>
                  </a:spcBef>
                  <a:spcAft>
                    <a:spcPts val="600"/>
                  </a:spcAft>
                  <a:buClrTx/>
                  <a:buSzTx/>
                  <a:buFontTx/>
                  <a:buNone/>
                  <a:defRPr/>
                </a:pPr>
                <a:r>
                  <a:rPr lang="en-GB" sz="1000" b="0" i="0" u="none" strike="noStrike" cap="none" spc="0">
                    <a:ln>
                      <a:noFill/>
                    </a:ln>
                    <a:solidFill>
                      <a:srgbClr val="211F26"/>
                    </a:solidFill>
                    <a:latin typeface="Calibri"/>
                    <a:ea typeface="+mn-ea"/>
                    <a:cs typeface="Calibri"/>
                  </a:rPr>
                  <a:t>Inspiration</a:t>
                </a:r>
                <a:endParaRPr/>
              </a:p>
            </p:txBody>
          </p:sp>
        </p:gr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21820775" name="Tijdelijke aanduiding voor datum 4"/>
          <p:cNvSpPr>
            <a:spLocks noGrp="1"/>
          </p:cNvSpPr>
          <p:nvPr>
            <p:ph type="dt" sz="half" idx="18"/>
          </p:nvPr>
        </p:nvSpPr>
        <p:spPr bwMode="auto"/>
        <p:txBody>
          <a:bodyPr/>
          <a:lstStyle/>
          <a:p>
            <a:pPr>
              <a:defRPr/>
            </a:pPr>
            <a:fld id="{F2560028-5DED-9E5B-EAC1-C9F4F41D1434}" type="datetime1">
              <a:rPr lang="nl-NL"/>
              <a:t/>
            </a:fld>
            <a:endParaRPr lang="en-GB"/>
          </a:p>
        </p:txBody>
      </p:sp>
      <p:sp>
        <p:nvSpPr>
          <p:cNvPr id="2115420059" name="Titel 8"/>
          <p:cNvSpPr>
            <a:spLocks noGrp="1"/>
          </p:cNvSpPr>
          <p:nvPr>
            <p:ph type="title"/>
          </p:nvPr>
        </p:nvSpPr>
        <p:spPr bwMode="auto"/>
        <p:txBody>
          <a:bodyPr/>
          <a:lstStyle/>
          <a:p>
            <a:pPr>
              <a:defRPr/>
            </a:pPr>
            <a:r>
              <a:rPr lang="en-US"/>
              <a:t>Choosing a Low-Fidelity Model</a:t>
            </a:r>
            <a:endParaRPr/>
          </a:p>
        </p:txBody>
      </p:sp>
      <p:sp>
        <p:nvSpPr>
          <p:cNvPr id="1712447809" name="Tijdelijke aanduiding voor dianummer 1"/>
          <p:cNvSpPr>
            <a:spLocks noGrp="1"/>
          </p:cNvSpPr>
          <p:nvPr>
            <p:ph type="sldNum" sz="quarter" idx="20"/>
          </p:nvPr>
        </p:nvSpPr>
        <p:spPr bwMode="auto"/>
        <p:txBody>
          <a:bodyPr/>
          <a:lstStyle/>
          <a:p>
            <a:pPr>
              <a:defRPr/>
            </a:pPr>
            <a:fld id="{BCC443C6-6A58-0291-01D2-1F86BD46C60B}" type="slidenum">
              <a:rPr lang="en-GB"/>
              <a:t/>
            </a:fld>
            <a:endParaRPr lang="en-GB"/>
          </a:p>
        </p:txBody>
      </p:sp>
      <p:sp>
        <p:nvSpPr>
          <p:cNvPr id="221603419" name="Tijdelijke aanduiding voor verticale tekst 33"/>
          <p:cNvSpPr txBox="1"/>
          <p:nvPr/>
        </p:nvSpPr>
        <p:spPr bwMode="auto">
          <a:xfrm flipH="0" flipV="0">
            <a:off x="719137" y="1569103"/>
            <a:ext cx="6453218" cy="4431645"/>
          </a:xfrm>
          <a:prstGeom prst="rect">
            <a:avLst/>
          </a:prstGeom>
        </p:spPr>
        <p:txBody>
          <a:bodyPr lIns="0" tIns="0" rIns="0" bIns="0"/>
          <a:lstStyle>
            <a:lvl1pPr marL="361949" indent="-361949" algn="l" defTabSz="914400">
              <a:lnSpc>
                <a:spcPct val="90000"/>
              </a:lnSpc>
              <a:spcBef>
                <a:spcPts val="599"/>
              </a:spcBef>
              <a:spcAft>
                <a:spcPts val="599"/>
              </a:spcAft>
              <a:buClr>
                <a:schemeClr val="accent1"/>
              </a:buClr>
              <a:buSzPct val="120000"/>
              <a:buFont typeface="Arial"/>
              <a:buChar char="•"/>
              <a:defRPr sz="2000">
                <a:solidFill>
                  <a:schemeClr val="tx2"/>
                </a:solidFill>
                <a:latin typeface="+mn-lt"/>
                <a:ea typeface="+mn-ea"/>
                <a:cs typeface="+mn-cs"/>
              </a:defRPr>
            </a:lvl1pPr>
            <a:lvl2pPr marL="712787" indent="-350838" algn="l" defTabSz="914400">
              <a:lnSpc>
                <a:spcPct val="90000"/>
              </a:lnSpc>
              <a:spcBef>
                <a:spcPts val="599"/>
              </a:spcBef>
              <a:spcAft>
                <a:spcPts val="599"/>
              </a:spcAft>
              <a:buClr>
                <a:schemeClr val="accent1"/>
              </a:buClr>
              <a:buSzPct val="120000"/>
              <a:buFont typeface="Arial"/>
              <a:buChar char="•"/>
              <a:tabLst>
                <a:tab pos="712787" algn="l"/>
              </a:tabLst>
              <a:defRPr sz="2000">
                <a:solidFill>
                  <a:schemeClr val="tx2"/>
                </a:solidFill>
                <a:latin typeface="+mn-lt"/>
                <a:ea typeface="+mn-ea"/>
                <a:cs typeface="+mn-cs"/>
              </a:defRPr>
            </a:lvl2pPr>
            <a:lvl3pPr marL="0" indent="0" algn="l" defTabSz="914400">
              <a:lnSpc>
                <a:spcPct val="90000"/>
              </a:lnSpc>
              <a:spcBef>
                <a:spcPts val="599"/>
              </a:spcBef>
              <a:spcAft>
                <a:spcPts val="599"/>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9"/>
              </a:spcBef>
              <a:spcAft>
                <a:spcPts val="599"/>
              </a:spcAft>
              <a:buFont typeface="Arial"/>
              <a:buNone/>
              <a:defRPr sz="3600" b="1">
                <a:solidFill>
                  <a:schemeClr val="tx2"/>
                </a:solidFill>
                <a:latin typeface="+mj-lt"/>
                <a:ea typeface="+mn-ea"/>
                <a:cs typeface="+mn-cs"/>
              </a:defRPr>
            </a:lvl4pPr>
            <a:lvl5pPr marL="0" indent="0" algn="l" defTabSz="914400">
              <a:lnSpc>
                <a:spcPct val="90000"/>
              </a:lnSpc>
              <a:spcBef>
                <a:spcPts val="599"/>
              </a:spcBef>
              <a:spcAft>
                <a:spcPts val="599"/>
              </a:spcAft>
              <a:buFont typeface="Arial"/>
              <a:buNone/>
              <a:defRPr sz="2400" b="0">
                <a:solidFill>
                  <a:schemeClr val="accent1"/>
                </a:solidFill>
                <a:latin typeface="+mj-lt"/>
                <a:ea typeface="+mn-ea"/>
                <a:cs typeface="+mn-cs"/>
              </a:defRPr>
            </a:lvl5pPr>
            <a:lvl6pPr marL="0" indent="0" algn="l" defTabSz="914400">
              <a:lnSpc>
                <a:spcPct val="90000"/>
              </a:lnSpc>
              <a:spcBef>
                <a:spcPts val="599"/>
              </a:spcBef>
              <a:spcAft>
                <a:spcPts val="599"/>
              </a:spcAft>
              <a:buClr>
                <a:schemeClr val="accent1"/>
              </a:buClr>
              <a:buFont typeface="Arial"/>
              <a:buNone/>
              <a:defRPr sz="2000" b="0" cap="none">
                <a:solidFill>
                  <a:schemeClr val="tx1"/>
                </a:solidFill>
                <a:latin typeface="+mj-lt"/>
                <a:ea typeface="+mn-ea"/>
                <a:cs typeface="+mn-cs"/>
              </a:defRPr>
            </a:lvl6pPr>
            <a:lvl7pPr marL="361949" indent="-361949" algn="l" defTabSz="914400">
              <a:lnSpc>
                <a:spcPct val="90000"/>
              </a:lnSpc>
              <a:spcBef>
                <a:spcPts val="599"/>
              </a:spcBef>
              <a:spcAft>
                <a:spcPts val="599"/>
              </a:spcAft>
              <a:buClr>
                <a:schemeClr val="accent1"/>
              </a:buClr>
              <a:buFont typeface="+mj-lt"/>
              <a:buAutoNum type="arabicPeriod"/>
              <a:defRPr sz="2000">
                <a:solidFill>
                  <a:schemeClr val="tx1"/>
                </a:solidFill>
                <a:latin typeface="+mn-lt"/>
                <a:ea typeface="+mn-ea"/>
                <a:cs typeface="+mn-cs"/>
              </a:defRPr>
            </a:lvl7pPr>
            <a:lvl8pPr marL="361949" indent="-361949" algn="l" defTabSz="914400">
              <a:lnSpc>
                <a:spcPct val="90000"/>
              </a:lnSpc>
              <a:spcBef>
                <a:spcPts val="599"/>
              </a:spcBef>
              <a:spcAft>
                <a:spcPts val="599"/>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9"/>
              </a:spcBef>
              <a:spcAft>
                <a:spcPts val="599"/>
              </a:spcAft>
              <a:buClr>
                <a:schemeClr val="accent1"/>
              </a:buClr>
              <a:buFont typeface="Arial"/>
              <a:buNone/>
              <a:defRPr sz="1600" i="1">
                <a:solidFill>
                  <a:schemeClr val="tx1"/>
                </a:solidFill>
                <a:latin typeface="+mn-lt"/>
                <a:ea typeface="+mn-ea"/>
                <a:cs typeface="+mn-cs"/>
              </a:defRPr>
            </a:lvl9pPr>
          </a:lstStyle>
          <a:p>
            <a:pPr lvl="1">
              <a:defRPr/>
            </a:pPr>
            <a:r>
              <a:rPr lang="en-US"/>
              <a:t>Blade Element Model</a:t>
            </a:r>
            <a:endParaRPr lang="en-US"/>
          </a:p>
          <a:p>
            <a:pPr lvl="1">
              <a:defRPr/>
            </a:pPr>
            <a:r>
              <a:rPr lang="en-US">
                <a:highlight>
                  <a:srgbClr val="FFFF00"/>
                </a:highlight>
              </a:rPr>
              <a:t>Dynamically </a:t>
            </a:r>
            <a:r>
              <a:rPr lang="en-US">
                <a:highlight>
                  <a:srgbClr val="FFFF00"/>
                </a:highlight>
              </a:rPr>
              <a:t>Prescribed Wake Lifting Line Model</a:t>
            </a:r>
            <a:endParaRPr>
              <a:highlight>
                <a:srgbClr val="FFFF00"/>
              </a:highlight>
            </a:endParaRPr>
          </a:p>
          <a:p>
            <a:pPr lvl="1">
              <a:defRPr/>
            </a:pPr>
            <a:r>
              <a:rPr lang="en-US"/>
              <a:t>Free Wake Lifting Line</a:t>
            </a:r>
            <a:r>
              <a:rPr lang="en-US"/>
              <a:t> Model </a:t>
            </a:r>
            <a:endParaRPr lang="en-US"/>
          </a:p>
          <a:p>
            <a:pPr>
              <a:defRPr/>
            </a:pPr>
            <a:endParaRPr lang="en-US"/>
          </a:p>
          <a:p>
            <a:pPr>
              <a:defRPr/>
            </a:pPr>
            <a:endParaRPr lang="en-US"/>
          </a:p>
          <a:p>
            <a:pPr>
              <a:defRPr/>
            </a:pPr>
            <a:endParaRPr/>
          </a:p>
        </p:txBody>
      </p:sp>
      <p:pic>
        <p:nvPicPr>
          <p:cNvPr id="1092506259" name=""/>
          <p:cNvPicPr>
            <a:picLocks noChangeAspect="1"/>
          </p:cNvPicPr>
          <p:nvPr/>
        </p:nvPicPr>
        <p:blipFill>
          <a:blip r:embed="rId3"/>
          <a:stretch/>
        </p:blipFill>
        <p:spPr bwMode="auto">
          <a:xfrm flipH="0" flipV="0">
            <a:off x="7112575" y="1113898"/>
            <a:ext cx="4065888" cy="4285474"/>
          </a:xfrm>
          <a:prstGeom prst="rect">
            <a:avLst/>
          </a:prstGeom>
        </p:spPr>
      </p:pic>
      <p:grpSp>
        <p:nvGrpSpPr>
          <p:cNvPr id="634411319" name="INSTRUCTION"/>
          <p:cNvGrpSpPr>
            <a:grpSpLocks noGrp="1" noMove="1" noResize="1" noRot="1" noUngrp="1"/>
          </p:cNvGrpSpPr>
          <p:nvPr/>
        </p:nvGrpSpPr>
        <p:grpSpPr bwMode="auto">
          <a:xfrm>
            <a:off x="-3786436" y="0"/>
            <a:ext cx="3693385" cy="5359348"/>
            <a:chOff x="-3786436" y="0"/>
            <a:chExt cx="3693385" cy="5359348"/>
          </a:xfrm>
        </p:grpSpPr>
        <p:sp>
          <p:nvSpPr>
            <p:cNvPr id="1460420327"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966058760"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607404418"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1588364029"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1863983123" name="Rechthoek 277"/>
            <p:cNvSpPr>
              <a:spLocks noAdjustHandles="1" noChangeArrowheads="1" noChangeShapeType="1" noEditPoints="1" noGrp="1" noMove="1" noResize="1" noRot="1"/>
            </p:cNvSpPr>
            <p:nvPr userDrawn="1"/>
          </p:nvSpPr>
          <p:spPr bwMode="auto">
            <a:xfrm>
              <a:off x="-3604182" y="1196112"/>
              <a:ext cx="3229047" cy="459226"/>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392977132"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776605498"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522270775"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504160964"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808193671"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142195426"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1745305603"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857580708"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667944043"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1960757448"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724612366"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868051302"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158829409"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206449744"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175332201"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173615184"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1962136816" name="ICOON_info"/>
            <p:cNvGrpSpPr>
              <a:grpSpLocks noGrp="1" noMove="1" noResize="1" noRot="1" noUngrp="1"/>
            </p:cNvGrpSpPr>
            <p:nvPr userDrawn="1"/>
          </p:nvGrpSpPr>
          <p:grpSpPr bwMode="auto">
            <a:xfrm>
              <a:off x="-376735" y="4400185"/>
              <a:ext cx="283684" cy="283684"/>
              <a:chOff x="-510741" y="5913712"/>
              <a:chExt cx="267554" cy="267554"/>
            </a:xfrm>
          </p:grpSpPr>
          <p:sp>
            <p:nvSpPr>
              <p:cNvPr id="1823138493"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1488768133"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2146226675" name="VOORBEELD"/>
            <p:cNvGrpSpPr>
              <a:grpSpLocks noGrp="1" noMove="1" noResize="1" noRot="1" noUngrp="1"/>
            </p:cNvGrpSpPr>
            <p:nvPr userDrawn="1"/>
          </p:nvGrpSpPr>
          <p:grpSpPr bwMode="auto">
            <a:xfrm>
              <a:off x="-3605170" y="458673"/>
              <a:ext cx="3234310" cy="558874"/>
              <a:chOff x="-3605170" y="458673"/>
              <a:chExt cx="3234310" cy="558874"/>
            </a:xfrm>
          </p:grpSpPr>
          <p:sp>
            <p:nvSpPr>
              <p:cNvPr id="1402091156"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033526589"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905059300" name="Groep 304"/>
              <p:cNvGrpSpPr>
                <a:grpSpLocks noGrp="1" noMove="1" noResize="1" noRot="1" noUngrp="1"/>
              </p:cNvGrpSpPr>
              <p:nvPr userDrawn="1"/>
            </p:nvGrpSpPr>
            <p:grpSpPr bwMode="auto">
              <a:xfrm>
                <a:off x="-3386246" y="830871"/>
                <a:ext cx="139422" cy="109566"/>
                <a:chOff x="-2866743" y="827070"/>
                <a:chExt cx="168700" cy="132574"/>
              </a:xfrm>
            </p:grpSpPr>
            <p:grpSp>
              <p:nvGrpSpPr>
                <p:cNvPr id="2113274196" name="Groep 335"/>
                <p:cNvGrpSpPr>
                  <a:grpSpLocks noGrp="1" noMove="1" noResize="1" noRot="1" noUngrp="1"/>
                </p:cNvGrpSpPr>
                <p:nvPr userDrawn="1"/>
              </p:nvGrpSpPr>
              <p:grpSpPr bwMode="auto">
                <a:xfrm>
                  <a:off x="-2866743" y="827070"/>
                  <a:ext cx="168700" cy="132574"/>
                  <a:chOff x="-2866743" y="827070"/>
                  <a:chExt cx="168700" cy="132574"/>
                </a:xfrm>
              </p:grpSpPr>
              <p:cxnSp>
                <p:nvCxnSpPr>
                  <p:cNvPr id="1995442173" name="Rechte verbindingslijn 337"/>
                  <p:cNvCxnSpPr>
                    <a:cxnSpLocks noAdjustHandles="1" noChangeArrowheads="1" noChangeShapeType="1" noEditPoints="1" noGrp="1" noMove="1" noResize="1" noRot="1"/>
                  </p:cNvCxnSpPr>
                  <p:nvPr userDrawn="1"/>
                </p:nvCxnSpPr>
                <p:spPr bwMode="auto">
                  <a:xfrm>
                    <a:off x="-2866743" y="827070"/>
                    <a:ext cx="168700" cy="0"/>
                  </a:xfrm>
                  <a:prstGeom prst="line">
                    <a:avLst/>
                  </a:prstGeom>
                  <a:solidFill>
                    <a:schemeClr val="bg1"/>
                  </a:solidFill>
                  <a:ln w="12700" cap="flat" cmpd="sng" algn="ctr">
                    <a:solidFill>
                      <a:srgbClr val="9D9FA1"/>
                    </a:solidFill>
                    <a:prstDash val="solid"/>
                  </a:ln>
                  <a:effectLst/>
                </p:spPr>
              </p:cxnSp>
              <p:cxnSp>
                <p:nvCxnSpPr>
                  <p:cNvPr id="19671484"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88778251"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393179636"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874708810"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805035126"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77286557" name="Groep 305"/>
              <p:cNvGrpSpPr>
                <a:grpSpLocks noGrp="1" noMove="1" noResize="1" noRot="1" noUngrp="1"/>
              </p:cNvGrpSpPr>
              <p:nvPr userDrawn="1"/>
            </p:nvGrpSpPr>
            <p:grpSpPr bwMode="auto">
              <a:xfrm>
                <a:off x="-3605170" y="830871"/>
                <a:ext cx="139422" cy="109566"/>
                <a:chOff x="-2866743" y="518073"/>
                <a:chExt cx="168700" cy="132574"/>
              </a:xfrm>
            </p:grpSpPr>
            <p:grpSp>
              <p:nvGrpSpPr>
                <p:cNvPr id="1262204972"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2072770896"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764491227"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428996064"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193663565"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841600447"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823088540"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606958388" name="Rechte verbindingslijn 306"/>
              <p:cNvCxnSpPr>
                <a:cxnSpLocks noAdjustHandles="1" noChangeArrowheads="1" noChangeShapeType="1" noEditPoints="1" noGrp="1" noMove="1" noResize="1" noRot="1"/>
              </p:cNvCxnSpPr>
              <p:nvPr userDrawn="1"/>
            </p:nvCxnSpPr>
            <p:spPr bwMode="auto">
              <a:xfrm flipV="1">
                <a:off x="-3459955" y="588168"/>
                <a:ext cx="547686" cy="219075"/>
              </a:xfrm>
              <a:prstGeom prst="line">
                <a:avLst/>
              </a:prstGeom>
              <a:noFill/>
              <a:ln w="19050" cap="rnd" cmpd="sng" algn="ctr">
                <a:solidFill>
                  <a:schemeClr val="accent1"/>
                </a:solidFill>
                <a:prstDash val="solid"/>
                <a:headEnd type="oval"/>
              </a:ln>
              <a:effectLst/>
            </p:spPr>
          </p:cxnSp>
          <p:cxnSp>
            <p:nvCxnSpPr>
              <p:cNvPr id="63478271"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943626722"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151658302" name="Rechthoek 309"/>
              <p:cNvSpPr>
                <a:spLocks noAdjustHandles="1" noChangeArrowheads="1" noChangeShapeType="1" noEditPoints="1" noGrp="1" noMove="1" noResize="1" noRot="1"/>
              </p:cNvSpPr>
              <p:nvPr userDrawn="1"/>
            </p:nvSpPr>
            <p:spPr bwMode="auto">
              <a:xfrm>
                <a:off x="-2559902" y="819561"/>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861357268" name="Groep 310"/>
              <p:cNvGrpSpPr>
                <a:grpSpLocks noGrp="1" noMove="1" noResize="1" noRot="1" noUngrp="1"/>
              </p:cNvGrpSpPr>
              <p:nvPr userDrawn="1"/>
            </p:nvGrpSpPr>
            <p:grpSpPr bwMode="auto">
              <a:xfrm>
                <a:off x="-2916762" y="769167"/>
                <a:ext cx="268737" cy="248380"/>
                <a:chOff x="-2916762" y="769167"/>
                <a:chExt cx="268737" cy="248380"/>
              </a:xfrm>
            </p:grpSpPr>
            <p:sp>
              <p:nvSpPr>
                <p:cNvPr id="1026970231"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2054002410" name="Groep 321"/>
                <p:cNvGrpSpPr>
                  <a:grpSpLocks noGrp="1" noMove="1" noResize="1" noRot="1" noUngrp="1"/>
                </p:cNvGrpSpPr>
                <p:nvPr userDrawn="1"/>
              </p:nvGrpSpPr>
              <p:grpSpPr bwMode="auto">
                <a:xfrm>
                  <a:off x="-2866743" y="827070"/>
                  <a:ext cx="168700" cy="132574"/>
                  <a:chOff x="-2866743" y="827070"/>
                  <a:chExt cx="168700" cy="132574"/>
                </a:xfrm>
              </p:grpSpPr>
              <p:cxnSp>
                <p:nvCxnSpPr>
                  <p:cNvPr id="1781006103" name="Rechte verbindingslijn 323"/>
                  <p:cNvCxnSpPr>
                    <a:cxnSpLocks noAdjustHandles="1" noChangeArrowheads="1" noChangeShapeType="1" noEditPoints="1" noGrp="1" noMove="1" noResize="1" noRot="1"/>
                  </p:cNvCxnSpPr>
                  <p:nvPr userDrawn="1"/>
                </p:nvCxnSpPr>
                <p:spPr bwMode="auto">
                  <a:xfrm>
                    <a:off x="-2866743" y="827070"/>
                    <a:ext cx="168700" cy="0"/>
                  </a:xfrm>
                  <a:prstGeom prst="line">
                    <a:avLst/>
                  </a:prstGeom>
                  <a:solidFill>
                    <a:schemeClr val="bg1"/>
                  </a:solidFill>
                  <a:ln w="12700" cap="flat" cmpd="sng" algn="ctr">
                    <a:solidFill>
                      <a:srgbClr val="9D9FA1"/>
                    </a:solidFill>
                    <a:prstDash val="solid"/>
                  </a:ln>
                  <a:effectLst/>
                </p:spPr>
              </p:cxnSp>
              <p:cxnSp>
                <p:nvCxnSpPr>
                  <p:cNvPr id="317955816"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295706132"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396335480"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432344520"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215613833"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628457467" name="Groep 311"/>
              <p:cNvGrpSpPr>
                <a:grpSpLocks noGrp="1" noMove="1" noResize="1" noRot="1" noUngrp="1"/>
              </p:cNvGrpSpPr>
              <p:nvPr userDrawn="1"/>
            </p:nvGrpSpPr>
            <p:grpSpPr bwMode="auto">
              <a:xfrm>
                <a:off x="-2916762" y="460170"/>
                <a:ext cx="268737" cy="248380"/>
                <a:chOff x="-2916762" y="460170"/>
                <a:chExt cx="268737" cy="248380"/>
              </a:xfrm>
            </p:grpSpPr>
            <p:sp>
              <p:nvSpPr>
                <p:cNvPr id="1793457784"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334060070"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896665665"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230645000"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2036283467"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975672497"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32853993"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589190645"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1380823765"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349498450"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1513215170"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27117299" name="Freeform 13"/>
                <p:cNvSpPr>
                  <a:spLocks noAdjustHandles="1" noChangeArrowheads="1" noChangeShapeType="1" noEditPoints="1" noGrp="1" noMove="1" noResize="1" noRot="1"/>
                </p:cNvSpPr>
                <p:nvPr/>
              </p:nvSpPr>
              <p:spPr bwMode="auto">
                <a:xfrm>
                  <a:off x="5022" y="3795"/>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400096119"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314912303"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sp>
        <p:nvSpPr>
          <p:cNvPr id="221842964" name=""/>
          <p:cNvSpPr txBox="1"/>
          <p:nvPr/>
        </p:nvSpPr>
        <p:spPr bwMode="auto">
          <a:xfrm flipH="0" flipV="0">
            <a:off x="6893775" y="5399372"/>
            <a:ext cx="4509608" cy="9147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lang="en-US" b="0" i="1" u="none" strike="noStrike" cap="none" spc="0">
                <a:solidFill>
                  <a:schemeClr val="tx1"/>
                </a:solidFill>
                <a:latin typeface="Arial"/>
                <a:ea typeface="Arial"/>
                <a:cs typeface="Arial"/>
              </a:rPr>
              <a:t>Prescribed Wake LLM setup: the number of points and wake</a:t>
            </a:r>
            <a:endParaRPr sz="1800" b="0" i="1" u="none" strike="noStrike" cap="none" spc="0">
              <a:solidFill>
                <a:schemeClr val="tx1"/>
              </a:solidFill>
              <a:latin typeface="Times New Roman"/>
              <a:cs typeface="Times New Roman"/>
            </a:endParaRPr>
          </a:p>
          <a:p>
            <a:pPr algn="ctr">
              <a:defRPr/>
            </a:pPr>
            <a:r>
              <a:rPr lang="en-US" b="0" i="1" u="none" strike="noStrike" cap="none" spc="0">
                <a:solidFill>
                  <a:schemeClr val="tx1"/>
                </a:solidFill>
                <a:latin typeface="Arial"/>
                <a:ea typeface="Arial"/>
                <a:cs typeface="Arial"/>
              </a:rPr>
              <a:t>lengths are reduced for image clarity</a:t>
            </a:r>
            <a:endParaRPr i="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26420022" name="Tijdelijke aanduiding voor datum 4"/>
          <p:cNvSpPr>
            <a:spLocks noGrp="1"/>
          </p:cNvSpPr>
          <p:nvPr>
            <p:ph type="dt" sz="half" idx="18"/>
          </p:nvPr>
        </p:nvSpPr>
        <p:spPr bwMode="auto"/>
        <p:txBody>
          <a:bodyPr/>
          <a:lstStyle/>
          <a:p>
            <a:pPr>
              <a:defRPr/>
            </a:pPr>
            <a:fld id="{B21AF6B8-0F9F-5588-432B-8BCCD10F5753}" type="datetime1">
              <a:rPr lang="nl-NL"/>
              <a:t/>
            </a:fld>
            <a:endParaRPr lang="en-GB"/>
          </a:p>
        </p:txBody>
      </p:sp>
      <p:sp>
        <p:nvSpPr>
          <p:cNvPr id="287978337" name="Titel 8"/>
          <p:cNvSpPr>
            <a:spLocks noGrp="1"/>
          </p:cNvSpPr>
          <p:nvPr>
            <p:ph type="title"/>
          </p:nvPr>
        </p:nvSpPr>
        <p:spPr bwMode="auto"/>
        <p:txBody>
          <a:bodyPr/>
          <a:lstStyle/>
          <a:p>
            <a:pPr>
              <a:defRPr/>
            </a:pPr>
            <a:r>
              <a:rPr lang="en-US"/>
              <a:t>Assumptions</a:t>
            </a:r>
            <a:endParaRPr/>
          </a:p>
        </p:txBody>
      </p:sp>
      <p:sp>
        <p:nvSpPr>
          <p:cNvPr id="293097984" name="Tijdelijke aanduiding voor dianummer 1"/>
          <p:cNvSpPr>
            <a:spLocks noGrp="1"/>
          </p:cNvSpPr>
          <p:nvPr>
            <p:ph type="sldNum" sz="quarter" idx="20"/>
          </p:nvPr>
        </p:nvSpPr>
        <p:spPr bwMode="auto"/>
        <p:txBody>
          <a:bodyPr/>
          <a:lstStyle/>
          <a:p>
            <a:pPr>
              <a:defRPr/>
            </a:pPr>
            <a:fld id="{51081708-FC45-E6B3-57EE-C819918ADF35}" type="slidenum">
              <a:rPr lang="en-GB"/>
              <a:t/>
            </a:fld>
            <a:endParaRPr lang="en-GB"/>
          </a:p>
        </p:txBody>
      </p:sp>
      <p:sp>
        <p:nvSpPr>
          <p:cNvPr id="1400493972" name="Tijdelijke aanduiding voor verticale tekst 33"/>
          <p:cNvSpPr txBox="1"/>
          <p:nvPr/>
        </p:nvSpPr>
        <p:spPr bwMode="auto">
          <a:xfrm>
            <a:off x="719137" y="1569103"/>
            <a:ext cx="4655998" cy="4431645"/>
          </a:xfrm>
          <a:prstGeom prst="rect">
            <a:avLst/>
          </a:prstGeom>
        </p:spPr>
        <p:txBody>
          <a:bodyPr lIns="0" tIns="0" rIns="0" bIns="0"/>
          <a:lstStyle>
            <a:lvl1pPr marL="361949" indent="-361949" algn="l" defTabSz="914400">
              <a:lnSpc>
                <a:spcPct val="90000"/>
              </a:lnSpc>
              <a:spcBef>
                <a:spcPts val="599"/>
              </a:spcBef>
              <a:spcAft>
                <a:spcPts val="599"/>
              </a:spcAft>
              <a:buClr>
                <a:schemeClr val="accent1"/>
              </a:buClr>
              <a:buSzPct val="120000"/>
              <a:buFont typeface="Arial"/>
              <a:buChar char="•"/>
              <a:defRPr sz="2000">
                <a:solidFill>
                  <a:schemeClr val="tx2"/>
                </a:solidFill>
                <a:latin typeface="+mn-lt"/>
                <a:ea typeface="+mn-ea"/>
                <a:cs typeface="+mn-cs"/>
              </a:defRPr>
            </a:lvl1pPr>
            <a:lvl2pPr marL="712787" indent="-350838" algn="l" defTabSz="914400">
              <a:lnSpc>
                <a:spcPct val="90000"/>
              </a:lnSpc>
              <a:spcBef>
                <a:spcPts val="599"/>
              </a:spcBef>
              <a:spcAft>
                <a:spcPts val="599"/>
              </a:spcAft>
              <a:buClr>
                <a:schemeClr val="accent1"/>
              </a:buClr>
              <a:buSzPct val="120000"/>
              <a:buFont typeface="Arial"/>
              <a:buChar char="•"/>
              <a:tabLst>
                <a:tab pos="712787" algn="l"/>
              </a:tabLst>
              <a:defRPr sz="2000">
                <a:solidFill>
                  <a:schemeClr val="tx2"/>
                </a:solidFill>
                <a:latin typeface="+mn-lt"/>
                <a:ea typeface="+mn-ea"/>
                <a:cs typeface="+mn-cs"/>
              </a:defRPr>
            </a:lvl2pPr>
            <a:lvl3pPr marL="0" indent="0" algn="l" defTabSz="914400">
              <a:lnSpc>
                <a:spcPct val="90000"/>
              </a:lnSpc>
              <a:spcBef>
                <a:spcPts val="599"/>
              </a:spcBef>
              <a:spcAft>
                <a:spcPts val="599"/>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9"/>
              </a:spcBef>
              <a:spcAft>
                <a:spcPts val="599"/>
              </a:spcAft>
              <a:buFont typeface="Arial"/>
              <a:buNone/>
              <a:defRPr sz="3600" b="1">
                <a:solidFill>
                  <a:schemeClr val="tx2"/>
                </a:solidFill>
                <a:latin typeface="+mj-lt"/>
                <a:ea typeface="+mn-ea"/>
                <a:cs typeface="+mn-cs"/>
              </a:defRPr>
            </a:lvl4pPr>
            <a:lvl5pPr marL="0" indent="0" algn="l" defTabSz="914400">
              <a:lnSpc>
                <a:spcPct val="90000"/>
              </a:lnSpc>
              <a:spcBef>
                <a:spcPts val="599"/>
              </a:spcBef>
              <a:spcAft>
                <a:spcPts val="599"/>
              </a:spcAft>
              <a:buFont typeface="Arial"/>
              <a:buNone/>
              <a:defRPr sz="2400" b="0">
                <a:solidFill>
                  <a:schemeClr val="accent1"/>
                </a:solidFill>
                <a:latin typeface="+mj-lt"/>
                <a:ea typeface="+mn-ea"/>
                <a:cs typeface="+mn-cs"/>
              </a:defRPr>
            </a:lvl5pPr>
            <a:lvl6pPr marL="0" indent="0" algn="l" defTabSz="914400">
              <a:lnSpc>
                <a:spcPct val="90000"/>
              </a:lnSpc>
              <a:spcBef>
                <a:spcPts val="599"/>
              </a:spcBef>
              <a:spcAft>
                <a:spcPts val="599"/>
              </a:spcAft>
              <a:buClr>
                <a:schemeClr val="accent1"/>
              </a:buClr>
              <a:buFont typeface="Arial"/>
              <a:buNone/>
              <a:defRPr sz="2000" b="0" cap="none">
                <a:solidFill>
                  <a:schemeClr val="tx1"/>
                </a:solidFill>
                <a:latin typeface="+mj-lt"/>
                <a:ea typeface="+mn-ea"/>
                <a:cs typeface="+mn-cs"/>
              </a:defRPr>
            </a:lvl6pPr>
            <a:lvl7pPr marL="361949" indent="-361949" algn="l" defTabSz="914400">
              <a:lnSpc>
                <a:spcPct val="90000"/>
              </a:lnSpc>
              <a:spcBef>
                <a:spcPts val="599"/>
              </a:spcBef>
              <a:spcAft>
                <a:spcPts val="599"/>
              </a:spcAft>
              <a:buClr>
                <a:schemeClr val="accent1"/>
              </a:buClr>
              <a:buFont typeface="+mj-lt"/>
              <a:buAutoNum type="arabicPeriod"/>
              <a:defRPr sz="2000">
                <a:solidFill>
                  <a:schemeClr val="tx1"/>
                </a:solidFill>
                <a:latin typeface="+mn-lt"/>
                <a:ea typeface="+mn-ea"/>
                <a:cs typeface="+mn-cs"/>
              </a:defRPr>
            </a:lvl7pPr>
            <a:lvl8pPr marL="361949" indent="-361949" algn="l" defTabSz="914400">
              <a:lnSpc>
                <a:spcPct val="90000"/>
              </a:lnSpc>
              <a:spcBef>
                <a:spcPts val="599"/>
              </a:spcBef>
              <a:spcAft>
                <a:spcPts val="599"/>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9"/>
              </a:spcBef>
              <a:spcAft>
                <a:spcPts val="599"/>
              </a:spcAft>
              <a:buClr>
                <a:schemeClr val="accent1"/>
              </a:buClr>
              <a:buFont typeface="Arial"/>
              <a:buNone/>
              <a:defRPr sz="1600" i="1">
                <a:solidFill>
                  <a:schemeClr val="tx1"/>
                </a:solidFill>
                <a:latin typeface="+mn-lt"/>
                <a:ea typeface="+mn-ea"/>
                <a:cs typeface="+mn-cs"/>
              </a:defRPr>
            </a:lvl9pPr>
          </a:lstStyle>
          <a:p>
            <a:pPr>
              <a:defRPr/>
            </a:pPr>
            <a:r>
              <a:rPr lang="en-US"/>
              <a:t>Steady</a:t>
            </a:r>
            <a:endParaRPr lang="en-US"/>
          </a:p>
          <a:p>
            <a:pPr>
              <a:defRPr/>
            </a:pPr>
            <a:r>
              <a:rPr lang="en-US"/>
              <a:t>Incompressible </a:t>
            </a:r>
            <a:endParaRPr lang="en-US"/>
          </a:p>
          <a:p>
            <a:pPr>
              <a:defRPr/>
            </a:pPr>
            <a:r>
              <a:rPr lang="en-US"/>
              <a:t>Inviscid </a:t>
            </a:r>
            <a:endParaRPr lang="en-US"/>
          </a:p>
          <a:p>
            <a:pPr>
              <a:defRPr/>
            </a:pPr>
            <a:r>
              <a:rPr lang="en-US"/>
              <a:t>Tip-rotor wakes are unperturbed </a:t>
            </a:r>
            <a:endParaRPr lang="en-US"/>
          </a:p>
          <a:p>
            <a:pPr>
              <a:defRPr/>
            </a:pPr>
            <a:r>
              <a:rPr lang="en-US"/>
              <a:t>Small angles of attack </a:t>
            </a:r>
            <a:endParaRPr lang="en-US"/>
          </a:p>
          <a:p>
            <a:pPr>
              <a:defRPr/>
            </a:pPr>
            <a:endParaRPr lang="en-US"/>
          </a:p>
          <a:p>
            <a:pPr>
              <a:defRPr/>
            </a:pPr>
            <a:endParaRPr lang="en-US"/>
          </a:p>
          <a:p>
            <a:pPr>
              <a:defRPr/>
            </a:pPr>
            <a:endParaRPr lang="en-US"/>
          </a:p>
          <a:p>
            <a:pPr>
              <a:defRPr/>
            </a:pPr>
            <a:endParaRPr lang="en-US"/>
          </a:p>
          <a:p>
            <a:pPr>
              <a:defRPr/>
            </a:pPr>
            <a:endParaRPr/>
          </a:p>
        </p:txBody>
      </p:sp>
      <p:grpSp>
        <p:nvGrpSpPr>
          <p:cNvPr id="1188735167" name="INSTRUCTION"/>
          <p:cNvGrpSpPr>
            <a:grpSpLocks noGrp="1" noMove="1" noResize="1" noRot="1" noUngrp="1"/>
          </p:cNvGrpSpPr>
          <p:nvPr/>
        </p:nvGrpSpPr>
        <p:grpSpPr bwMode="auto">
          <a:xfrm>
            <a:off x="-3786436" y="0"/>
            <a:ext cx="3693385" cy="5359348"/>
            <a:chOff x="-3786436" y="0"/>
            <a:chExt cx="3693385" cy="5359348"/>
          </a:xfrm>
        </p:grpSpPr>
        <p:sp>
          <p:nvSpPr>
            <p:cNvPr id="783611375"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264421793"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485435942"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855032915"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755803134"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990702763"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1050467361"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712104846"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268470341"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889145535"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628207469"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1286951272"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512130989"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705016513"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1230308836"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241109690"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118433010"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985853954"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82592996"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679330318"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788911811"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1698374425" name="ICOON_info"/>
            <p:cNvGrpSpPr>
              <a:grpSpLocks noGrp="1" noMove="1" noResize="1" noRot="1" noUngrp="1"/>
            </p:cNvGrpSpPr>
            <p:nvPr userDrawn="1"/>
          </p:nvGrpSpPr>
          <p:grpSpPr bwMode="auto">
            <a:xfrm>
              <a:off x="-376734" y="4400185"/>
              <a:ext cx="283684" cy="283684"/>
              <a:chOff x="-510741" y="5913712"/>
              <a:chExt cx="267554" cy="267554"/>
            </a:xfrm>
          </p:grpSpPr>
          <p:sp>
            <p:nvSpPr>
              <p:cNvPr id="1412860776"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378847849"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1096729330" name="VOORBEELD"/>
            <p:cNvGrpSpPr>
              <a:grpSpLocks noGrp="1" noMove="1" noResize="1" noRot="1" noUngrp="1"/>
            </p:cNvGrpSpPr>
            <p:nvPr userDrawn="1"/>
          </p:nvGrpSpPr>
          <p:grpSpPr bwMode="auto">
            <a:xfrm>
              <a:off x="-3605171" y="458673"/>
              <a:ext cx="3234310" cy="558874"/>
              <a:chOff x="-3605171" y="458673"/>
              <a:chExt cx="3234310" cy="558874"/>
            </a:xfrm>
          </p:grpSpPr>
          <p:sp>
            <p:nvSpPr>
              <p:cNvPr id="362744742"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373096975"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865978229"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1005175380"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1294241900"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928304639"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1367368"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1166123880"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077477666"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190719036"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2004784932"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1154122456"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1999746049"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741173923"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508731493"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850822180"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747609734"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72208439"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252605070"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1944856190"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322929580"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885210402"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971962657" name="Groep 310"/>
              <p:cNvGrpSpPr>
                <a:grpSpLocks noGrp="1" noMove="1" noResize="1" noRot="1" noUngrp="1"/>
              </p:cNvGrpSpPr>
              <p:nvPr userDrawn="1"/>
            </p:nvGrpSpPr>
            <p:grpSpPr bwMode="auto">
              <a:xfrm>
                <a:off x="-2916762" y="769167"/>
                <a:ext cx="268737" cy="248380"/>
                <a:chOff x="-2916762" y="769167"/>
                <a:chExt cx="268737" cy="248380"/>
              </a:xfrm>
            </p:grpSpPr>
            <p:sp>
              <p:nvSpPr>
                <p:cNvPr id="641346584"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25186577"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1241127760"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1594727561"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337062349"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377363733"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2053627803"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161986389"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441567770" name="Groep 311"/>
              <p:cNvGrpSpPr>
                <a:grpSpLocks noGrp="1" noMove="1" noResize="1" noRot="1" noUngrp="1"/>
              </p:cNvGrpSpPr>
              <p:nvPr userDrawn="1"/>
            </p:nvGrpSpPr>
            <p:grpSpPr bwMode="auto">
              <a:xfrm>
                <a:off x="-2916762" y="460170"/>
                <a:ext cx="268737" cy="248380"/>
                <a:chOff x="-2916762" y="460170"/>
                <a:chExt cx="268737" cy="248380"/>
              </a:xfrm>
            </p:grpSpPr>
            <p:sp>
              <p:nvSpPr>
                <p:cNvPr id="623396783"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053483559"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2104291264"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217689743"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2122348476"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25846708"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790586452"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332905177"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1547877852"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1749143699"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1312791820"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000398860"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504218872"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208075355"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2674671" name="Tijdelijke aanduiding voor datum 4"/>
          <p:cNvSpPr>
            <a:spLocks noGrp="1"/>
          </p:cNvSpPr>
          <p:nvPr>
            <p:ph type="dt" sz="half" idx="18"/>
          </p:nvPr>
        </p:nvSpPr>
        <p:spPr bwMode="auto"/>
        <p:txBody>
          <a:bodyPr/>
          <a:lstStyle/>
          <a:p>
            <a:pPr>
              <a:defRPr/>
            </a:pPr>
            <a:fld id="{997C084B-F96D-8F9D-6D5E-3F8ADF3038BE}" type="datetime1">
              <a:rPr lang="nl-NL"/>
              <a:t/>
            </a:fld>
            <a:endParaRPr lang="en-GB"/>
          </a:p>
        </p:txBody>
      </p:sp>
      <p:sp>
        <p:nvSpPr>
          <p:cNvPr id="866464936" name="Titel 8"/>
          <p:cNvSpPr>
            <a:spLocks noGrp="1"/>
          </p:cNvSpPr>
          <p:nvPr>
            <p:ph type="title"/>
          </p:nvPr>
        </p:nvSpPr>
        <p:spPr bwMode="auto"/>
        <p:txBody>
          <a:bodyPr/>
          <a:lstStyle/>
          <a:p>
            <a:pPr>
              <a:defRPr/>
            </a:pPr>
            <a:r>
              <a:rPr lang="en-US"/>
              <a:t>Initial geometry</a:t>
            </a:r>
            <a:endParaRPr/>
          </a:p>
        </p:txBody>
      </p:sp>
      <p:sp>
        <p:nvSpPr>
          <p:cNvPr id="1840186816" name="Tijdelijke aanduiding voor dianummer 1"/>
          <p:cNvSpPr>
            <a:spLocks noGrp="1"/>
          </p:cNvSpPr>
          <p:nvPr>
            <p:ph type="sldNum" sz="quarter" idx="20"/>
          </p:nvPr>
        </p:nvSpPr>
        <p:spPr bwMode="auto"/>
        <p:txBody>
          <a:bodyPr/>
          <a:lstStyle/>
          <a:p>
            <a:pPr>
              <a:defRPr/>
            </a:pPr>
            <a:fld id="{CECDCB11-B3FB-8D5D-B163-C0AEFC34DA32}" type="slidenum">
              <a:rPr lang="en-GB"/>
              <a:t/>
            </a:fld>
            <a:endParaRPr lang="en-GB"/>
          </a:p>
        </p:txBody>
      </p:sp>
      <p:sp>
        <p:nvSpPr>
          <p:cNvPr id="1815778497" name="Tijdelijke aanduiding voor verticale tekst 33"/>
          <p:cNvSpPr txBox="1"/>
          <p:nvPr/>
        </p:nvSpPr>
        <p:spPr bwMode="auto">
          <a:xfrm flipH="0" flipV="0">
            <a:off x="719136" y="1569102"/>
            <a:ext cx="10459326" cy="4431645"/>
          </a:xfrm>
          <a:prstGeom prst="rect">
            <a:avLst/>
          </a:prstGeom>
        </p:spPr>
        <p:txBody>
          <a:bodyPr lIns="0" tIns="0" rIns="0" bIns="0"/>
          <a:lstStyle>
            <a:lvl1pPr marL="361948" indent="-361948" algn="l" defTabSz="914400">
              <a:lnSpc>
                <a:spcPct val="90000"/>
              </a:lnSpc>
              <a:spcBef>
                <a:spcPts val="598"/>
              </a:spcBef>
              <a:spcAft>
                <a:spcPts val="598"/>
              </a:spcAft>
              <a:buClr>
                <a:schemeClr val="accent1"/>
              </a:buClr>
              <a:buSzPct val="120000"/>
              <a:buFont typeface="Arial"/>
              <a:buChar char="•"/>
              <a:defRPr sz="2000">
                <a:solidFill>
                  <a:schemeClr val="tx2"/>
                </a:solidFill>
                <a:latin typeface="+mn-lt"/>
                <a:ea typeface="+mn-ea"/>
                <a:cs typeface="+mn-cs"/>
              </a:defRPr>
            </a:lvl1pPr>
            <a:lvl2pPr marL="712786" indent="-350838" algn="l" defTabSz="914400">
              <a:lnSpc>
                <a:spcPct val="90000"/>
              </a:lnSpc>
              <a:spcBef>
                <a:spcPts val="598"/>
              </a:spcBef>
              <a:spcAft>
                <a:spcPts val="598"/>
              </a:spcAft>
              <a:buClr>
                <a:schemeClr val="accent1"/>
              </a:buClr>
              <a:buSzPct val="120000"/>
              <a:buFont typeface="Arial"/>
              <a:buChar char="•"/>
              <a:tabLst>
                <a:tab pos="712786" algn="l"/>
              </a:tabLst>
              <a:defRPr sz="2000">
                <a:solidFill>
                  <a:schemeClr val="tx2"/>
                </a:solidFill>
                <a:latin typeface="+mn-lt"/>
                <a:ea typeface="+mn-ea"/>
                <a:cs typeface="+mn-cs"/>
              </a:defRPr>
            </a:lvl2pPr>
            <a:lvl3pPr marL="0" indent="0" algn="l" defTabSz="914400">
              <a:lnSpc>
                <a:spcPct val="90000"/>
              </a:lnSpc>
              <a:spcBef>
                <a:spcPts val="598"/>
              </a:spcBef>
              <a:spcAft>
                <a:spcPts val="598"/>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8"/>
              </a:spcBef>
              <a:spcAft>
                <a:spcPts val="598"/>
              </a:spcAft>
              <a:buFont typeface="Arial"/>
              <a:buNone/>
              <a:defRPr sz="3600" b="1">
                <a:solidFill>
                  <a:schemeClr val="tx2"/>
                </a:solidFill>
                <a:latin typeface="+mj-lt"/>
                <a:ea typeface="+mn-ea"/>
                <a:cs typeface="+mn-cs"/>
              </a:defRPr>
            </a:lvl4pPr>
            <a:lvl5pPr marL="0" indent="0" algn="l" defTabSz="914400">
              <a:lnSpc>
                <a:spcPct val="90000"/>
              </a:lnSpc>
              <a:spcBef>
                <a:spcPts val="598"/>
              </a:spcBef>
              <a:spcAft>
                <a:spcPts val="598"/>
              </a:spcAft>
              <a:buFont typeface="Arial"/>
              <a:buNone/>
              <a:defRPr sz="2400" b="0">
                <a:solidFill>
                  <a:schemeClr val="accent1"/>
                </a:solidFill>
                <a:latin typeface="+mj-lt"/>
                <a:ea typeface="+mn-ea"/>
                <a:cs typeface="+mn-cs"/>
              </a:defRPr>
            </a:lvl5pPr>
            <a:lvl6pPr marL="0" indent="0" algn="l" defTabSz="914400">
              <a:lnSpc>
                <a:spcPct val="90000"/>
              </a:lnSpc>
              <a:spcBef>
                <a:spcPts val="598"/>
              </a:spcBef>
              <a:spcAft>
                <a:spcPts val="598"/>
              </a:spcAft>
              <a:buClr>
                <a:schemeClr val="accent1"/>
              </a:buClr>
              <a:buFont typeface="Arial"/>
              <a:buNone/>
              <a:defRPr sz="2000" b="0" cap="none">
                <a:solidFill>
                  <a:schemeClr val="tx1"/>
                </a:solidFill>
                <a:latin typeface="+mj-lt"/>
                <a:ea typeface="+mn-ea"/>
                <a:cs typeface="+mn-cs"/>
              </a:defRPr>
            </a:lvl6pPr>
            <a:lvl7pPr marL="361948" indent="-361948" algn="l" defTabSz="914400">
              <a:lnSpc>
                <a:spcPct val="90000"/>
              </a:lnSpc>
              <a:spcBef>
                <a:spcPts val="598"/>
              </a:spcBef>
              <a:spcAft>
                <a:spcPts val="598"/>
              </a:spcAft>
              <a:buClr>
                <a:schemeClr val="accent1"/>
              </a:buClr>
              <a:buFont typeface="+mj-lt"/>
              <a:buAutoNum type="arabicPeriod"/>
              <a:defRPr sz="2000">
                <a:solidFill>
                  <a:schemeClr val="tx1"/>
                </a:solidFill>
                <a:latin typeface="+mn-lt"/>
                <a:ea typeface="+mn-ea"/>
                <a:cs typeface="+mn-cs"/>
              </a:defRPr>
            </a:lvl7pPr>
            <a:lvl8pPr marL="361948" indent="-361948" algn="l" defTabSz="914400">
              <a:lnSpc>
                <a:spcPct val="90000"/>
              </a:lnSpc>
              <a:spcBef>
                <a:spcPts val="598"/>
              </a:spcBef>
              <a:spcAft>
                <a:spcPts val="598"/>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8"/>
              </a:spcBef>
              <a:spcAft>
                <a:spcPts val="598"/>
              </a:spcAft>
              <a:buClr>
                <a:schemeClr val="accent1"/>
              </a:buClr>
              <a:buFont typeface="Arial"/>
              <a:buNone/>
              <a:defRPr sz="1600" i="1">
                <a:solidFill>
                  <a:schemeClr val="tx1"/>
                </a:solidFill>
                <a:latin typeface="+mn-lt"/>
                <a:ea typeface="+mn-ea"/>
                <a:cs typeface="+mn-cs"/>
              </a:defRPr>
            </a:lvl9pPr>
          </a:lstStyle>
          <a:p>
            <a:pPr>
              <a:defRPr/>
            </a:pPr>
            <a:r>
              <a:rPr lang="en-US"/>
              <a:t>Initial sizing was done based on historical data of existing </a:t>
            </a:r>
            <a:r>
              <a:rPr lang="en-US"/>
              <a:t>helicopter-like drones. The objective was to keep it simple for model validation purposes</a:t>
            </a:r>
            <a:endParaRPr lang="en-US"/>
          </a:p>
          <a:p>
            <a:pPr>
              <a:defRPr/>
            </a:pPr>
            <a:endParaRPr lang="en-US"/>
          </a:p>
          <a:p>
            <a:pPr>
              <a:defRPr/>
            </a:pPr>
            <a:endParaRPr lang="en-US"/>
          </a:p>
          <a:p>
            <a:pPr>
              <a:defRPr/>
            </a:pPr>
            <a:endParaRPr lang="en-US"/>
          </a:p>
          <a:p>
            <a:pPr>
              <a:defRPr/>
            </a:pPr>
            <a:endParaRPr/>
          </a:p>
        </p:txBody>
      </p:sp>
      <p:grpSp>
        <p:nvGrpSpPr>
          <p:cNvPr id="95142485" name="INSTRUCTION"/>
          <p:cNvGrpSpPr>
            <a:grpSpLocks noGrp="1" noMove="1" noResize="1" noRot="1" noUngrp="1"/>
          </p:cNvGrpSpPr>
          <p:nvPr/>
        </p:nvGrpSpPr>
        <p:grpSpPr bwMode="auto">
          <a:xfrm>
            <a:off x="-3786435" y="0"/>
            <a:ext cx="3693384" cy="5359347"/>
            <a:chOff x="-3786435" y="0"/>
            <a:chExt cx="3693384" cy="5359347"/>
          </a:xfrm>
        </p:grpSpPr>
        <p:sp>
          <p:nvSpPr>
            <p:cNvPr id="972684727" name="Rechthoek 273"/>
            <p:cNvSpPr>
              <a:spLocks noAdjustHandles="1" noChangeArrowheads="1" noChangeShapeType="1" noEditPoints="1" noGrp="1" noMove="1" noResize="1" noRot="1"/>
            </p:cNvSpPr>
            <p:nvPr userDrawn="1"/>
          </p:nvSpPr>
          <p:spPr bwMode="auto">
            <a:xfrm>
              <a:off x="-3786165" y="0"/>
              <a:ext cx="3593089" cy="4641336"/>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8"/>
                </a:spcBef>
                <a:spcAft>
                  <a:spcPts val="598"/>
                </a:spcAft>
                <a:defRPr/>
              </a:pPr>
              <a:r>
                <a:rPr lang="en-GB" sz="1400" b="1" cap="all">
                  <a:solidFill>
                    <a:schemeClr val="accent1"/>
                  </a:solidFill>
                  <a:latin typeface="Calibri"/>
                  <a:cs typeface="Calibri"/>
                </a:rPr>
                <a:t>Choosing text levels</a:t>
              </a:r>
              <a:endParaRPr/>
            </a:p>
          </p:txBody>
        </p:sp>
        <p:sp>
          <p:nvSpPr>
            <p:cNvPr id="1900600080" name="Ovaal 274"/>
            <p:cNvSpPr>
              <a:spLocks noAdjustHandles="1" noChangeArrowheads="1" noChangeShapeType="1" noEditPoints="1" noGrp="1" noMove="1" noResize="1" noRot="1"/>
            </p:cNvSpPr>
            <p:nvPr userDrawn="1"/>
          </p:nvSpPr>
          <p:spPr bwMode="auto">
            <a:xfrm>
              <a:off x="-3604181" y="183748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274627995" name="Rechthoek 275"/>
            <p:cNvSpPr>
              <a:spLocks noAdjustHandles="1" noChangeArrowheads="1" noChangeShapeType="1" noEditPoints="1" noGrp="1" noMove="1" noResize="1" noRot="1"/>
            </p:cNvSpPr>
            <p:nvPr userDrawn="1"/>
          </p:nvSpPr>
          <p:spPr bwMode="auto">
            <a:xfrm>
              <a:off x="-3319413" y="1837482"/>
              <a:ext cx="2949218" cy="180000"/>
            </a:xfrm>
            <a:prstGeom prst="rect">
              <a:avLst/>
            </a:prstGeom>
            <a:noFill/>
            <a:ln w="25400" cap="flat" cmpd="sng" algn="ctr">
              <a:noFill/>
              <a:prstDash val="solid"/>
            </a:ln>
            <a:effectLst/>
          </p:spPr>
          <p:txBody>
            <a:bodyPr lIns="0" tIns="0" rIns="0" bIns="0" rtlCol="0" anchor="ctr"/>
            <a:lstStyle/>
            <a:p>
              <a:pPr marL="357186" marR="0" lvl="0" indent="-357186" defTabSz="914400">
                <a:lnSpc>
                  <a:spcPct val="100000"/>
                </a:lnSpc>
                <a:spcBef>
                  <a:spcPts val="598"/>
                </a:spcBef>
                <a:spcAft>
                  <a:spcPts val="598"/>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1212850283" name="Ovaal 276"/>
            <p:cNvSpPr>
              <a:spLocks noAdjustHandles="1" noChangeArrowheads="1" noChangeShapeType="1" noEditPoints="1" noGrp="1" noMove="1" noResize="1" noRot="1"/>
            </p:cNvSpPr>
            <p:nvPr userDrawn="1"/>
          </p:nvSpPr>
          <p:spPr bwMode="auto">
            <a:xfrm>
              <a:off x="-3604181" y="212876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796184313" name="Rechthoek 277"/>
            <p:cNvSpPr>
              <a:spLocks noAdjustHandles="1" noChangeArrowheads="1" noChangeShapeType="1" noEditPoints="1" noGrp="1" noMove="1" noResize="1" noRot="1"/>
            </p:cNvSpPr>
            <p:nvPr userDrawn="1"/>
          </p:nvSpPr>
          <p:spPr bwMode="auto">
            <a:xfrm>
              <a:off x="-3604181" y="1196111"/>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8"/>
                </a:spcBef>
                <a:spcAft>
                  <a:spcPts val="598"/>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2045457681" name="Rechthoek 278"/>
            <p:cNvSpPr>
              <a:spLocks noAdjustHandles="1" noChangeArrowheads="1" noChangeShapeType="1" noEditPoints="1" noGrp="1" noMove="1" noResize="1" noRot="1"/>
            </p:cNvSpPr>
            <p:nvPr userDrawn="1"/>
          </p:nvSpPr>
          <p:spPr bwMode="auto">
            <a:xfrm>
              <a:off x="-3319413" y="2128871"/>
              <a:ext cx="2949218" cy="180000"/>
            </a:xfrm>
            <a:prstGeom prst="rect">
              <a:avLst/>
            </a:prstGeom>
            <a:noFill/>
            <a:ln w="25400" cap="flat" cmpd="sng" algn="ctr">
              <a:noFill/>
              <a:prstDash val="solid"/>
            </a:ln>
            <a:effectLst/>
          </p:spPr>
          <p:txBody>
            <a:bodyPr lIns="0" tIns="0" rIns="0" bIns="0" rtlCol="0" anchor="ctr"/>
            <a:lstStyle/>
            <a:p>
              <a:pPr marL="715961" marR="0" lvl="0" indent="-358773" defTabSz="914400">
                <a:lnSpc>
                  <a:spcPct val="100000"/>
                </a:lnSpc>
                <a:spcBef>
                  <a:spcPts val="598"/>
                </a:spcBef>
                <a:spcAft>
                  <a:spcPts val="598"/>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1754692807" name="Ovaal 279"/>
            <p:cNvSpPr>
              <a:spLocks noAdjustHandles="1" noChangeArrowheads="1" noChangeShapeType="1" noEditPoints="1" noGrp="1" noMove="1" noResize="1" noRot="1"/>
            </p:cNvSpPr>
            <p:nvPr userDrawn="1"/>
          </p:nvSpPr>
          <p:spPr bwMode="auto">
            <a:xfrm>
              <a:off x="-3604181" y="242005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288730601" name="Rechthoek 280"/>
            <p:cNvSpPr>
              <a:spLocks noAdjustHandles="1" noChangeArrowheads="1" noChangeShapeType="1" noEditPoints="1" noGrp="1" noMove="1" noResize="1" noRot="1"/>
            </p:cNvSpPr>
            <p:nvPr userDrawn="1"/>
          </p:nvSpPr>
          <p:spPr bwMode="auto">
            <a:xfrm>
              <a:off x="-3319413" y="2420262"/>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503801301" name="Ovaal 281"/>
            <p:cNvSpPr>
              <a:spLocks noAdjustHandles="1" noChangeArrowheads="1" noChangeShapeType="1" noEditPoints="1" noGrp="1" noMove="1" noResize="1" noRot="1"/>
            </p:cNvSpPr>
            <p:nvPr userDrawn="1"/>
          </p:nvSpPr>
          <p:spPr bwMode="auto">
            <a:xfrm>
              <a:off x="-3604181" y="27113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1652346846" name="Rechthoek 282"/>
            <p:cNvSpPr>
              <a:spLocks noAdjustHandles="1" noChangeArrowheads="1" noChangeShapeType="1" noEditPoints="1" noGrp="1" noMove="1" noResize="1" noRot="1"/>
            </p:cNvSpPr>
            <p:nvPr userDrawn="1"/>
          </p:nvSpPr>
          <p:spPr bwMode="auto">
            <a:xfrm>
              <a:off x="-3319413" y="2711649"/>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201323482" name="Ovaal 283"/>
            <p:cNvSpPr>
              <a:spLocks noAdjustHandles="1" noChangeArrowheads="1" noChangeShapeType="1" noEditPoints="1" noGrp="1" noMove="1" noResize="1" noRot="1"/>
            </p:cNvSpPr>
            <p:nvPr userDrawn="1"/>
          </p:nvSpPr>
          <p:spPr bwMode="auto">
            <a:xfrm>
              <a:off x="-3604181" y="300261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782937490" name="Rechthoek 284"/>
            <p:cNvSpPr>
              <a:spLocks noAdjustHandles="1" noChangeArrowheads="1" noChangeShapeType="1" noEditPoints="1" noGrp="1" noMove="1" noResize="1" noRot="1"/>
            </p:cNvSpPr>
            <p:nvPr userDrawn="1"/>
          </p:nvSpPr>
          <p:spPr bwMode="auto">
            <a:xfrm>
              <a:off x="-3319413" y="3003039"/>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220488112" name="Ovaal 285"/>
            <p:cNvSpPr>
              <a:spLocks noAdjustHandles="1" noChangeArrowheads="1" noChangeShapeType="1" noEditPoints="1" noGrp="1" noMove="1" noResize="1" noRot="1"/>
            </p:cNvSpPr>
            <p:nvPr userDrawn="1"/>
          </p:nvSpPr>
          <p:spPr bwMode="auto">
            <a:xfrm>
              <a:off x="-3604181" y="329390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587158516" name="Rechthoek 286"/>
            <p:cNvSpPr>
              <a:spLocks noAdjustHandles="1" noChangeArrowheads="1" noChangeShapeType="1" noEditPoints="1" noGrp="1" noMove="1" noResize="1" noRot="1"/>
            </p:cNvSpPr>
            <p:nvPr userDrawn="1"/>
          </p:nvSpPr>
          <p:spPr bwMode="auto">
            <a:xfrm>
              <a:off x="-3319413" y="3585816"/>
              <a:ext cx="2949218" cy="180000"/>
            </a:xfrm>
            <a:prstGeom prst="rect">
              <a:avLst/>
            </a:prstGeom>
            <a:noFill/>
            <a:ln w="25400" cap="flat" cmpd="sng" algn="ctr">
              <a:noFill/>
              <a:prstDash val="solid"/>
            </a:ln>
            <a:effectLst/>
          </p:spPr>
          <p:txBody>
            <a:bodyPr lIns="0" tIns="0" rIns="0" bIns="0" rtlCol="0" anchor="ctr"/>
            <a:lstStyle/>
            <a:p>
              <a:pPr marL="357186" marR="0" lvl="0" indent="-357186" defTabSz="914400">
                <a:lnSpc>
                  <a:spcPct val="100000"/>
                </a:lnSpc>
                <a:spcBef>
                  <a:spcPts val="598"/>
                </a:spcBef>
                <a:spcAft>
                  <a:spcPts val="598"/>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271353623" name="Ovaal 287"/>
            <p:cNvSpPr>
              <a:spLocks noAdjustHandles="1" noChangeArrowheads="1" noChangeShapeType="1" noEditPoints="1" noGrp="1" noMove="1" noResize="1" noRot="1"/>
            </p:cNvSpPr>
            <p:nvPr userDrawn="1"/>
          </p:nvSpPr>
          <p:spPr bwMode="auto">
            <a:xfrm>
              <a:off x="-3604181" y="358518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974349817" name="Rechthoek 288"/>
            <p:cNvSpPr>
              <a:spLocks noAdjustHandles="1" noChangeArrowheads="1" noChangeShapeType="1" noEditPoints="1" noGrp="1" noMove="1" noResize="1" noRot="1"/>
            </p:cNvSpPr>
            <p:nvPr userDrawn="1"/>
          </p:nvSpPr>
          <p:spPr bwMode="auto">
            <a:xfrm>
              <a:off x="-3325829" y="3877205"/>
              <a:ext cx="2949218"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8"/>
                </a:spcBef>
                <a:spcAft>
                  <a:spcPts val="598"/>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16296873" name="Ovaal 289"/>
            <p:cNvSpPr>
              <a:spLocks noAdjustHandles="1" noChangeArrowheads="1" noChangeShapeType="1" noEditPoints="1" noGrp="1" noMove="1" noResize="1" noRot="1"/>
            </p:cNvSpPr>
            <p:nvPr userDrawn="1"/>
          </p:nvSpPr>
          <p:spPr bwMode="auto">
            <a:xfrm>
              <a:off x="-3604181"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070532733" name="Rechthoek 290"/>
            <p:cNvSpPr>
              <a:spLocks noAdjustHandles="1" noChangeArrowheads="1" noChangeShapeType="1" noEditPoints="1" noGrp="1" noMove="1" noResize="1" noRot="1"/>
            </p:cNvSpPr>
            <p:nvPr userDrawn="1"/>
          </p:nvSpPr>
          <p:spPr bwMode="auto">
            <a:xfrm>
              <a:off x="-3319413" y="4168593"/>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356597668" name="Ovaal 291"/>
            <p:cNvSpPr>
              <a:spLocks noAdjustHandles="1" noChangeArrowheads="1" noChangeShapeType="1" noEditPoints="1" noGrp="1" noMove="1" noResize="1" noRot="1"/>
            </p:cNvSpPr>
            <p:nvPr userDrawn="1"/>
          </p:nvSpPr>
          <p:spPr bwMode="auto">
            <a:xfrm>
              <a:off x="-3604181"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570172545" name="Rechthoek 292"/>
            <p:cNvSpPr>
              <a:spLocks noAdjustHandles="1" noChangeArrowheads="1" noChangeShapeType="1" noEditPoints="1" noGrp="1" noMove="1" noResize="1" noRot="1"/>
            </p:cNvSpPr>
            <p:nvPr userDrawn="1"/>
          </p:nvSpPr>
          <p:spPr bwMode="auto">
            <a:xfrm>
              <a:off x="-3319413" y="3294427"/>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872893907" name="Rechthoek 293"/>
            <p:cNvSpPr>
              <a:spLocks noAdjustHandles="1" noChangeArrowheads="1" noChangeShapeType="1" noEditPoints="1" noGrp="1" noMove="1" noResize="1" noRot="1"/>
            </p:cNvSpPr>
            <p:nvPr userDrawn="1"/>
          </p:nvSpPr>
          <p:spPr bwMode="auto">
            <a:xfrm>
              <a:off x="-3786435" y="4531347"/>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8"/>
                </a:spcBef>
                <a:spcAft>
                  <a:spcPts val="598"/>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74876207" name="ICOON_info"/>
            <p:cNvGrpSpPr>
              <a:grpSpLocks noGrp="1" noMove="1" noResize="1" noRot="1" noUngrp="1"/>
            </p:cNvGrpSpPr>
            <p:nvPr userDrawn="1"/>
          </p:nvGrpSpPr>
          <p:grpSpPr bwMode="auto">
            <a:xfrm>
              <a:off x="-376733" y="4400184"/>
              <a:ext cx="283683" cy="283683"/>
              <a:chOff x="-510741" y="5913711"/>
              <a:chExt cx="267553" cy="267553"/>
            </a:xfrm>
          </p:grpSpPr>
          <p:sp>
            <p:nvSpPr>
              <p:cNvPr id="2141404258" name="Ovaal 342"/>
              <p:cNvSpPr>
                <a:spLocks noAdjustHandles="1" noChangeArrowheads="1" noChangeShapeType="1" noEditPoints="1" noGrp="1" noMove="1" noResize="1" noRot="1"/>
              </p:cNvSpPr>
              <p:nvPr userDrawn="1"/>
            </p:nvSpPr>
            <p:spPr bwMode="auto">
              <a:xfrm>
                <a:off x="-491851" y="5932071"/>
                <a:ext cx="230833" cy="230833"/>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8"/>
                  </a:spcBef>
                  <a:spcAft>
                    <a:spcPts val="598"/>
                  </a:spcAft>
                  <a:defRPr/>
                </a:pPr>
                <a:endParaRPr lang="en-GB" sz="1600" cap="all">
                  <a:latin typeface="Calibri"/>
                  <a:cs typeface="Calibri"/>
                </a:endParaRPr>
              </a:p>
            </p:txBody>
          </p:sp>
          <p:sp>
            <p:nvSpPr>
              <p:cNvPr id="2083288045" name="Graphic 163" descr="Informatie"/>
              <p:cNvSpPr>
                <a:spLocks noAdjustHandles="1" noChangeArrowheads="1" noChangeShapeType="1" noEditPoints="1" noGrp="1" noMove="1" noResize="1" noRot="1"/>
              </p:cNvSpPr>
              <p:nvPr/>
            </p:nvSpPr>
            <p:spPr bwMode="auto">
              <a:xfrm>
                <a:off x="-510741" y="5913711"/>
                <a:ext cx="267553" cy="267553"/>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1718188709" name="VOORBEELD"/>
            <p:cNvGrpSpPr>
              <a:grpSpLocks noGrp="1" noMove="1" noResize="1" noRot="1" noUngrp="1"/>
            </p:cNvGrpSpPr>
            <p:nvPr userDrawn="1"/>
          </p:nvGrpSpPr>
          <p:grpSpPr bwMode="auto">
            <a:xfrm>
              <a:off x="-3605171" y="458672"/>
              <a:ext cx="3234309" cy="558873"/>
              <a:chOff x="-3605171" y="458672"/>
              <a:chExt cx="3234309" cy="558873"/>
            </a:xfrm>
          </p:grpSpPr>
          <p:sp>
            <p:nvSpPr>
              <p:cNvPr id="853236125" name="Rechthoek 302"/>
              <p:cNvSpPr>
                <a:spLocks noAdjustHandles="1" noChangeArrowheads="1" noChangeShapeType="1" noEditPoints="1" noGrp="1" noMove="1" noResize="1" noRot="1"/>
              </p:cNvSpPr>
              <p:nvPr userDrawn="1"/>
            </p:nvSpPr>
            <p:spPr bwMode="auto">
              <a:xfrm>
                <a:off x="-3604181" y="458672"/>
                <a:ext cx="393457" cy="184056"/>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158501706" name="Rechthoek 303"/>
              <p:cNvSpPr>
                <a:spLocks noAdjustHandles="1" noChangeArrowheads="1" noChangeShapeType="1" noEditPoints="1" noGrp="1" noMove="1" noResize="1" noRot="1"/>
              </p:cNvSpPr>
              <p:nvPr userDrawn="1"/>
            </p:nvSpPr>
            <p:spPr bwMode="auto">
              <a:xfrm>
                <a:off x="-3599182" y="621343"/>
                <a:ext cx="38378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1283806255" name="Groep 304"/>
              <p:cNvGrpSpPr>
                <a:grpSpLocks noGrp="1" noMove="1" noResize="1" noRot="1" noUngrp="1"/>
              </p:cNvGrpSpPr>
              <p:nvPr userDrawn="1"/>
            </p:nvGrpSpPr>
            <p:grpSpPr bwMode="auto">
              <a:xfrm>
                <a:off x="-3386246" y="830871"/>
                <a:ext cx="139421" cy="109566"/>
                <a:chOff x="-2866743" y="827068"/>
                <a:chExt cx="168699" cy="132573"/>
              </a:xfrm>
            </p:grpSpPr>
            <p:grpSp>
              <p:nvGrpSpPr>
                <p:cNvPr id="1746553817" name="Groep 335"/>
                <p:cNvGrpSpPr>
                  <a:grpSpLocks noGrp="1" noMove="1" noResize="1" noRot="1" noUngrp="1"/>
                </p:cNvGrpSpPr>
                <p:nvPr userDrawn="1"/>
              </p:nvGrpSpPr>
              <p:grpSpPr bwMode="auto">
                <a:xfrm>
                  <a:off x="-2866743" y="827068"/>
                  <a:ext cx="168699" cy="132573"/>
                  <a:chOff x="-2866743" y="827068"/>
                  <a:chExt cx="168699" cy="132573"/>
                </a:xfrm>
              </p:grpSpPr>
              <p:cxnSp>
                <p:nvCxnSpPr>
                  <p:cNvPr id="55230124" name="Rechte verbindingslijn 337"/>
                  <p:cNvCxnSpPr>
                    <a:cxnSpLocks noAdjustHandles="1" noChangeArrowheads="1" noChangeShapeType="1" noEditPoints="1" noGrp="1" noMove="1" noResize="1" noRot="1"/>
                  </p:cNvCxnSpPr>
                  <p:nvPr userDrawn="1"/>
                </p:nvCxnSpPr>
                <p:spPr bwMode="auto">
                  <a:xfrm>
                    <a:off x="-2866743" y="827068"/>
                    <a:ext cx="168699" cy="0"/>
                  </a:xfrm>
                  <a:prstGeom prst="line">
                    <a:avLst/>
                  </a:prstGeom>
                  <a:solidFill>
                    <a:schemeClr val="bg1"/>
                  </a:solidFill>
                  <a:ln w="12700" cap="flat" cmpd="sng" algn="ctr">
                    <a:solidFill>
                      <a:srgbClr val="9D9FA1"/>
                    </a:solidFill>
                    <a:prstDash val="solid"/>
                  </a:ln>
                  <a:effectLst/>
                </p:spPr>
              </p:cxnSp>
              <p:cxnSp>
                <p:nvCxnSpPr>
                  <p:cNvPr id="1143582366" name="Rechte verbindingslijn 338"/>
                  <p:cNvCxnSpPr>
                    <a:cxnSpLocks noAdjustHandles="1" noChangeArrowheads="1" noChangeShapeType="1" noEditPoints="1" noGrp="1" noMove="1" noResize="1" noRot="1"/>
                  </p:cNvCxnSpPr>
                  <p:nvPr userDrawn="1"/>
                </p:nvCxnSpPr>
                <p:spPr bwMode="auto">
                  <a:xfrm>
                    <a:off x="-2866743" y="959644"/>
                    <a:ext cx="168699" cy="0"/>
                  </a:xfrm>
                  <a:prstGeom prst="line">
                    <a:avLst/>
                  </a:prstGeom>
                  <a:solidFill>
                    <a:schemeClr val="bg1"/>
                  </a:solidFill>
                  <a:ln w="12700" cap="flat" cmpd="sng" algn="ctr">
                    <a:solidFill>
                      <a:srgbClr val="9D9FA1"/>
                    </a:solidFill>
                    <a:prstDash val="solid"/>
                  </a:ln>
                  <a:effectLst/>
                </p:spPr>
              </p:cxnSp>
              <p:cxnSp>
                <p:nvCxnSpPr>
                  <p:cNvPr id="1031883832" name="Rechte verbindingslijn 339"/>
                  <p:cNvCxnSpPr>
                    <a:cxnSpLocks noAdjustHandles="1" noChangeArrowheads="1" noChangeShapeType="1" noEditPoints="1" noGrp="1" noMove="1" noResize="1" noRot="1"/>
                  </p:cNvCxnSpPr>
                  <p:nvPr userDrawn="1"/>
                </p:nvCxnSpPr>
                <p:spPr bwMode="auto">
                  <a:xfrm>
                    <a:off x="-2773989" y="926501"/>
                    <a:ext cx="75945" cy="0"/>
                  </a:xfrm>
                  <a:prstGeom prst="line">
                    <a:avLst/>
                  </a:prstGeom>
                  <a:solidFill>
                    <a:schemeClr val="bg1"/>
                  </a:solidFill>
                  <a:ln w="12700" cap="flat" cmpd="sng" algn="ctr">
                    <a:solidFill>
                      <a:srgbClr val="9D9FA1"/>
                    </a:solidFill>
                    <a:prstDash val="solid"/>
                  </a:ln>
                  <a:effectLst/>
                </p:spPr>
              </p:cxnSp>
              <p:cxnSp>
                <p:nvCxnSpPr>
                  <p:cNvPr id="1954192515" name="Rechte verbindingslijn 340"/>
                  <p:cNvCxnSpPr>
                    <a:cxnSpLocks noAdjustHandles="1" noChangeArrowheads="1" noChangeShapeType="1" noEditPoints="1" noGrp="1" noMove="1" noResize="1" noRot="1"/>
                  </p:cNvCxnSpPr>
                  <p:nvPr userDrawn="1"/>
                </p:nvCxnSpPr>
                <p:spPr bwMode="auto">
                  <a:xfrm>
                    <a:off x="-2773989" y="893358"/>
                    <a:ext cx="75945" cy="0"/>
                  </a:xfrm>
                  <a:prstGeom prst="line">
                    <a:avLst/>
                  </a:prstGeom>
                  <a:solidFill>
                    <a:schemeClr val="bg1"/>
                  </a:solidFill>
                  <a:ln w="12700" cap="flat" cmpd="sng" algn="ctr">
                    <a:solidFill>
                      <a:srgbClr val="9D9FA1"/>
                    </a:solidFill>
                    <a:prstDash val="solid"/>
                  </a:ln>
                  <a:effectLst/>
                </p:spPr>
              </p:cxnSp>
              <p:cxnSp>
                <p:nvCxnSpPr>
                  <p:cNvPr id="459505166" name="Rechte verbindingslijn 341"/>
                  <p:cNvCxnSpPr>
                    <a:cxnSpLocks noAdjustHandles="1" noChangeArrowheads="1" noChangeShapeType="1" noEditPoints="1" noGrp="1" noMove="1" noResize="1" noRot="1"/>
                  </p:cNvCxnSpPr>
                  <p:nvPr userDrawn="1"/>
                </p:nvCxnSpPr>
                <p:spPr bwMode="auto">
                  <a:xfrm>
                    <a:off x="-2773989" y="860213"/>
                    <a:ext cx="75945" cy="0"/>
                  </a:xfrm>
                  <a:prstGeom prst="line">
                    <a:avLst/>
                  </a:prstGeom>
                  <a:solidFill>
                    <a:schemeClr val="bg1"/>
                  </a:solidFill>
                  <a:ln w="12700" cap="flat" cmpd="sng" algn="ctr">
                    <a:solidFill>
                      <a:srgbClr val="9D9FA1"/>
                    </a:solidFill>
                    <a:prstDash val="solid"/>
                  </a:ln>
                  <a:effectLst/>
                </p:spPr>
              </p:cxnSp>
            </p:grpSp>
            <p:sp>
              <p:nvSpPr>
                <p:cNvPr id="710827698" name="Pijl: rechts 336"/>
                <p:cNvSpPr>
                  <a:spLocks noAdjustHandles="1" noChangeArrowheads="1" noChangeShapeType="1" noEditPoints="1" noGrp="1" noMove="1" noResize="1" noRot="1"/>
                </p:cNvSpPr>
                <p:nvPr userDrawn="1"/>
              </p:nvSpPr>
              <p:spPr bwMode="auto">
                <a:xfrm>
                  <a:off x="-2866743" y="858735"/>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80534569" name="Groep 305"/>
              <p:cNvGrpSpPr>
                <a:grpSpLocks noGrp="1" noMove="1" noResize="1" noRot="1" noUngrp="1"/>
              </p:cNvGrpSpPr>
              <p:nvPr userDrawn="1"/>
            </p:nvGrpSpPr>
            <p:grpSpPr bwMode="auto">
              <a:xfrm>
                <a:off x="-3605171" y="830871"/>
                <a:ext cx="139421" cy="109566"/>
                <a:chOff x="-2866743" y="518072"/>
                <a:chExt cx="168699" cy="132573"/>
              </a:xfrm>
            </p:grpSpPr>
            <p:grpSp>
              <p:nvGrpSpPr>
                <p:cNvPr id="1833443521" name="Groep 328"/>
                <p:cNvGrpSpPr>
                  <a:grpSpLocks noGrp="1" noMove="1" noResize="1" noRot="1" noUngrp="1"/>
                </p:cNvGrpSpPr>
                <p:nvPr userDrawn="1"/>
              </p:nvGrpSpPr>
              <p:grpSpPr bwMode="auto">
                <a:xfrm>
                  <a:off x="-2866743" y="518072"/>
                  <a:ext cx="168699" cy="132573"/>
                  <a:chOff x="-2866743" y="518072"/>
                  <a:chExt cx="168699" cy="132573"/>
                </a:xfrm>
              </p:grpSpPr>
              <p:cxnSp>
                <p:nvCxnSpPr>
                  <p:cNvPr id="1021521486" name="Rechte verbindingslijn 330"/>
                  <p:cNvCxnSpPr>
                    <a:cxnSpLocks noAdjustHandles="1" noChangeArrowheads="1" noChangeShapeType="1" noEditPoints="1" noGrp="1" noMove="1" noResize="1" noRot="1"/>
                  </p:cNvCxnSpPr>
                  <p:nvPr userDrawn="1"/>
                </p:nvCxnSpPr>
                <p:spPr bwMode="auto">
                  <a:xfrm>
                    <a:off x="-2866743" y="518072"/>
                    <a:ext cx="168699" cy="0"/>
                  </a:xfrm>
                  <a:prstGeom prst="line">
                    <a:avLst/>
                  </a:prstGeom>
                  <a:solidFill>
                    <a:schemeClr val="bg1"/>
                  </a:solidFill>
                  <a:ln w="12700" cap="flat" cmpd="sng" algn="ctr">
                    <a:solidFill>
                      <a:srgbClr val="9D9FA1"/>
                    </a:solidFill>
                    <a:prstDash val="solid"/>
                  </a:ln>
                  <a:effectLst/>
                </p:spPr>
              </p:cxnSp>
              <p:cxnSp>
                <p:nvCxnSpPr>
                  <p:cNvPr id="1582827645" name="Rechte verbindingslijn 331"/>
                  <p:cNvCxnSpPr>
                    <a:cxnSpLocks noAdjustHandles="1" noChangeArrowheads="1" noChangeShapeType="1" noEditPoints="1" noGrp="1" noMove="1" noResize="1" noRot="1"/>
                  </p:cNvCxnSpPr>
                  <p:nvPr userDrawn="1"/>
                </p:nvCxnSpPr>
                <p:spPr bwMode="auto">
                  <a:xfrm>
                    <a:off x="-2866743" y="650647"/>
                    <a:ext cx="168699" cy="0"/>
                  </a:xfrm>
                  <a:prstGeom prst="line">
                    <a:avLst/>
                  </a:prstGeom>
                  <a:solidFill>
                    <a:schemeClr val="bg1"/>
                  </a:solidFill>
                  <a:ln w="12700" cap="flat" cmpd="sng" algn="ctr">
                    <a:solidFill>
                      <a:srgbClr val="9D9FA1"/>
                    </a:solidFill>
                    <a:prstDash val="solid"/>
                  </a:ln>
                  <a:effectLst/>
                </p:spPr>
              </p:cxnSp>
              <p:cxnSp>
                <p:nvCxnSpPr>
                  <p:cNvPr id="2126768616" name="Rechte verbindingslijn 332"/>
                  <p:cNvCxnSpPr>
                    <a:cxnSpLocks noAdjustHandles="1" noChangeArrowheads="1" noChangeShapeType="1" noEditPoints="1" noGrp="1" noMove="1" noResize="1" noRot="1"/>
                  </p:cNvCxnSpPr>
                  <p:nvPr userDrawn="1"/>
                </p:nvCxnSpPr>
                <p:spPr bwMode="auto">
                  <a:xfrm>
                    <a:off x="-2773989" y="617504"/>
                    <a:ext cx="75945" cy="0"/>
                  </a:xfrm>
                  <a:prstGeom prst="line">
                    <a:avLst/>
                  </a:prstGeom>
                  <a:solidFill>
                    <a:schemeClr val="bg1"/>
                  </a:solidFill>
                  <a:ln w="12700" cap="flat" cmpd="sng" algn="ctr">
                    <a:solidFill>
                      <a:srgbClr val="9D9FA1"/>
                    </a:solidFill>
                    <a:prstDash val="solid"/>
                  </a:ln>
                  <a:effectLst/>
                </p:spPr>
              </p:cxnSp>
              <p:cxnSp>
                <p:nvCxnSpPr>
                  <p:cNvPr id="143169142" name="Rechte verbindingslijn 333"/>
                  <p:cNvCxnSpPr>
                    <a:cxnSpLocks noAdjustHandles="1" noChangeArrowheads="1" noChangeShapeType="1" noEditPoints="1" noGrp="1" noMove="1" noResize="1" noRot="1"/>
                  </p:cNvCxnSpPr>
                  <p:nvPr userDrawn="1"/>
                </p:nvCxnSpPr>
                <p:spPr bwMode="auto">
                  <a:xfrm>
                    <a:off x="-2773989" y="584361"/>
                    <a:ext cx="75945" cy="0"/>
                  </a:xfrm>
                  <a:prstGeom prst="line">
                    <a:avLst/>
                  </a:prstGeom>
                  <a:solidFill>
                    <a:schemeClr val="bg1"/>
                  </a:solidFill>
                  <a:ln w="12700" cap="flat" cmpd="sng" algn="ctr">
                    <a:solidFill>
                      <a:srgbClr val="9D9FA1"/>
                    </a:solidFill>
                    <a:prstDash val="solid"/>
                  </a:ln>
                  <a:effectLst/>
                </p:spPr>
              </p:cxnSp>
              <p:cxnSp>
                <p:nvCxnSpPr>
                  <p:cNvPr id="608459296" name="Rechte verbindingslijn 334"/>
                  <p:cNvCxnSpPr>
                    <a:cxnSpLocks noAdjustHandles="1" noChangeArrowheads="1" noChangeShapeType="1" noEditPoints="1" noGrp="1" noMove="1" noResize="1" noRot="1"/>
                  </p:cNvCxnSpPr>
                  <p:nvPr userDrawn="1"/>
                </p:nvCxnSpPr>
                <p:spPr bwMode="auto">
                  <a:xfrm>
                    <a:off x="-2773989" y="551216"/>
                    <a:ext cx="75945" cy="0"/>
                  </a:xfrm>
                  <a:prstGeom prst="line">
                    <a:avLst/>
                  </a:prstGeom>
                  <a:solidFill>
                    <a:schemeClr val="bg1"/>
                  </a:solidFill>
                  <a:ln w="12700" cap="flat" cmpd="sng" algn="ctr">
                    <a:solidFill>
                      <a:srgbClr val="9D9FA1"/>
                    </a:solidFill>
                    <a:prstDash val="solid"/>
                  </a:ln>
                  <a:effectLst/>
                </p:spPr>
              </p:cxnSp>
            </p:grpSp>
            <p:sp>
              <p:nvSpPr>
                <p:cNvPr id="1383347968" name="Pijl: rechts 329"/>
                <p:cNvSpPr>
                  <a:spLocks noAdjustHandles="1" noChangeArrowheads="1" noChangeShapeType="1" noEditPoints="1" noGrp="1" noMove="1" noResize="1" noRot="1"/>
                </p:cNvSpPr>
                <p:nvPr userDrawn="1"/>
              </p:nvSpPr>
              <p:spPr bwMode="auto">
                <a:xfrm flipH="1">
                  <a:off x="-2866743" y="549738"/>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2003710845" name="Rechte verbindingslijn 306"/>
              <p:cNvCxnSpPr>
                <a:cxnSpLocks noAdjustHandles="1" noChangeArrowheads="1" noChangeShapeType="1" noEditPoints="1" noGrp="1" noMove="1" noResize="1" noRot="1"/>
              </p:cNvCxnSpPr>
              <p:nvPr userDrawn="1"/>
            </p:nvCxnSpPr>
            <p:spPr bwMode="auto">
              <a:xfrm flipV="1">
                <a:off x="-3459956" y="588168"/>
                <a:ext cx="547686" cy="219074"/>
              </a:xfrm>
              <a:prstGeom prst="line">
                <a:avLst/>
              </a:prstGeom>
              <a:noFill/>
              <a:ln w="19050" cap="rnd" cmpd="sng" algn="ctr">
                <a:solidFill>
                  <a:schemeClr val="accent1"/>
                </a:solidFill>
                <a:prstDash val="solid"/>
                <a:headEnd type="oval"/>
              </a:ln>
              <a:effectLst/>
            </p:spPr>
          </p:cxnSp>
          <p:cxnSp>
            <p:nvCxnSpPr>
              <p:cNvPr id="1407596385" name="Rechte verbindingslijn 307"/>
              <p:cNvCxnSpPr>
                <a:cxnSpLocks noAdjustHandles="1" noChangeArrowheads="1" noChangeShapeType="1" noEditPoints="1" noGrp="1" noMove="1" noResize="1" noRot="1"/>
              </p:cNvCxnSpPr>
              <p:nvPr userDrawn="1"/>
            </p:nvCxnSpPr>
            <p:spPr bwMode="auto">
              <a:xfrm>
                <a:off x="-3224211" y="828675"/>
                <a:ext cx="319086" cy="0"/>
              </a:xfrm>
              <a:prstGeom prst="line">
                <a:avLst/>
              </a:prstGeom>
              <a:noFill/>
              <a:ln w="19050" cap="rnd" cmpd="sng" algn="ctr">
                <a:solidFill>
                  <a:schemeClr val="accent1"/>
                </a:solidFill>
                <a:prstDash val="solid"/>
                <a:headEnd type="oval"/>
              </a:ln>
              <a:effectLst/>
            </p:spPr>
          </p:cxnSp>
          <p:sp>
            <p:nvSpPr>
              <p:cNvPr id="2086509239" name="Rechthoek 308"/>
              <p:cNvSpPr>
                <a:spLocks noAdjustHandles="1" noChangeArrowheads="1" noChangeShapeType="1" noEditPoints="1" noGrp="1" noMove="1" noResize="1" noRot="1"/>
              </p:cNvSpPr>
              <p:nvPr userDrawn="1"/>
            </p:nvSpPr>
            <p:spPr bwMode="auto">
              <a:xfrm>
                <a:off x="-2559902" y="512177"/>
                <a:ext cx="2189040"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8"/>
                  </a:spcBef>
                  <a:spcAft>
                    <a:spcPts val="598"/>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21164388" name="Rechthoek 309"/>
              <p:cNvSpPr>
                <a:spLocks noAdjustHandles="1" noChangeArrowheads="1" noChangeShapeType="1" noEditPoints="1" noGrp="1" noMove="1" noResize="1" noRot="1"/>
              </p:cNvSpPr>
              <p:nvPr userDrawn="1"/>
            </p:nvSpPr>
            <p:spPr bwMode="auto">
              <a:xfrm>
                <a:off x="-2559902" y="819559"/>
                <a:ext cx="2189043" cy="142200"/>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8"/>
                  </a:spcBef>
                  <a:spcAft>
                    <a:spcPts val="598"/>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472740771" name="Groep 310"/>
              <p:cNvGrpSpPr>
                <a:grpSpLocks noGrp="1" noMove="1" noResize="1" noRot="1" noUngrp="1"/>
              </p:cNvGrpSpPr>
              <p:nvPr userDrawn="1"/>
            </p:nvGrpSpPr>
            <p:grpSpPr bwMode="auto">
              <a:xfrm>
                <a:off x="-2916761" y="769167"/>
                <a:ext cx="268736" cy="248379"/>
                <a:chOff x="-2916761" y="769167"/>
                <a:chExt cx="268736" cy="248379"/>
              </a:xfrm>
            </p:grpSpPr>
            <p:sp>
              <p:nvSpPr>
                <p:cNvPr id="1907300502" name="Rechthoek 320"/>
                <p:cNvSpPr>
                  <a:spLocks noAdjustHandles="1" noChangeArrowheads="1" noChangeShapeType="1" noEditPoints="1" noGrp="1" noMove="1" noResize="1" noRot="1"/>
                </p:cNvSpPr>
                <p:nvPr userDrawn="1"/>
              </p:nvSpPr>
              <p:spPr bwMode="auto">
                <a:xfrm>
                  <a:off x="-2916761" y="769167"/>
                  <a:ext cx="268736" cy="248379"/>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912253352" name="Groep 321"/>
                <p:cNvGrpSpPr>
                  <a:grpSpLocks noGrp="1" noMove="1" noResize="1" noRot="1" noUngrp="1"/>
                </p:cNvGrpSpPr>
                <p:nvPr userDrawn="1"/>
              </p:nvGrpSpPr>
              <p:grpSpPr bwMode="auto">
                <a:xfrm>
                  <a:off x="-2866743" y="827068"/>
                  <a:ext cx="168699" cy="132573"/>
                  <a:chOff x="-2866743" y="827068"/>
                  <a:chExt cx="168699" cy="132573"/>
                </a:xfrm>
              </p:grpSpPr>
              <p:cxnSp>
                <p:nvCxnSpPr>
                  <p:cNvPr id="1358723312" name="Rechte verbindingslijn 323"/>
                  <p:cNvCxnSpPr>
                    <a:cxnSpLocks noAdjustHandles="1" noChangeArrowheads="1" noChangeShapeType="1" noEditPoints="1" noGrp="1" noMove="1" noResize="1" noRot="1"/>
                  </p:cNvCxnSpPr>
                  <p:nvPr userDrawn="1"/>
                </p:nvCxnSpPr>
                <p:spPr bwMode="auto">
                  <a:xfrm>
                    <a:off x="-2866743" y="827068"/>
                    <a:ext cx="168699" cy="0"/>
                  </a:xfrm>
                  <a:prstGeom prst="line">
                    <a:avLst/>
                  </a:prstGeom>
                  <a:solidFill>
                    <a:schemeClr val="bg1"/>
                  </a:solidFill>
                  <a:ln w="12700" cap="flat" cmpd="sng" algn="ctr">
                    <a:solidFill>
                      <a:srgbClr val="9D9FA1"/>
                    </a:solidFill>
                    <a:prstDash val="solid"/>
                  </a:ln>
                  <a:effectLst/>
                </p:spPr>
              </p:cxnSp>
              <p:cxnSp>
                <p:nvCxnSpPr>
                  <p:cNvPr id="1727447818" name="Rechte verbindingslijn 324"/>
                  <p:cNvCxnSpPr>
                    <a:cxnSpLocks noAdjustHandles="1" noChangeArrowheads="1" noChangeShapeType="1" noEditPoints="1" noGrp="1" noMove="1" noResize="1" noRot="1"/>
                  </p:cNvCxnSpPr>
                  <p:nvPr userDrawn="1"/>
                </p:nvCxnSpPr>
                <p:spPr bwMode="auto">
                  <a:xfrm>
                    <a:off x="-2866743" y="959644"/>
                    <a:ext cx="168699" cy="0"/>
                  </a:xfrm>
                  <a:prstGeom prst="line">
                    <a:avLst/>
                  </a:prstGeom>
                  <a:solidFill>
                    <a:schemeClr val="bg1"/>
                  </a:solidFill>
                  <a:ln w="12700" cap="flat" cmpd="sng" algn="ctr">
                    <a:solidFill>
                      <a:srgbClr val="9D9FA1"/>
                    </a:solidFill>
                    <a:prstDash val="solid"/>
                  </a:ln>
                  <a:effectLst/>
                </p:spPr>
              </p:cxnSp>
              <p:cxnSp>
                <p:nvCxnSpPr>
                  <p:cNvPr id="1211445394" name="Rechte verbindingslijn 325"/>
                  <p:cNvCxnSpPr>
                    <a:cxnSpLocks noAdjustHandles="1" noChangeArrowheads="1" noChangeShapeType="1" noEditPoints="1" noGrp="1" noMove="1" noResize="1" noRot="1"/>
                  </p:cNvCxnSpPr>
                  <p:nvPr userDrawn="1"/>
                </p:nvCxnSpPr>
                <p:spPr bwMode="auto">
                  <a:xfrm>
                    <a:off x="-2773989" y="926501"/>
                    <a:ext cx="75945" cy="0"/>
                  </a:xfrm>
                  <a:prstGeom prst="line">
                    <a:avLst/>
                  </a:prstGeom>
                  <a:solidFill>
                    <a:schemeClr val="bg1"/>
                  </a:solidFill>
                  <a:ln w="12700" cap="flat" cmpd="sng" algn="ctr">
                    <a:solidFill>
                      <a:srgbClr val="9D9FA1"/>
                    </a:solidFill>
                    <a:prstDash val="solid"/>
                  </a:ln>
                  <a:effectLst/>
                </p:spPr>
              </p:cxnSp>
              <p:cxnSp>
                <p:nvCxnSpPr>
                  <p:cNvPr id="1124659739" name="Rechte verbindingslijn 326"/>
                  <p:cNvCxnSpPr>
                    <a:cxnSpLocks noAdjustHandles="1" noChangeArrowheads="1" noChangeShapeType="1" noEditPoints="1" noGrp="1" noMove="1" noResize="1" noRot="1"/>
                  </p:cNvCxnSpPr>
                  <p:nvPr userDrawn="1"/>
                </p:nvCxnSpPr>
                <p:spPr bwMode="auto">
                  <a:xfrm>
                    <a:off x="-2773989" y="893358"/>
                    <a:ext cx="75945" cy="0"/>
                  </a:xfrm>
                  <a:prstGeom prst="line">
                    <a:avLst/>
                  </a:prstGeom>
                  <a:solidFill>
                    <a:schemeClr val="bg1"/>
                  </a:solidFill>
                  <a:ln w="12700" cap="flat" cmpd="sng" algn="ctr">
                    <a:solidFill>
                      <a:srgbClr val="9D9FA1"/>
                    </a:solidFill>
                    <a:prstDash val="solid"/>
                  </a:ln>
                  <a:effectLst/>
                </p:spPr>
              </p:cxnSp>
              <p:cxnSp>
                <p:nvCxnSpPr>
                  <p:cNvPr id="1820822719" name="Rechte verbindingslijn 327"/>
                  <p:cNvCxnSpPr>
                    <a:cxnSpLocks noAdjustHandles="1" noChangeArrowheads="1" noChangeShapeType="1" noEditPoints="1" noGrp="1" noMove="1" noResize="1" noRot="1"/>
                  </p:cNvCxnSpPr>
                  <p:nvPr userDrawn="1"/>
                </p:nvCxnSpPr>
                <p:spPr bwMode="auto">
                  <a:xfrm>
                    <a:off x="-2773989" y="860213"/>
                    <a:ext cx="75945" cy="0"/>
                  </a:xfrm>
                  <a:prstGeom prst="line">
                    <a:avLst/>
                  </a:prstGeom>
                  <a:solidFill>
                    <a:schemeClr val="bg1"/>
                  </a:solidFill>
                  <a:ln w="12700" cap="flat" cmpd="sng" algn="ctr">
                    <a:solidFill>
                      <a:srgbClr val="9D9FA1"/>
                    </a:solidFill>
                    <a:prstDash val="solid"/>
                  </a:ln>
                  <a:effectLst/>
                </p:spPr>
              </p:cxnSp>
            </p:grpSp>
            <p:sp>
              <p:nvSpPr>
                <p:cNvPr id="1777191915" name="Pijl: rechts 322"/>
                <p:cNvSpPr>
                  <a:spLocks noAdjustHandles="1" noChangeArrowheads="1" noChangeShapeType="1" noEditPoints="1" noGrp="1" noMove="1" noResize="1" noRot="1"/>
                </p:cNvSpPr>
                <p:nvPr userDrawn="1"/>
              </p:nvSpPr>
              <p:spPr bwMode="auto">
                <a:xfrm>
                  <a:off x="-2866743" y="858735"/>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868984145" name="Groep 311"/>
              <p:cNvGrpSpPr>
                <a:grpSpLocks noGrp="1" noMove="1" noResize="1" noRot="1" noUngrp="1"/>
              </p:cNvGrpSpPr>
              <p:nvPr userDrawn="1"/>
            </p:nvGrpSpPr>
            <p:grpSpPr bwMode="auto">
              <a:xfrm>
                <a:off x="-2916761" y="460170"/>
                <a:ext cx="268736" cy="248379"/>
                <a:chOff x="-2916761" y="460170"/>
                <a:chExt cx="268736" cy="248379"/>
              </a:xfrm>
            </p:grpSpPr>
            <p:sp>
              <p:nvSpPr>
                <p:cNvPr id="2050003124" name="Rechthoek 312"/>
                <p:cNvSpPr>
                  <a:spLocks noAdjustHandles="1" noChangeArrowheads="1" noChangeShapeType="1" noEditPoints="1" noGrp="1" noMove="1" noResize="1" noRot="1"/>
                </p:cNvSpPr>
                <p:nvPr userDrawn="1"/>
              </p:nvSpPr>
              <p:spPr bwMode="auto">
                <a:xfrm>
                  <a:off x="-2916761" y="460170"/>
                  <a:ext cx="268736" cy="248379"/>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850544769" name="Groep 313"/>
                <p:cNvGrpSpPr>
                  <a:grpSpLocks noGrp="1" noMove="1" noResize="1" noRot="1" noUngrp="1"/>
                </p:cNvGrpSpPr>
                <p:nvPr userDrawn="1"/>
              </p:nvGrpSpPr>
              <p:grpSpPr bwMode="auto">
                <a:xfrm>
                  <a:off x="-2866743" y="518072"/>
                  <a:ext cx="168699" cy="132573"/>
                  <a:chOff x="-2866743" y="518072"/>
                  <a:chExt cx="168699" cy="132573"/>
                </a:xfrm>
              </p:grpSpPr>
              <p:cxnSp>
                <p:nvCxnSpPr>
                  <p:cNvPr id="1575047005" name="Rechte verbindingslijn 315"/>
                  <p:cNvCxnSpPr>
                    <a:cxnSpLocks noAdjustHandles="1" noChangeArrowheads="1" noChangeShapeType="1" noEditPoints="1" noGrp="1" noMove="1" noResize="1" noRot="1"/>
                  </p:cNvCxnSpPr>
                  <p:nvPr userDrawn="1"/>
                </p:nvCxnSpPr>
                <p:spPr bwMode="auto">
                  <a:xfrm>
                    <a:off x="-2866743" y="518072"/>
                    <a:ext cx="168699" cy="0"/>
                  </a:xfrm>
                  <a:prstGeom prst="line">
                    <a:avLst/>
                  </a:prstGeom>
                  <a:solidFill>
                    <a:schemeClr val="bg1"/>
                  </a:solidFill>
                  <a:ln w="12700" cap="flat" cmpd="sng" algn="ctr">
                    <a:solidFill>
                      <a:srgbClr val="9D9FA1"/>
                    </a:solidFill>
                    <a:prstDash val="solid"/>
                  </a:ln>
                  <a:effectLst/>
                </p:spPr>
              </p:cxnSp>
              <p:cxnSp>
                <p:nvCxnSpPr>
                  <p:cNvPr id="370154029" name="Rechte verbindingslijn 316"/>
                  <p:cNvCxnSpPr>
                    <a:cxnSpLocks noAdjustHandles="1" noChangeArrowheads="1" noChangeShapeType="1" noEditPoints="1" noGrp="1" noMove="1" noResize="1" noRot="1"/>
                  </p:cNvCxnSpPr>
                  <p:nvPr userDrawn="1"/>
                </p:nvCxnSpPr>
                <p:spPr bwMode="auto">
                  <a:xfrm>
                    <a:off x="-2866743" y="650647"/>
                    <a:ext cx="168699" cy="0"/>
                  </a:xfrm>
                  <a:prstGeom prst="line">
                    <a:avLst/>
                  </a:prstGeom>
                  <a:solidFill>
                    <a:schemeClr val="bg1"/>
                  </a:solidFill>
                  <a:ln w="12700" cap="flat" cmpd="sng" algn="ctr">
                    <a:solidFill>
                      <a:srgbClr val="9D9FA1"/>
                    </a:solidFill>
                    <a:prstDash val="solid"/>
                  </a:ln>
                  <a:effectLst/>
                </p:spPr>
              </p:cxnSp>
              <p:cxnSp>
                <p:nvCxnSpPr>
                  <p:cNvPr id="1038283039" name="Rechte verbindingslijn 317"/>
                  <p:cNvCxnSpPr>
                    <a:cxnSpLocks noAdjustHandles="1" noChangeArrowheads="1" noChangeShapeType="1" noEditPoints="1" noGrp="1" noMove="1" noResize="1" noRot="1"/>
                  </p:cNvCxnSpPr>
                  <p:nvPr userDrawn="1"/>
                </p:nvCxnSpPr>
                <p:spPr bwMode="auto">
                  <a:xfrm>
                    <a:off x="-2773989" y="617504"/>
                    <a:ext cx="75945" cy="0"/>
                  </a:xfrm>
                  <a:prstGeom prst="line">
                    <a:avLst/>
                  </a:prstGeom>
                  <a:solidFill>
                    <a:schemeClr val="bg1"/>
                  </a:solidFill>
                  <a:ln w="12700" cap="flat" cmpd="sng" algn="ctr">
                    <a:solidFill>
                      <a:srgbClr val="9D9FA1"/>
                    </a:solidFill>
                    <a:prstDash val="solid"/>
                  </a:ln>
                  <a:effectLst/>
                </p:spPr>
              </p:cxnSp>
              <p:cxnSp>
                <p:nvCxnSpPr>
                  <p:cNvPr id="390195482" name="Rechte verbindingslijn 318"/>
                  <p:cNvCxnSpPr>
                    <a:cxnSpLocks noAdjustHandles="1" noChangeArrowheads="1" noChangeShapeType="1" noEditPoints="1" noGrp="1" noMove="1" noResize="1" noRot="1"/>
                  </p:cNvCxnSpPr>
                  <p:nvPr userDrawn="1"/>
                </p:nvCxnSpPr>
                <p:spPr bwMode="auto">
                  <a:xfrm>
                    <a:off x="-2773989" y="584361"/>
                    <a:ext cx="75945" cy="0"/>
                  </a:xfrm>
                  <a:prstGeom prst="line">
                    <a:avLst/>
                  </a:prstGeom>
                  <a:solidFill>
                    <a:schemeClr val="bg1"/>
                  </a:solidFill>
                  <a:ln w="12700" cap="flat" cmpd="sng" algn="ctr">
                    <a:solidFill>
                      <a:srgbClr val="9D9FA1"/>
                    </a:solidFill>
                    <a:prstDash val="solid"/>
                  </a:ln>
                  <a:effectLst/>
                </p:spPr>
              </p:cxnSp>
              <p:cxnSp>
                <p:nvCxnSpPr>
                  <p:cNvPr id="2093732575" name="Rechte verbindingslijn 319"/>
                  <p:cNvCxnSpPr>
                    <a:cxnSpLocks noAdjustHandles="1" noChangeArrowheads="1" noChangeShapeType="1" noEditPoints="1" noGrp="1" noMove="1" noResize="1" noRot="1"/>
                  </p:cNvCxnSpPr>
                  <p:nvPr userDrawn="1"/>
                </p:nvCxnSpPr>
                <p:spPr bwMode="auto">
                  <a:xfrm>
                    <a:off x="-2773989" y="551216"/>
                    <a:ext cx="75945" cy="0"/>
                  </a:xfrm>
                  <a:prstGeom prst="line">
                    <a:avLst/>
                  </a:prstGeom>
                  <a:solidFill>
                    <a:schemeClr val="bg1"/>
                  </a:solidFill>
                  <a:ln w="12700" cap="flat" cmpd="sng" algn="ctr">
                    <a:solidFill>
                      <a:srgbClr val="9D9FA1"/>
                    </a:solidFill>
                    <a:prstDash val="solid"/>
                  </a:ln>
                  <a:effectLst/>
                </p:spPr>
              </p:cxnSp>
            </p:grpSp>
            <p:sp>
              <p:nvSpPr>
                <p:cNvPr id="1336625366" name="Pijl: rechts 314"/>
                <p:cNvSpPr>
                  <a:spLocks noAdjustHandles="1" noChangeArrowheads="1" noChangeShapeType="1" noEditPoints="1" noGrp="1" noMove="1" noResize="1" noRot="1"/>
                </p:cNvSpPr>
                <p:nvPr userDrawn="1"/>
              </p:nvSpPr>
              <p:spPr bwMode="auto">
                <a:xfrm flipH="1">
                  <a:off x="-2866743" y="549738"/>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1082334371" name="Groep 296"/>
            <p:cNvGrpSpPr>
              <a:grpSpLocks noGrp="1" noMove="1" noResize="1" noRot="1" noUngrp="1"/>
            </p:cNvGrpSpPr>
            <p:nvPr userDrawn="1"/>
          </p:nvGrpSpPr>
          <p:grpSpPr bwMode="auto">
            <a:xfrm>
              <a:off x="-938432" y="4663035"/>
              <a:ext cx="627796" cy="576693"/>
              <a:chOff x="-1753860" y="6112773"/>
              <a:chExt cx="759633" cy="697797"/>
            </a:xfrm>
          </p:grpSpPr>
          <p:grpSp>
            <p:nvGrpSpPr>
              <p:cNvPr id="716311543" name="Inspireren"/>
              <p:cNvGrpSpPr>
                <a:grpSpLocks noChangeAspect="1" noGrp="1" noMove="1" noResize="1" noRot="1" noUngrp="1"/>
              </p:cNvGrpSpPr>
              <p:nvPr userDrawn="1"/>
            </p:nvGrpSpPr>
            <p:grpSpPr bwMode="auto">
              <a:xfrm>
                <a:off x="-1484856" y="6112773"/>
                <a:ext cx="205429" cy="293284"/>
                <a:chOff x="4766" y="2781"/>
                <a:chExt cx="786" cy="1125"/>
              </a:xfrm>
              <a:gradFill>
                <a:gsLst>
                  <a:gs pos="0">
                    <a:srgbClr val="9D9FA1"/>
                  </a:gs>
                  <a:gs pos="70000">
                    <a:srgbClr val="211F26"/>
                  </a:gs>
                </a:gsLst>
                <a:lin ang="2700000" scaled="0"/>
              </a:gradFill>
            </p:grpSpPr>
            <p:sp>
              <p:nvSpPr>
                <p:cNvPr id="2041716486" name="Freeform 12"/>
                <p:cNvSpPr>
                  <a:spLocks noAdjustHandles="1" noChangeArrowheads="1" noChangeShapeType="1" noEditPoints="1" noGrp="1" noMove="1" noResize="1" noRot="1"/>
                </p:cNvSpPr>
                <p:nvPr/>
              </p:nvSpPr>
              <p:spPr bwMode="auto">
                <a:xfrm>
                  <a:off x="4999" y="3186"/>
                  <a:ext cx="317"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822571955" name="Freeform 13"/>
                <p:cNvSpPr>
                  <a:spLocks noAdjustHandles="1" noChangeArrowheads="1" noChangeShapeType="1" noEditPoints="1" noGrp="1" noMove="1" noResize="1" noRot="1"/>
                </p:cNvSpPr>
                <p:nvPr/>
              </p:nvSpPr>
              <p:spPr bwMode="auto">
                <a:xfrm>
                  <a:off x="5022" y="3793"/>
                  <a:ext cx="280" cy="110"/>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776012948" name="Freeform 14"/>
                <p:cNvSpPr>
                  <a:spLocks noAdjustHandles="1" noChangeArrowheads="1" noChangeShapeType="1" noEditPoints="1" noGrp="1" noMove="1" noResize="1" noRot="1"/>
                </p:cNvSpPr>
                <p:nvPr/>
              </p:nvSpPr>
              <p:spPr bwMode="auto">
                <a:xfrm>
                  <a:off x="4766" y="2781"/>
                  <a:ext cx="786" cy="964"/>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1504919235" name="Tekstvak 298"/>
              <p:cNvSpPr txBox="1">
                <a:spLocks noAdjustHandles="1" noChangeArrowheads="1" noChangeShapeType="1" noEditPoints="1" noGrp="1" noMove="1" noResize="1" noRot="1"/>
              </p:cNvSpPr>
              <p:nvPr userDrawn="1"/>
            </p:nvSpPr>
            <p:spPr bwMode="auto">
              <a:xfrm>
                <a:off x="-1753860" y="6420663"/>
                <a:ext cx="759633" cy="389907"/>
              </a:xfrm>
              <a:prstGeom prst="rect">
                <a:avLst/>
              </a:prstGeom>
              <a:noFill/>
            </p:spPr>
            <p:txBody>
              <a:bodyPr wrap="square" lIns="0" tIns="0" rIns="0" bIns="0" rtlCol="0" anchor="ctr">
                <a:noAutofit/>
              </a:bodyPr>
              <a:lstStyle/>
              <a:p>
                <a:pPr marL="0" marR="0" lvl="0" indent="0" algn="ctr" defTabSz="914400">
                  <a:lnSpc>
                    <a:spcPct val="90000"/>
                  </a:lnSpc>
                  <a:spcBef>
                    <a:spcPts val="598"/>
                  </a:spcBef>
                  <a:spcAft>
                    <a:spcPts val="598"/>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graphicFrame>
        <p:nvGraphicFramePr>
          <p:cNvPr id="1519959569" name=""/>
          <p:cNvGraphicFramePr>
            <a:graphicFrameLocks xmlns:a="http://schemas.openxmlformats.org/drawingml/2006/main"/>
          </p:cNvGraphicFramePr>
          <p:nvPr/>
        </p:nvGraphicFramePr>
        <p:xfrm>
          <a:off x="1878450" y="2234802"/>
          <a:ext cx="8941802" cy="4676139"/>
        </p:xfrm>
        <a:graphic>
          <a:graphicData uri="http://schemas.openxmlformats.org/drawingml/2006/table">
            <a:tbl>
              <a:tblPr firstRow="1" firstCol="0" lastRow="0" lastCol="0" bandRow="1" bandCol="0">
                <a:tableStyleId>{5C22544A-7EE6-4342-B048-85BDC9FD1C3A}</a:tableStyleId>
              </a:tblPr>
              <a:tblGrid>
                <a:gridCol w="1227256"/>
                <a:gridCol w="1292743"/>
                <a:gridCol w="2430000"/>
                <a:gridCol w="1710000"/>
                <a:gridCol w="2269102"/>
              </a:tblGrid>
              <a:tr h="495232">
                <a:tc>
                  <a:txBody>
                    <a:bodyPr/>
                    <a:p>
                      <a:pPr algn="ctr">
                        <a:defRPr/>
                      </a:pPr>
                      <a:endParaRPr sz="1600"/>
                    </a:p>
                  </a:txBody>
                  <a:tcPr/>
                </a:tc>
                <a:tc>
                  <a:txBody>
                    <a:bodyPr/>
                    <a:p>
                      <a:pPr algn="ctr">
                        <a:defRPr/>
                      </a:pPr>
                      <a:r>
                        <a:rPr lang="en-US" sz="1600"/>
                        <a:t>Main rotor</a:t>
                      </a:r>
                      <a:endParaRPr sz="1600"/>
                    </a:p>
                  </a:txBody>
                  <a:tcPr/>
                </a:tc>
                <a:tc>
                  <a:txBody>
                    <a:bodyPr/>
                    <a:p>
                      <a:pPr algn="ctr">
                        <a:defRPr/>
                      </a:pPr>
                      <a:r>
                        <a:rPr lang="en-US" sz="1600"/>
                        <a:t>Comments</a:t>
                      </a:r>
                      <a:endParaRPr sz="1600"/>
                    </a:p>
                  </a:txBody>
                  <a:tcPr/>
                </a:tc>
                <a:tc>
                  <a:txBody>
                    <a:bodyPr/>
                    <a:p>
                      <a:pPr algn="ctr">
                        <a:defRPr/>
                      </a:pPr>
                      <a:r>
                        <a:rPr lang="en-US" sz="1600"/>
                        <a:t>Tip rotor</a:t>
                      </a:r>
                      <a:endParaRPr lang="en-US" sz="1600"/>
                    </a:p>
                  </a:txBody>
                  <a:tcPr/>
                </a:tc>
                <a:tc>
                  <a:txBody>
                    <a:bodyPr/>
                    <a:p>
                      <a:pPr algn="ctr">
                        <a:defRPr/>
                      </a:pPr>
                      <a:r>
                        <a:rPr lang="en-US" sz="1600"/>
                        <a:t>Comments</a:t>
                      </a:r>
                      <a:endParaRPr lang="en-US" sz="1600"/>
                    </a:p>
                  </a:txBody>
                  <a:tcPr/>
                </a:tc>
              </a:tr>
              <a:tr h="514502">
                <a:tc>
                  <a:txBody>
                    <a:bodyPr/>
                    <a:p>
                      <a:pPr algn="ctr">
                        <a:defRPr/>
                      </a:pPr>
                      <a:r>
                        <a:rPr lang="en-US" sz="1600"/>
                        <a:t>Main rotor diameter</a:t>
                      </a:r>
                      <a:endParaRPr sz="1600"/>
                    </a:p>
                  </a:txBody>
                  <a:tcPr/>
                </a:tc>
                <a:tc>
                  <a:txBody>
                    <a:bodyPr/>
                    <a:p>
                      <a:pPr algn="ctr">
                        <a:defRPr/>
                      </a:pPr>
                      <a:r>
                        <a:rPr lang="en-US" sz="1600"/>
                        <a:t> 2 [m]</a:t>
                      </a:r>
                      <a:endParaRPr sz="1600"/>
                    </a:p>
                  </a:txBody>
                  <a:tcPr/>
                </a:tc>
                <a:tc>
                  <a:txBody>
                    <a:bodyPr/>
                    <a:p>
                      <a:pPr algn="ctr">
                        <a:defRPr/>
                      </a:pPr>
                      <a:endParaRPr sz="1600"/>
                    </a:p>
                  </a:txBody>
                  <a:tcPr/>
                </a:tc>
                <a:tc>
                  <a:txBody>
                    <a:bodyPr/>
                    <a:p>
                      <a:pPr algn="ctr">
                        <a:defRPr/>
                      </a:pPr>
                      <a:r>
                        <a:rPr lang="en-US" sz="1600"/>
                        <a:t>0.15 [m]</a:t>
                      </a:r>
                      <a:endParaRPr sz="1600"/>
                    </a:p>
                  </a:txBody>
                  <a:tcPr/>
                </a:tc>
                <a:tc>
                  <a:txBody>
                    <a:bodyPr/>
                    <a:p>
                      <a:pPr algn="ctr">
                        <a:defRPr/>
                      </a:pPr>
                      <a:endParaRPr sz="1600"/>
                    </a:p>
                  </a:txBody>
                  <a:tcPr/>
                </a:tc>
              </a:tr>
              <a:tr h="287119">
                <a:tc>
                  <a:txBody>
                    <a:bodyPr/>
                    <a:p>
                      <a:pPr algn="ctr">
                        <a:defRPr/>
                      </a:pPr>
                      <a:r>
                        <a:rPr lang="en-US" sz="1600"/>
                        <a:t>NB</a:t>
                      </a:r>
                      <a:endParaRPr sz="1600"/>
                    </a:p>
                  </a:txBody>
                  <a:tcPr/>
                </a:tc>
                <a:tc>
                  <a:txBody>
                    <a:bodyPr/>
                    <a:p>
                      <a:pPr algn="ctr">
                        <a:defRPr/>
                      </a:pPr>
                      <a:r>
                        <a:rPr lang="en-US" sz="1600"/>
                        <a:t>3 </a:t>
                      </a:r>
                      <a:endParaRPr sz="1600"/>
                    </a:p>
                  </a:txBody>
                  <a:tcPr/>
                </a:tc>
                <a:tc>
                  <a:txBody>
                    <a:bodyPr/>
                    <a:p>
                      <a:pPr algn="ctr">
                        <a:defRPr/>
                      </a:pPr>
                      <a:endParaRPr sz="1600"/>
                    </a:p>
                  </a:txBody>
                  <a:tcPr/>
                </a:tc>
                <a:tc>
                  <a:txBody>
                    <a:bodyPr/>
                    <a:p>
                      <a:pPr algn="ctr">
                        <a:defRPr/>
                      </a:pPr>
                      <a:r>
                        <a:rPr lang="en-US" sz="1600"/>
                        <a:t>3</a:t>
                      </a:r>
                      <a:endParaRPr sz="1600"/>
                    </a:p>
                  </a:txBody>
                  <a:tcPr/>
                </a:tc>
                <a:tc>
                  <a:txBody>
                    <a:bodyPr/>
                    <a:p>
                      <a:pPr algn="ctr">
                        <a:defRPr/>
                      </a:pPr>
                      <a:endParaRPr sz="1600"/>
                    </a:p>
                  </a:txBody>
                  <a:tcPr/>
                </a:tc>
              </a:tr>
              <a:tr h="495232">
                <a:tc>
                  <a:txBody>
                    <a:bodyPr/>
                    <a:p>
                      <a:pPr algn="ctr">
                        <a:defRPr/>
                      </a:pPr>
                      <a:r>
                        <a:rPr lang="en-US" sz="1600"/>
                        <a:t>Hub radius</a:t>
                      </a:r>
                      <a:endParaRPr sz="1600"/>
                    </a:p>
                  </a:txBody>
                  <a:tcPr/>
                </a:tc>
                <a:tc>
                  <a:txBody>
                    <a:bodyPr/>
                    <a:p>
                      <a:pPr algn="ctr">
                        <a:defRPr/>
                      </a:pPr>
                      <a:r>
                        <a:rPr lang="en-US" sz="1600"/>
                        <a:t>0.1 [m]</a:t>
                      </a:r>
                      <a:endParaRPr sz="1600"/>
                    </a:p>
                  </a:txBody>
                  <a:tcPr/>
                </a:tc>
                <a:tc>
                  <a:txBody>
                    <a:bodyPr/>
                    <a:p>
                      <a:pPr algn="ctr">
                        <a:defRPr/>
                      </a:pPr>
                      <a:endParaRPr sz="1600"/>
                    </a:p>
                  </a:txBody>
                  <a:tcPr/>
                </a:tc>
                <a:tc>
                  <a:txBody>
                    <a:bodyPr/>
                    <a:p>
                      <a:pPr algn="ctr">
                        <a:defRPr/>
                      </a:pPr>
                      <a:r>
                        <a:rPr lang="en-US" sz="1600"/>
                        <a:t>0.01 [m]</a:t>
                      </a:r>
                      <a:endParaRPr sz="1600"/>
                    </a:p>
                  </a:txBody>
                  <a:tcPr/>
                </a:tc>
                <a:tc>
                  <a:txBody>
                    <a:bodyPr/>
                    <a:p>
                      <a:pPr algn="ctr">
                        <a:defRPr/>
                      </a:pPr>
                      <a:endParaRPr sz="1600"/>
                    </a:p>
                  </a:txBody>
                  <a:tcPr/>
                </a:tc>
              </a:tr>
              <a:tr h="495232">
                <a:tc>
                  <a:txBody>
                    <a:bodyPr/>
                    <a:p>
                      <a:pPr algn="ctr">
                        <a:defRPr/>
                      </a:pPr>
                      <a:r>
                        <a:rPr lang="en-US" sz="1600"/>
                        <a:t>Chord</a:t>
                      </a:r>
                      <a:endParaRPr sz="1600"/>
                    </a:p>
                  </a:txBody>
                  <a:tcPr/>
                </a:tc>
                <a:tc>
                  <a:txBody>
                    <a:bodyPr/>
                    <a:p>
                      <a:pPr algn="ctr">
                        <a:defRPr/>
                      </a:pPr>
                      <a:r>
                        <a:rPr lang="en-US" sz="1600"/>
                        <a:t>0.1 [m]</a:t>
                      </a:r>
                      <a:endParaRPr sz="1600"/>
                    </a:p>
                  </a:txBody>
                  <a:tcPr/>
                </a:tc>
                <a:tc>
                  <a:txBody>
                    <a:bodyPr/>
                    <a:p>
                      <a:pPr algn="ctr">
                        <a:defRPr/>
                      </a:pPr>
                      <a:r>
                        <a:rPr lang="en-US" sz="1600"/>
                        <a:t>Uniform chord distribution</a:t>
                      </a:r>
                      <a:endParaRPr sz="1600"/>
                    </a:p>
                  </a:txBody>
                  <a:tcPr/>
                </a:tc>
                <a:tc>
                  <a:txBody>
                    <a:bodyPr/>
                    <a:p>
                      <a:pPr algn="ctr">
                        <a:defRPr/>
                      </a:pPr>
                      <a:r>
                        <a:rPr lang="en-US" sz="1600"/>
                        <a:t>0.02 - 0.01</a:t>
                      </a:r>
                      <a:endParaRPr lang="en-US" sz="1600"/>
                    </a:p>
                  </a:txBody>
                  <a:tcPr/>
                </a:tc>
                <a:tc>
                  <a:txBody>
                    <a:bodyPr/>
                    <a:p>
                      <a:pPr algn="ctr">
                        <a:defRPr/>
                      </a:pPr>
                      <a:r>
                        <a:rPr lang="en-US" sz="1600"/>
                        <a:t>Linear taper</a:t>
                      </a:r>
                      <a:endParaRPr lang="en-US" sz="1600"/>
                    </a:p>
                  </a:txBody>
                  <a:tcPr/>
                </a:tc>
              </a:tr>
              <a:tr h="287119">
                <a:tc>
                  <a:txBody>
                    <a:bodyPr/>
                    <a:p>
                      <a:pPr algn="ctr">
                        <a:defRPr/>
                      </a:pPr>
                      <a:r>
                        <a:rPr lang="en-US" sz="1600"/>
                        <a:t>Root pitch</a:t>
                      </a:r>
                      <a:endParaRPr sz="1600"/>
                    </a:p>
                  </a:txBody>
                  <a:tcPr/>
                </a:tc>
                <a:tc>
                  <a:txBody>
                    <a:bodyPr/>
                    <a:p>
                      <a:pPr algn="ctr">
                        <a:defRPr/>
                      </a:pPr>
                      <a:r>
                        <a:rPr lang="en-US" sz="1600"/>
                        <a:t>15 deg</a:t>
                      </a:r>
                      <a:endParaRPr sz="1600"/>
                    </a:p>
                  </a:txBody>
                  <a:tcPr/>
                </a:tc>
                <a:tc>
                  <a:txBody>
                    <a:bodyPr/>
                    <a:p>
                      <a:pPr algn="ctr">
                        <a:defRPr/>
                      </a:pPr>
                      <a:endParaRPr sz="1600"/>
                    </a:p>
                  </a:txBody>
                  <a:tcPr/>
                </a:tc>
                <a:tc>
                  <a:txBody>
                    <a:bodyPr/>
                    <a:p>
                      <a:pPr algn="ctr">
                        <a:defRPr/>
                      </a:pPr>
                      <a:r>
                        <a:rPr lang="en-US" sz="1600"/>
                        <a:t>80 deg</a:t>
                      </a:r>
                      <a:endParaRPr sz="1600"/>
                    </a:p>
                  </a:txBody>
                  <a:tcPr/>
                </a:tc>
                <a:tc>
                  <a:txBody>
                    <a:bodyPr/>
                    <a:p>
                      <a:pPr algn="ctr">
                        <a:defRPr/>
                      </a:pPr>
                      <a:endParaRPr sz="1600"/>
                    </a:p>
                  </a:txBody>
                  <a:tcPr/>
                </a:tc>
              </a:tr>
              <a:tr h="343435">
                <a:tc>
                  <a:txBody>
                    <a:bodyPr/>
                    <a:p>
                      <a:pPr algn="ctr">
                        <a:defRPr/>
                      </a:pPr>
                      <a:r>
                        <a:rPr lang="en-US" sz="1600"/>
                        <a:t>Twist</a:t>
                      </a:r>
                      <a:endParaRPr sz="1600"/>
                    </a:p>
                  </a:txBody>
                  <a:tcPr/>
                </a:tc>
                <a:tc>
                  <a:txBody>
                    <a:bodyPr/>
                    <a:p>
                      <a:pPr algn="ctr">
                        <a:defRPr/>
                      </a:pPr>
                      <a:r>
                        <a:rPr lang="en-US" sz="1600"/>
                        <a:t>-8 deg</a:t>
                      </a:r>
                      <a:endParaRPr sz="1600"/>
                    </a:p>
                  </a:txBody>
                  <a:tcPr/>
                </a:tc>
                <a:tc>
                  <a:txBody>
                    <a:bodyPr/>
                    <a:p>
                      <a:pPr algn="ctr">
                        <a:defRPr/>
                      </a:pPr>
                      <a:r>
                        <a:rPr lang="en-US" sz="1600"/>
                        <a:t>Linear negative twist</a:t>
                      </a:r>
                      <a:endParaRPr sz="1600"/>
                    </a:p>
                  </a:txBody>
                  <a:tcPr/>
                </a:tc>
                <a:tc>
                  <a:txBody>
                    <a:bodyPr/>
                    <a:p>
                      <a:pPr algn="ctr">
                        <a:defRPr/>
                      </a:pPr>
                      <a:r>
                        <a:rPr lang="en-US" sz="1600"/>
                        <a:t>-40 deg</a:t>
                      </a:r>
                      <a:endParaRPr lang="en-US" sz="1600"/>
                    </a:p>
                  </a:txBody>
                  <a:tcPr/>
                </a:tc>
                <a:tc>
                  <a:txBody>
                    <a:bodyPr/>
                    <a:p>
                      <a:pPr algn="ctr">
                        <a:defRPr/>
                      </a:pPr>
                      <a:r>
                        <a:rPr lang="en-US" sz="1600" b="0" i="0" u="none" strike="noStrike" cap="none" spc="0">
                          <a:solidFill>
                            <a:schemeClr val="dk1"/>
                          </a:solidFill>
                          <a:latin typeface="+mn-lt"/>
                          <a:ea typeface="+mn-ea"/>
                          <a:cs typeface="+mn-cs"/>
                        </a:rPr>
                        <a:t>Linear negative twist</a:t>
                      </a:r>
                      <a:endParaRPr sz="1600"/>
                    </a:p>
                  </a:txBody>
                  <a:tcPr/>
                </a:tc>
              </a:tr>
              <a:tr h="287119">
                <a:tc>
                  <a:txBody>
                    <a:bodyPr/>
                    <a:p>
                      <a:pPr algn="ctr">
                        <a:defRPr/>
                      </a:pPr>
                      <a:r>
                        <a:rPr lang="en-US" sz="1600"/>
                        <a:t>Airfoil</a:t>
                      </a:r>
                      <a:endParaRPr sz="1600"/>
                    </a:p>
                  </a:txBody>
                  <a:tcPr/>
                </a:tc>
                <a:tc>
                  <a:txBody>
                    <a:bodyPr/>
                    <a:p>
                      <a:pPr algn="ctr">
                        <a:defRPr/>
                      </a:pPr>
                      <a:r>
                        <a:rPr lang="en-US" sz="1600"/>
                        <a:t>A18sm</a:t>
                      </a:r>
                      <a:endParaRPr sz="1600"/>
                    </a:p>
                  </a:txBody>
                  <a:tcPr/>
                </a:tc>
                <a:tc>
                  <a:txBody>
                    <a:bodyPr/>
                    <a:p>
                      <a:pPr algn="ctr">
                        <a:defRPr/>
                      </a:pPr>
                      <a:endParaRPr sz="1600"/>
                    </a:p>
                  </a:txBody>
                  <a:tcPr/>
                </a:tc>
                <a:tc>
                  <a:txBody>
                    <a:bodyPr/>
                    <a:p>
                      <a:pPr algn="ctr">
                        <a:defRPr/>
                      </a:pPr>
                      <a:r>
                        <a:rPr lang="en-US" sz="1600"/>
                        <a:t>A18sm</a:t>
                      </a:r>
                      <a:endParaRPr lang="en-US" sz="1600"/>
                    </a:p>
                  </a:txBody>
                  <a:tcPr/>
                </a:tc>
                <a:tc>
                  <a:txBody>
                    <a:bodyPr/>
                    <a:p>
                      <a:pPr algn="ctr">
                        <a:defRPr/>
                      </a:pPr>
                      <a:endParaRPr lang="en-US" sz="1600"/>
                    </a:p>
                  </a:txBody>
                  <a:tcPr/>
                </a:tc>
              </a:tr>
              <a:tr h="287119">
                <a:tc>
                  <a:txBody>
                    <a:bodyPr/>
                    <a:p>
                      <a:pPr algn="ctr">
                        <a:defRPr/>
                      </a:pPr>
                      <a:r>
                        <a:rPr lang="en-US" sz="1600"/>
                        <a:t>RPM</a:t>
                      </a:r>
                      <a:endParaRPr lang="en-US" sz="1600"/>
                    </a:p>
                  </a:txBody>
                  <a:tcPr/>
                </a:tc>
                <a:tc>
                  <a:txBody>
                    <a:bodyPr/>
                    <a:p>
                      <a:pPr algn="ctr">
                        <a:defRPr/>
                      </a:pPr>
                      <a:r>
                        <a:rPr lang="en-US" sz="1600"/>
                        <a:t>400</a:t>
                      </a:r>
                      <a:endParaRPr lang="en-US" sz="1600"/>
                    </a:p>
                  </a:txBody>
                  <a:tcPr/>
                </a:tc>
                <a:tc>
                  <a:txBody>
                    <a:bodyPr/>
                    <a:p>
                      <a:pPr algn="ctr">
                        <a:defRPr/>
                      </a:pPr>
                      <a:endParaRPr lang="en-US" sz="1600"/>
                    </a:p>
                  </a:txBody>
                  <a:tcPr/>
                </a:tc>
                <a:tc>
                  <a:txBody>
                    <a:bodyPr/>
                    <a:p>
                      <a:pPr algn="ctr">
                        <a:defRPr/>
                      </a:pPr>
                      <a:r>
                        <a:rPr lang="en-US" sz="1600"/>
                        <a:t>7445</a:t>
                      </a:r>
                      <a:endParaRPr lang="en-US" sz="1600"/>
                    </a:p>
                  </a:txBody>
                  <a:tcPr/>
                </a:tc>
                <a:tc>
                  <a:txBody>
                    <a:bodyPr/>
                    <a:p>
                      <a:pPr algn="ctr">
                        <a:defRPr/>
                      </a:pPr>
                      <a:endParaRPr lang="en-US" sz="1600"/>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7091461" name="Tijdelijke aanduiding voor datum 4"/>
          <p:cNvSpPr>
            <a:spLocks noGrp="1"/>
          </p:cNvSpPr>
          <p:nvPr>
            <p:ph type="dt" sz="half" idx="18"/>
          </p:nvPr>
        </p:nvSpPr>
        <p:spPr bwMode="auto"/>
        <p:txBody>
          <a:bodyPr/>
          <a:lstStyle/>
          <a:p>
            <a:pPr>
              <a:defRPr/>
            </a:pPr>
            <a:fld id="{0372A9BE-D9BD-93A3-2136-585FF1196E51}" type="datetime1">
              <a:rPr lang="nl-NL"/>
              <a:t/>
            </a:fld>
            <a:endParaRPr lang="en-GB"/>
          </a:p>
        </p:txBody>
      </p:sp>
      <p:sp>
        <p:nvSpPr>
          <p:cNvPr id="1685038421" name="Titel 8"/>
          <p:cNvSpPr>
            <a:spLocks noGrp="1"/>
          </p:cNvSpPr>
          <p:nvPr>
            <p:ph type="title"/>
          </p:nvPr>
        </p:nvSpPr>
        <p:spPr bwMode="auto"/>
        <p:txBody>
          <a:bodyPr/>
          <a:lstStyle/>
          <a:p>
            <a:pPr>
              <a:defRPr/>
            </a:pPr>
            <a:r>
              <a:rPr lang="en-US"/>
              <a:t>Wake modeling </a:t>
            </a:r>
            <a:endParaRPr/>
          </a:p>
        </p:txBody>
      </p:sp>
      <p:sp>
        <p:nvSpPr>
          <p:cNvPr id="628544382" name="Tijdelijke aanduiding voor dianummer 1"/>
          <p:cNvSpPr>
            <a:spLocks noGrp="1"/>
          </p:cNvSpPr>
          <p:nvPr>
            <p:ph type="sldNum" sz="quarter" idx="20"/>
          </p:nvPr>
        </p:nvSpPr>
        <p:spPr bwMode="auto"/>
        <p:txBody>
          <a:bodyPr/>
          <a:lstStyle/>
          <a:p>
            <a:pPr>
              <a:defRPr/>
            </a:pPr>
            <a:fld id="{C0A78884-F287-C1D6-A8BE-919E9C39B44E}" type="slidenum">
              <a:rPr lang="en-GB"/>
              <a:t/>
            </a:fld>
            <a:endParaRPr lang="en-GB"/>
          </a:p>
        </p:txBody>
      </p:sp>
      <p:sp>
        <p:nvSpPr>
          <p:cNvPr id="11238399" name="Tijdelijke aanduiding voor verticale tekst 33"/>
          <p:cNvSpPr txBox="1"/>
          <p:nvPr/>
        </p:nvSpPr>
        <p:spPr bwMode="auto">
          <a:xfrm>
            <a:off x="719137" y="1569103"/>
            <a:ext cx="4655998" cy="4431645"/>
          </a:xfrm>
          <a:prstGeom prst="rect">
            <a:avLst/>
          </a:prstGeom>
        </p:spPr>
        <p:txBody>
          <a:bodyPr lIns="0" tIns="0" rIns="0" bIns="0"/>
          <a:lstStyle>
            <a:lvl1pPr marL="361949" indent="-361949" algn="l" defTabSz="914400">
              <a:lnSpc>
                <a:spcPct val="90000"/>
              </a:lnSpc>
              <a:spcBef>
                <a:spcPts val="599"/>
              </a:spcBef>
              <a:spcAft>
                <a:spcPts val="599"/>
              </a:spcAft>
              <a:buClr>
                <a:schemeClr val="accent1"/>
              </a:buClr>
              <a:buSzPct val="120000"/>
              <a:buFont typeface="Arial"/>
              <a:buChar char="•"/>
              <a:defRPr sz="2000">
                <a:solidFill>
                  <a:schemeClr val="tx2"/>
                </a:solidFill>
                <a:latin typeface="+mn-lt"/>
                <a:ea typeface="+mn-ea"/>
                <a:cs typeface="+mn-cs"/>
              </a:defRPr>
            </a:lvl1pPr>
            <a:lvl2pPr marL="712787" indent="-350838" algn="l" defTabSz="914400">
              <a:lnSpc>
                <a:spcPct val="90000"/>
              </a:lnSpc>
              <a:spcBef>
                <a:spcPts val="599"/>
              </a:spcBef>
              <a:spcAft>
                <a:spcPts val="599"/>
              </a:spcAft>
              <a:buClr>
                <a:schemeClr val="accent1"/>
              </a:buClr>
              <a:buSzPct val="120000"/>
              <a:buFont typeface="Arial"/>
              <a:buChar char="•"/>
              <a:tabLst>
                <a:tab pos="712787" algn="l"/>
              </a:tabLst>
              <a:defRPr sz="2000">
                <a:solidFill>
                  <a:schemeClr val="tx2"/>
                </a:solidFill>
                <a:latin typeface="+mn-lt"/>
                <a:ea typeface="+mn-ea"/>
                <a:cs typeface="+mn-cs"/>
              </a:defRPr>
            </a:lvl2pPr>
            <a:lvl3pPr marL="0" indent="0" algn="l" defTabSz="914400">
              <a:lnSpc>
                <a:spcPct val="90000"/>
              </a:lnSpc>
              <a:spcBef>
                <a:spcPts val="599"/>
              </a:spcBef>
              <a:spcAft>
                <a:spcPts val="599"/>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9"/>
              </a:spcBef>
              <a:spcAft>
                <a:spcPts val="599"/>
              </a:spcAft>
              <a:buFont typeface="Arial"/>
              <a:buNone/>
              <a:defRPr sz="3600" b="1">
                <a:solidFill>
                  <a:schemeClr val="tx2"/>
                </a:solidFill>
                <a:latin typeface="+mj-lt"/>
                <a:ea typeface="+mn-ea"/>
                <a:cs typeface="+mn-cs"/>
              </a:defRPr>
            </a:lvl4pPr>
            <a:lvl5pPr marL="0" indent="0" algn="l" defTabSz="914400">
              <a:lnSpc>
                <a:spcPct val="90000"/>
              </a:lnSpc>
              <a:spcBef>
                <a:spcPts val="599"/>
              </a:spcBef>
              <a:spcAft>
                <a:spcPts val="599"/>
              </a:spcAft>
              <a:buFont typeface="Arial"/>
              <a:buNone/>
              <a:defRPr sz="2400" b="0">
                <a:solidFill>
                  <a:schemeClr val="accent1"/>
                </a:solidFill>
                <a:latin typeface="+mj-lt"/>
                <a:ea typeface="+mn-ea"/>
                <a:cs typeface="+mn-cs"/>
              </a:defRPr>
            </a:lvl5pPr>
            <a:lvl6pPr marL="0" indent="0" algn="l" defTabSz="914400">
              <a:lnSpc>
                <a:spcPct val="90000"/>
              </a:lnSpc>
              <a:spcBef>
                <a:spcPts val="599"/>
              </a:spcBef>
              <a:spcAft>
                <a:spcPts val="599"/>
              </a:spcAft>
              <a:buClr>
                <a:schemeClr val="accent1"/>
              </a:buClr>
              <a:buFont typeface="Arial"/>
              <a:buNone/>
              <a:defRPr sz="2000" b="0" cap="none">
                <a:solidFill>
                  <a:schemeClr val="tx1"/>
                </a:solidFill>
                <a:latin typeface="+mj-lt"/>
                <a:ea typeface="+mn-ea"/>
                <a:cs typeface="+mn-cs"/>
              </a:defRPr>
            </a:lvl6pPr>
            <a:lvl7pPr marL="361949" indent="-361949" algn="l" defTabSz="914400">
              <a:lnSpc>
                <a:spcPct val="90000"/>
              </a:lnSpc>
              <a:spcBef>
                <a:spcPts val="599"/>
              </a:spcBef>
              <a:spcAft>
                <a:spcPts val="599"/>
              </a:spcAft>
              <a:buClr>
                <a:schemeClr val="accent1"/>
              </a:buClr>
              <a:buFont typeface="+mj-lt"/>
              <a:buAutoNum type="arabicPeriod"/>
              <a:defRPr sz="2000">
                <a:solidFill>
                  <a:schemeClr val="tx1"/>
                </a:solidFill>
                <a:latin typeface="+mn-lt"/>
                <a:ea typeface="+mn-ea"/>
                <a:cs typeface="+mn-cs"/>
              </a:defRPr>
            </a:lvl7pPr>
            <a:lvl8pPr marL="361949" indent="-361949" algn="l" defTabSz="914400">
              <a:lnSpc>
                <a:spcPct val="90000"/>
              </a:lnSpc>
              <a:spcBef>
                <a:spcPts val="599"/>
              </a:spcBef>
              <a:spcAft>
                <a:spcPts val="599"/>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9"/>
              </a:spcBef>
              <a:spcAft>
                <a:spcPts val="599"/>
              </a:spcAft>
              <a:buClr>
                <a:schemeClr val="accent1"/>
              </a:buClr>
              <a:buFont typeface="Arial"/>
              <a:buNone/>
              <a:defRPr sz="1600" i="1">
                <a:solidFill>
                  <a:schemeClr val="tx1"/>
                </a:solidFill>
                <a:latin typeface="+mn-lt"/>
                <a:ea typeface="+mn-ea"/>
                <a:cs typeface="+mn-cs"/>
              </a:defRPr>
            </a:lvl9pPr>
          </a:lstStyle>
          <a:p>
            <a:pPr>
              <a:defRPr/>
            </a:pPr>
            <a:r>
              <a:rPr lang="en-US"/>
              <a:t>Dynamically defined wake </a:t>
            </a:r>
            <a:endParaRPr lang="en-US"/>
          </a:p>
          <a:p>
            <a:pPr>
              <a:defRPr/>
            </a:pPr>
            <a:r>
              <a:rPr lang="en-US"/>
              <a:t>Wake contraction </a:t>
            </a:r>
            <a:endParaRPr lang="en-US"/>
          </a:p>
          <a:p>
            <a:pPr>
              <a:defRPr/>
            </a:pPr>
            <a:r>
              <a:rPr lang="en-US"/>
              <a:t>Donwash of the tip-rotor wakes</a:t>
            </a:r>
            <a:endParaRPr lang="en-US"/>
          </a:p>
          <a:p>
            <a:pPr>
              <a:defRPr/>
            </a:pPr>
            <a:endParaRPr lang="en-US"/>
          </a:p>
          <a:p>
            <a:pPr>
              <a:defRPr/>
            </a:pPr>
            <a:endParaRPr lang="en-US"/>
          </a:p>
          <a:p>
            <a:pPr>
              <a:defRPr/>
            </a:pPr>
            <a:endParaRPr lang="en-US"/>
          </a:p>
          <a:p>
            <a:pPr>
              <a:defRPr/>
            </a:pPr>
            <a:endParaRPr/>
          </a:p>
        </p:txBody>
      </p:sp>
      <p:grpSp>
        <p:nvGrpSpPr>
          <p:cNvPr id="1098546045" name="INSTRUCTION"/>
          <p:cNvGrpSpPr>
            <a:grpSpLocks noGrp="1" noMove="1" noResize="1" noRot="1" noUngrp="1"/>
          </p:cNvGrpSpPr>
          <p:nvPr/>
        </p:nvGrpSpPr>
        <p:grpSpPr bwMode="auto">
          <a:xfrm>
            <a:off x="-3786436" y="0"/>
            <a:ext cx="3693385" cy="5359348"/>
            <a:chOff x="-3786436" y="0"/>
            <a:chExt cx="3693385" cy="5359348"/>
          </a:xfrm>
        </p:grpSpPr>
        <p:sp>
          <p:nvSpPr>
            <p:cNvPr id="1822202107"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1428827098"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371350363"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124592037"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1994319106"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142141791"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124237162"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74098026"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789954544"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983472736"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1303566973"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1450385065"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1612240534"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78173266"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1873273684"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769518135"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2030040587"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505122970"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61001538"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324933189"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724439248"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1093094204" name="ICOON_info"/>
            <p:cNvGrpSpPr>
              <a:grpSpLocks noGrp="1" noMove="1" noResize="1" noRot="1" noUngrp="1"/>
            </p:cNvGrpSpPr>
            <p:nvPr userDrawn="1"/>
          </p:nvGrpSpPr>
          <p:grpSpPr bwMode="auto">
            <a:xfrm>
              <a:off x="-376734" y="4400185"/>
              <a:ext cx="283684" cy="283684"/>
              <a:chOff x="-510741" y="5913712"/>
              <a:chExt cx="267554" cy="267554"/>
            </a:xfrm>
          </p:grpSpPr>
          <p:sp>
            <p:nvSpPr>
              <p:cNvPr id="97338642"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1523861302"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618426367" name="VOORBEELD"/>
            <p:cNvGrpSpPr>
              <a:grpSpLocks noGrp="1" noMove="1" noResize="1" noRot="1" noUngrp="1"/>
            </p:cNvGrpSpPr>
            <p:nvPr userDrawn="1"/>
          </p:nvGrpSpPr>
          <p:grpSpPr bwMode="auto">
            <a:xfrm>
              <a:off x="-3605171" y="458673"/>
              <a:ext cx="3234310" cy="558874"/>
              <a:chOff x="-3605171" y="458673"/>
              <a:chExt cx="3234310" cy="558874"/>
            </a:xfrm>
          </p:grpSpPr>
          <p:sp>
            <p:nvSpPr>
              <p:cNvPr id="475900121"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849445325"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1682227398"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898944632"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1934209066"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223531286"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822376592"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976815814"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364058676"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135025630"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162281664"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1478072352"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546298304"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359273407"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091350582"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470430281"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387146700"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966063813"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1006874229"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1740060263"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1709277339"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1597537288"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74204952" name="Groep 310"/>
              <p:cNvGrpSpPr>
                <a:grpSpLocks noGrp="1" noMove="1" noResize="1" noRot="1" noUngrp="1"/>
              </p:cNvGrpSpPr>
              <p:nvPr userDrawn="1"/>
            </p:nvGrpSpPr>
            <p:grpSpPr bwMode="auto">
              <a:xfrm>
                <a:off x="-2916762" y="769167"/>
                <a:ext cx="268737" cy="248380"/>
                <a:chOff x="-2916762" y="769167"/>
                <a:chExt cx="268737" cy="248380"/>
              </a:xfrm>
            </p:grpSpPr>
            <p:sp>
              <p:nvSpPr>
                <p:cNvPr id="13477144"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920706529"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1206799940"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1112196906"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634940312"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953888765"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2014461615"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2068093576"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058026866" name="Groep 311"/>
              <p:cNvGrpSpPr>
                <a:grpSpLocks noGrp="1" noMove="1" noResize="1" noRot="1" noUngrp="1"/>
              </p:cNvGrpSpPr>
              <p:nvPr userDrawn="1"/>
            </p:nvGrpSpPr>
            <p:grpSpPr bwMode="auto">
              <a:xfrm>
                <a:off x="-2916762" y="460170"/>
                <a:ext cx="268737" cy="248380"/>
                <a:chOff x="-2916762" y="460170"/>
                <a:chExt cx="268737" cy="248380"/>
              </a:xfrm>
            </p:grpSpPr>
            <p:sp>
              <p:nvSpPr>
                <p:cNvPr id="2116415225"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113006856"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1538870207"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2103463465"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363849068"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890544275"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854332206"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353733192"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410218848"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1655990183"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156167840"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341592186"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876002888"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499017724"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pic>
        <p:nvPicPr>
          <p:cNvPr id="864547803" name=""/>
          <p:cNvPicPr>
            <a:picLocks noChangeAspect="1"/>
          </p:cNvPicPr>
          <p:nvPr/>
        </p:nvPicPr>
        <p:blipFill>
          <a:blip r:embed="rId3"/>
          <a:stretch/>
        </p:blipFill>
        <p:spPr bwMode="auto">
          <a:xfrm flipH="0" flipV="0">
            <a:off x="6827969" y="1496785"/>
            <a:ext cx="4641792" cy="425903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67531507" name="Tijdelijke aanduiding voor datum 4"/>
          <p:cNvSpPr>
            <a:spLocks noGrp="1"/>
          </p:cNvSpPr>
          <p:nvPr>
            <p:ph type="dt" sz="half" idx="18"/>
          </p:nvPr>
        </p:nvSpPr>
        <p:spPr bwMode="auto"/>
        <p:txBody>
          <a:bodyPr/>
          <a:lstStyle/>
          <a:p>
            <a:pPr>
              <a:defRPr/>
            </a:pPr>
            <a:fld id="{D381B562-5BFB-86A0-49D8-74796B1F3BC6}" type="datetime1">
              <a:rPr lang="nl-NL"/>
              <a:t/>
            </a:fld>
            <a:endParaRPr lang="en-GB"/>
          </a:p>
        </p:txBody>
      </p:sp>
      <p:sp>
        <p:nvSpPr>
          <p:cNvPr id="235827205" name="Titel 8"/>
          <p:cNvSpPr>
            <a:spLocks noGrp="1"/>
          </p:cNvSpPr>
          <p:nvPr>
            <p:ph type="title"/>
          </p:nvPr>
        </p:nvSpPr>
        <p:spPr bwMode="auto"/>
        <p:txBody>
          <a:bodyPr/>
          <a:lstStyle/>
          <a:p>
            <a:pPr>
              <a:defRPr/>
            </a:pPr>
            <a:r>
              <a:rPr lang="en-US"/>
              <a:t>CFD </a:t>
            </a:r>
            <a:endParaRPr/>
          </a:p>
        </p:txBody>
      </p:sp>
      <p:sp>
        <p:nvSpPr>
          <p:cNvPr id="996316313" name="Tijdelijke aanduiding voor dianummer 1"/>
          <p:cNvSpPr>
            <a:spLocks noGrp="1"/>
          </p:cNvSpPr>
          <p:nvPr>
            <p:ph type="sldNum" sz="quarter" idx="20"/>
          </p:nvPr>
        </p:nvSpPr>
        <p:spPr bwMode="auto"/>
        <p:txBody>
          <a:bodyPr/>
          <a:lstStyle/>
          <a:p>
            <a:pPr>
              <a:defRPr/>
            </a:pPr>
            <a:fld id="{F00E2C5B-BC38-E335-6B0E-FBD458EFB264}" type="slidenum">
              <a:rPr lang="en-GB"/>
              <a:t/>
            </a:fld>
            <a:endParaRPr lang="en-GB"/>
          </a:p>
        </p:txBody>
      </p:sp>
      <p:grpSp>
        <p:nvGrpSpPr>
          <p:cNvPr id="648759066" name="INSTRUCTION"/>
          <p:cNvGrpSpPr>
            <a:grpSpLocks noGrp="1" noMove="1" noResize="1" noRot="1" noUngrp="1"/>
          </p:cNvGrpSpPr>
          <p:nvPr/>
        </p:nvGrpSpPr>
        <p:grpSpPr bwMode="auto">
          <a:xfrm>
            <a:off x="-3786436" y="0"/>
            <a:ext cx="3693385" cy="5359348"/>
            <a:chOff x="-3786436" y="0"/>
            <a:chExt cx="3693385" cy="5359348"/>
          </a:xfrm>
        </p:grpSpPr>
        <p:sp>
          <p:nvSpPr>
            <p:cNvPr id="935423435"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1240607826"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654111454"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504489437"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1656740556"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636786421"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752134351"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811268148"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332397306"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161762191"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338802113"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559741036"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1760503617"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197453980"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798461568"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821563531"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590535843"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43987628"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737688052"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616068859"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122601924"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461513445" name="ICOON_info"/>
            <p:cNvGrpSpPr>
              <a:grpSpLocks noGrp="1" noMove="1" noResize="1" noRot="1" noUngrp="1"/>
            </p:cNvGrpSpPr>
            <p:nvPr userDrawn="1"/>
          </p:nvGrpSpPr>
          <p:grpSpPr bwMode="auto">
            <a:xfrm>
              <a:off x="-376734" y="4400185"/>
              <a:ext cx="283684" cy="283684"/>
              <a:chOff x="-510741" y="5913712"/>
              <a:chExt cx="267554" cy="267554"/>
            </a:xfrm>
          </p:grpSpPr>
          <p:sp>
            <p:nvSpPr>
              <p:cNvPr id="1877827693"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1695664154"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1004353059" name="VOORBEELD"/>
            <p:cNvGrpSpPr>
              <a:grpSpLocks noGrp="1" noMove="1" noResize="1" noRot="1" noUngrp="1"/>
            </p:cNvGrpSpPr>
            <p:nvPr userDrawn="1"/>
          </p:nvGrpSpPr>
          <p:grpSpPr bwMode="auto">
            <a:xfrm>
              <a:off x="-3605171" y="458673"/>
              <a:ext cx="3234310" cy="558874"/>
              <a:chOff x="-3605171" y="458673"/>
              <a:chExt cx="3234310" cy="558874"/>
            </a:xfrm>
          </p:grpSpPr>
          <p:sp>
            <p:nvSpPr>
              <p:cNvPr id="138677510"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772457471"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4348644"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219418030"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1126013539"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1619900095"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572037988"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1629746303"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337130310"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603276289"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758312477"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1389956143"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702917064"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501604212"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857254757"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568293097"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127996883"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693337285"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1075307541"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1858895659"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505395242"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267059654"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741499012" name="Groep 310"/>
              <p:cNvGrpSpPr>
                <a:grpSpLocks noGrp="1" noMove="1" noResize="1" noRot="1" noUngrp="1"/>
              </p:cNvGrpSpPr>
              <p:nvPr userDrawn="1"/>
            </p:nvGrpSpPr>
            <p:grpSpPr bwMode="auto">
              <a:xfrm>
                <a:off x="-2916762" y="769167"/>
                <a:ext cx="268737" cy="248380"/>
                <a:chOff x="-2916762" y="769167"/>
                <a:chExt cx="268737" cy="248380"/>
              </a:xfrm>
            </p:grpSpPr>
            <p:sp>
              <p:nvSpPr>
                <p:cNvPr id="889873755"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626520416"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1258313236"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807561853"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166734045"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278121645"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727979159"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884139577"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001322649" name="Groep 311"/>
              <p:cNvGrpSpPr>
                <a:grpSpLocks noGrp="1" noMove="1" noResize="1" noRot="1" noUngrp="1"/>
              </p:cNvGrpSpPr>
              <p:nvPr userDrawn="1"/>
            </p:nvGrpSpPr>
            <p:grpSpPr bwMode="auto">
              <a:xfrm>
                <a:off x="-2916762" y="460170"/>
                <a:ext cx="268737" cy="248380"/>
                <a:chOff x="-2916762" y="460170"/>
                <a:chExt cx="268737" cy="248380"/>
              </a:xfrm>
            </p:grpSpPr>
            <p:sp>
              <p:nvSpPr>
                <p:cNvPr id="1571384442"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536739954"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764379566"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41123559"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608647377"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487262047"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353051986"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850706304"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269691252"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1178857361"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1501273737"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717543953"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13320149"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545714970"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pic>
        <p:nvPicPr>
          <p:cNvPr id="1938260680" name=""/>
          <p:cNvPicPr>
            <a:picLocks noChangeAspect="1"/>
          </p:cNvPicPr>
          <p:nvPr/>
        </p:nvPicPr>
        <p:blipFill>
          <a:blip r:embed="rId3"/>
          <a:stretch/>
        </p:blipFill>
        <p:spPr bwMode="auto">
          <a:xfrm flipH="0" flipV="0">
            <a:off x="6916791" y="2450214"/>
            <a:ext cx="4407321" cy="2773387"/>
          </a:xfrm>
          <a:prstGeom prst="rect">
            <a:avLst/>
          </a:prstGeom>
        </p:spPr>
      </p:pic>
      <p:pic>
        <p:nvPicPr>
          <p:cNvPr id="1919455392" name=""/>
          <p:cNvPicPr>
            <a:picLocks noChangeAspect="1"/>
          </p:cNvPicPr>
          <p:nvPr/>
        </p:nvPicPr>
        <p:blipFill>
          <a:blip r:embed="rId4"/>
          <a:stretch/>
        </p:blipFill>
        <p:spPr bwMode="auto">
          <a:xfrm flipH="0" flipV="0">
            <a:off x="863839" y="2701482"/>
            <a:ext cx="3027803" cy="2270852"/>
          </a:xfrm>
          <a:prstGeom prst="rect">
            <a:avLst/>
          </a:prstGeom>
        </p:spPr>
      </p:pic>
      <p:sp>
        <p:nvSpPr>
          <p:cNvPr id="423977521" name=""/>
          <p:cNvSpPr/>
          <p:nvPr/>
        </p:nvSpPr>
        <p:spPr bwMode="auto">
          <a:xfrm flipH="0" flipV="0">
            <a:off x="3795363" y="3836908"/>
            <a:ext cx="2299606" cy="557892"/>
          </a:xfrm>
          <a:prstGeom prst="rightArrow">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82445058" name=""/>
          <p:cNvSpPr txBox="1"/>
          <p:nvPr/>
        </p:nvSpPr>
        <p:spPr bwMode="auto">
          <a:xfrm flipH="0" flipV="0">
            <a:off x="695356" y="5415642"/>
            <a:ext cx="3620219"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a:t>CAD 3D model generated in Onshape</a:t>
            </a:r>
            <a:endParaRPr/>
          </a:p>
        </p:txBody>
      </p:sp>
      <p:sp>
        <p:nvSpPr>
          <p:cNvPr id="342453687" name=""/>
          <p:cNvSpPr txBox="1"/>
          <p:nvPr/>
        </p:nvSpPr>
        <p:spPr bwMode="auto">
          <a:xfrm flipH="0" flipV="0">
            <a:off x="7039006" y="5415642"/>
            <a:ext cx="3636059"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a:t>Geometry preparation for CFD simulation</a:t>
            </a:r>
            <a:endParaRPr/>
          </a:p>
        </p:txBody>
      </p:sp>
      <p:sp>
        <p:nvSpPr>
          <p:cNvPr id="1841425602" name="Tijdelijke aanduiding voor verticale tekst 33"/>
          <p:cNvSpPr txBox="1"/>
          <p:nvPr/>
        </p:nvSpPr>
        <p:spPr bwMode="auto">
          <a:xfrm flipH="0" flipV="0">
            <a:off x="719137" y="1569103"/>
            <a:ext cx="11106861" cy="4431645"/>
          </a:xfrm>
          <a:prstGeom prst="rect">
            <a:avLst/>
          </a:prstGeom>
        </p:spPr>
        <p:txBody>
          <a:bodyPr lIns="0" tIns="0" rIns="0" bIns="0"/>
          <a:lstStyle>
            <a:lvl1pPr marL="361949" indent="-361949" algn="l" defTabSz="914400">
              <a:lnSpc>
                <a:spcPct val="90000"/>
              </a:lnSpc>
              <a:spcBef>
                <a:spcPts val="599"/>
              </a:spcBef>
              <a:spcAft>
                <a:spcPts val="599"/>
              </a:spcAft>
              <a:buClr>
                <a:schemeClr val="accent1"/>
              </a:buClr>
              <a:buSzPct val="120000"/>
              <a:buFont typeface="Arial"/>
              <a:buChar char="•"/>
              <a:defRPr sz="2000">
                <a:solidFill>
                  <a:schemeClr val="tx2"/>
                </a:solidFill>
                <a:latin typeface="+mn-lt"/>
                <a:ea typeface="+mn-ea"/>
                <a:cs typeface="+mn-cs"/>
              </a:defRPr>
            </a:lvl1pPr>
            <a:lvl2pPr marL="712787" indent="-350838" algn="l" defTabSz="914400">
              <a:lnSpc>
                <a:spcPct val="90000"/>
              </a:lnSpc>
              <a:spcBef>
                <a:spcPts val="599"/>
              </a:spcBef>
              <a:spcAft>
                <a:spcPts val="599"/>
              </a:spcAft>
              <a:buClr>
                <a:schemeClr val="accent1"/>
              </a:buClr>
              <a:buSzPct val="120000"/>
              <a:buFont typeface="Arial"/>
              <a:buChar char="•"/>
              <a:tabLst>
                <a:tab pos="712787" algn="l"/>
              </a:tabLst>
              <a:defRPr sz="2000">
                <a:solidFill>
                  <a:schemeClr val="tx2"/>
                </a:solidFill>
                <a:latin typeface="+mn-lt"/>
                <a:ea typeface="+mn-ea"/>
                <a:cs typeface="+mn-cs"/>
              </a:defRPr>
            </a:lvl2pPr>
            <a:lvl3pPr marL="0" indent="0" algn="l" defTabSz="914400">
              <a:lnSpc>
                <a:spcPct val="90000"/>
              </a:lnSpc>
              <a:spcBef>
                <a:spcPts val="599"/>
              </a:spcBef>
              <a:spcAft>
                <a:spcPts val="599"/>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9"/>
              </a:spcBef>
              <a:spcAft>
                <a:spcPts val="599"/>
              </a:spcAft>
              <a:buFont typeface="Arial"/>
              <a:buNone/>
              <a:defRPr sz="3600" b="1">
                <a:solidFill>
                  <a:schemeClr val="tx2"/>
                </a:solidFill>
                <a:latin typeface="+mj-lt"/>
                <a:ea typeface="+mn-ea"/>
                <a:cs typeface="+mn-cs"/>
              </a:defRPr>
            </a:lvl4pPr>
            <a:lvl5pPr marL="0" indent="0" algn="l" defTabSz="914400">
              <a:lnSpc>
                <a:spcPct val="90000"/>
              </a:lnSpc>
              <a:spcBef>
                <a:spcPts val="599"/>
              </a:spcBef>
              <a:spcAft>
                <a:spcPts val="599"/>
              </a:spcAft>
              <a:buFont typeface="Arial"/>
              <a:buNone/>
              <a:defRPr sz="2400" b="0">
                <a:solidFill>
                  <a:schemeClr val="accent1"/>
                </a:solidFill>
                <a:latin typeface="+mj-lt"/>
                <a:ea typeface="+mn-ea"/>
                <a:cs typeface="+mn-cs"/>
              </a:defRPr>
            </a:lvl5pPr>
            <a:lvl6pPr marL="0" indent="0" algn="l" defTabSz="914400">
              <a:lnSpc>
                <a:spcPct val="90000"/>
              </a:lnSpc>
              <a:spcBef>
                <a:spcPts val="599"/>
              </a:spcBef>
              <a:spcAft>
                <a:spcPts val="599"/>
              </a:spcAft>
              <a:buClr>
                <a:schemeClr val="accent1"/>
              </a:buClr>
              <a:buFont typeface="Arial"/>
              <a:buNone/>
              <a:defRPr sz="2000" b="0" cap="none">
                <a:solidFill>
                  <a:schemeClr val="tx1"/>
                </a:solidFill>
                <a:latin typeface="+mj-lt"/>
                <a:ea typeface="+mn-ea"/>
                <a:cs typeface="+mn-cs"/>
              </a:defRPr>
            </a:lvl6pPr>
            <a:lvl7pPr marL="361949" indent="-361949" algn="l" defTabSz="914400">
              <a:lnSpc>
                <a:spcPct val="90000"/>
              </a:lnSpc>
              <a:spcBef>
                <a:spcPts val="599"/>
              </a:spcBef>
              <a:spcAft>
                <a:spcPts val="599"/>
              </a:spcAft>
              <a:buClr>
                <a:schemeClr val="accent1"/>
              </a:buClr>
              <a:buFont typeface="+mj-lt"/>
              <a:buAutoNum type="arabicPeriod"/>
              <a:defRPr sz="2000">
                <a:solidFill>
                  <a:schemeClr val="tx1"/>
                </a:solidFill>
                <a:latin typeface="+mn-lt"/>
                <a:ea typeface="+mn-ea"/>
                <a:cs typeface="+mn-cs"/>
              </a:defRPr>
            </a:lvl7pPr>
            <a:lvl8pPr marL="361949" indent="-361949" algn="l" defTabSz="914400">
              <a:lnSpc>
                <a:spcPct val="90000"/>
              </a:lnSpc>
              <a:spcBef>
                <a:spcPts val="599"/>
              </a:spcBef>
              <a:spcAft>
                <a:spcPts val="599"/>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9"/>
              </a:spcBef>
              <a:spcAft>
                <a:spcPts val="599"/>
              </a:spcAft>
              <a:buClr>
                <a:schemeClr val="accent1"/>
              </a:buClr>
              <a:buFont typeface="Arial"/>
              <a:buNone/>
              <a:defRPr sz="1600" i="1">
                <a:solidFill>
                  <a:schemeClr val="tx1"/>
                </a:solidFill>
                <a:latin typeface="+mn-lt"/>
                <a:ea typeface="+mn-ea"/>
                <a:cs typeface="+mn-cs"/>
              </a:defRPr>
            </a:lvl9pPr>
          </a:lstStyle>
          <a:p>
            <a:pPr>
              <a:defRPr/>
            </a:pPr>
            <a:r>
              <a:rPr lang="en-US"/>
              <a:t>CFD setup relies on 2 Multiple-Reference-Frame (MRF) regions </a:t>
            </a:r>
            <a:r>
              <a:rPr lang="en-US"/>
              <a:t>that define rotating regions for the main and tip rotor. Periodic boundary conditions are used to reduce the domain size. </a:t>
            </a:r>
            <a:endParaRPr lang="en-US"/>
          </a:p>
          <a:p>
            <a:pPr>
              <a:defRPr/>
            </a:pPr>
            <a:endParaRPr lang="en-US"/>
          </a:p>
          <a:p>
            <a:pPr>
              <a:defRPr/>
            </a:pPr>
            <a:endParaRPr lang="en-US"/>
          </a:p>
          <a:p>
            <a:pPr>
              <a:defRPr/>
            </a:pPr>
            <a:endParaRPr lang="en-US"/>
          </a:p>
          <a:p>
            <a:pPr>
              <a:defRPr/>
            </a:pPr>
            <a:endParaRPr lang="en-US"/>
          </a:p>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63014522" name=""/>
          <p:cNvPicPr>
            <a:picLocks noChangeAspect="1"/>
          </p:cNvPicPr>
          <p:nvPr/>
        </p:nvPicPr>
        <p:blipFill>
          <a:blip r:embed="rId3"/>
          <a:srcRect l="21957" t="0" r="3036" b="0"/>
          <a:stretch/>
        </p:blipFill>
        <p:spPr bwMode="auto">
          <a:xfrm flipH="0" flipV="0">
            <a:off x="6011073" y="2259962"/>
            <a:ext cx="5729757" cy="3257550"/>
          </a:xfrm>
          <a:prstGeom prst="rect">
            <a:avLst/>
          </a:prstGeom>
        </p:spPr>
      </p:pic>
      <p:sp>
        <p:nvSpPr>
          <p:cNvPr id="1571656504" name="Tijdelijke aanduiding voor datum 4"/>
          <p:cNvSpPr>
            <a:spLocks noGrp="1"/>
          </p:cNvSpPr>
          <p:nvPr>
            <p:ph type="dt" sz="half" idx="18"/>
          </p:nvPr>
        </p:nvSpPr>
        <p:spPr bwMode="auto"/>
        <p:txBody>
          <a:bodyPr/>
          <a:lstStyle/>
          <a:p>
            <a:pPr>
              <a:defRPr/>
            </a:pPr>
            <a:fld id="{4DCD343D-F36D-A041-3503-91E9880F3168}" type="datetime1">
              <a:rPr lang="nl-NL"/>
              <a:t/>
            </a:fld>
            <a:endParaRPr lang="en-GB"/>
          </a:p>
        </p:txBody>
      </p:sp>
      <p:sp>
        <p:nvSpPr>
          <p:cNvPr id="444521363" name="Titel 8"/>
          <p:cNvSpPr>
            <a:spLocks noGrp="1"/>
          </p:cNvSpPr>
          <p:nvPr>
            <p:ph type="title"/>
          </p:nvPr>
        </p:nvSpPr>
        <p:spPr bwMode="auto"/>
        <p:txBody>
          <a:bodyPr/>
          <a:lstStyle/>
          <a:p>
            <a:pPr>
              <a:defRPr/>
            </a:pPr>
            <a:r>
              <a:rPr lang="en-US"/>
              <a:t>CFD meshing</a:t>
            </a:r>
            <a:endParaRPr/>
          </a:p>
        </p:txBody>
      </p:sp>
      <p:sp>
        <p:nvSpPr>
          <p:cNvPr id="637802618" name="Tijdelijke aanduiding voor dianummer 1"/>
          <p:cNvSpPr>
            <a:spLocks noGrp="1"/>
          </p:cNvSpPr>
          <p:nvPr>
            <p:ph type="sldNum" sz="quarter" idx="20"/>
          </p:nvPr>
        </p:nvSpPr>
        <p:spPr bwMode="auto"/>
        <p:txBody>
          <a:bodyPr/>
          <a:lstStyle/>
          <a:p>
            <a:pPr>
              <a:defRPr/>
            </a:pPr>
            <a:fld id="{6CB9483A-C16A-765C-0F2A-340000DDDC05}" type="slidenum">
              <a:rPr lang="en-GB"/>
              <a:t/>
            </a:fld>
            <a:endParaRPr lang="en-GB"/>
          </a:p>
        </p:txBody>
      </p:sp>
      <p:grpSp>
        <p:nvGrpSpPr>
          <p:cNvPr id="1758905415" name="INSTRUCTION"/>
          <p:cNvGrpSpPr>
            <a:grpSpLocks noGrp="1" noMove="1" noResize="1" noRot="1" noUngrp="1"/>
          </p:cNvGrpSpPr>
          <p:nvPr/>
        </p:nvGrpSpPr>
        <p:grpSpPr bwMode="auto">
          <a:xfrm>
            <a:off x="-3786435" y="0"/>
            <a:ext cx="3693384" cy="5359347"/>
            <a:chOff x="-3786435" y="0"/>
            <a:chExt cx="3693384" cy="5359347"/>
          </a:xfrm>
        </p:grpSpPr>
        <p:sp>
          <p:nvSpPr>
            <p:cNvPr id="1987875171" name="Rechthoek 273"/>
            <p:cNvSpPr>
              <a:spLocks noAdjustHandles="1" noChangeArrowheads="1" noChangeShapeType="1" noEditPoints="1" noGrp="1" noMove="1" noResize="1" noRot="1"/>
            </p:cNvSpPr>
            <p:nvPr userDrawn="1"/>
          </p:nvSpPr>
          <p:spPr bwMode="auto">
            <a:xfrm>
              <a:off x="-3786165" y="0"/>
              <a:ext cx="3593089" cy="4641336"/>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8"/>
                </a:spcBef>
                <a:spcAft>
                  <a:spcPts val="598"/>
                </a:spcAft>
                <a:defRPr/>
              </a:pPr>
              <a:r>
                <a:rPr lang="en-GB" sz="1400" b="1" cap="all">
                  <a:solidFill>
                    <a:schemeClr val="accent1"/>
                  </a:solidFill>
                  <a:latin typeface="Calibri"/>
                  <a:cs typeface="Calibri"/>
                </a:rPr>
                <a:t>Choosing text levels</a:t>
              </a:r>
              <a:endParaRPr/>
            </a:p>
          </p:txBody>
        </p:sp>
        <p:sp>
          <p:nvSpPr>
            <p:cNvPr id="1110352448" name="Ovaal 274"/>
            <p:cNvSpPr>
              <a:spLocks noAdjustHandles="1" noChangeArrowheads="1" noChangeShapeType="1" noEditPoints="1" noGrp="1" noMove="1" noResize="1" noRot="1"/>
            </p:cNvSpPr>
            <p:nvPr userDrawn="1"/>
          </p:nvSpPr>
          <p:spPr bwMode="auto">
            <a:xfrm>
              <a:off x="-3604181" y="183748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557052314" name="Rechthoek 275"/>
            <p:cNvSpPr>
              <a:spLocks noAdjustHandles="1" noChangeArrowheads="1" noChangeShapeType="1" noEditPoints="1" noGrp="1" noMove="1" noResize="1" noRot="1"/>
            </p:cNvSpPr>
            <p:nvPr userDrawn="1"/>
          </p:nvSpPr>
          <p:spPr bwMode="auto">
            <a:xfrm>
              <a:off x="-3319413" y="1837482"/>
              <a:ext cx="2949218" cy="180000"/>
            </a:xfrm>
            <a:prstGeom prst="rect">
              <a:avLst/>
            </a:prstGeom>
            <a:noFill/>
            <a:ln w="25400" cap="flat" cmpd="sng" algn="ctr">
              <a:noFill/>
              <a:prstDash val="solid"/>
            </a:ln>
            <a:effectLst/>
          </p:spPr>
          <p:txBody>
            <a:bodyPr lIns="0" tIns="0" rIns="0" bIns="0" rtlCol="0" anchor="ctr"/>
            <a:lstStyle/>
            <a:p>
              <a:pPr marL="357186" marR="0" lvl="0" indent="-357186" defTabSz="914400">
                <a:lnSpc>
                  <a:spcPct val="100000"/>
                </a:lnSpc>
                <a:spcBef>
                  <a:spcPts val="598"/>
                </a:spcBef>
                <a:spcAft>
                  <a:spcPts val="598"/>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125175315" name="Ovaal 276"/>
            <p:cNvSpPr>
              <a:spLocks noAdjustHandles="1" noChangeArrowheads="1" noChangeShapeType="1" noEditPoints="1" noGrp="1" noMove="1" noResize="1" noRot="1"/>
            </p:cNvSpPr>
            <p:nvPr userDrawn="1"/>
          </p:nvSpPr>
          <p:spPr bwMode="auto">
            <a:xfrm>
              <a:off x="-3604181" y="212876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805148809" name="Rechthoek 277"/>
            <p:cNvSpPr>
              <a:spLocks noAdjustHandles="1" noChangeArrowheads="1" noChangeShapeType="1" noEditPoints="1" noGrp="1" noMove="1" noResize="1" noRot="1"/>
            </p:cNvSpPr>
            <p:nvPr userDrawn="1"/>
          </p:nvSpPr>
          <p:spPr bwMode="auto">
            <a:xfrm>
              <a:off x="-3604181" y="1196111"/>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8"/>
                </a:spcBef>
                <a:spcAft>
                  <a:spcPts val="598"/>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661588127" name="Rechthoek 278"/>
            <p:cNvSpPr>
              <a:spLocks noAdjustHandles="1" noChangeArrowheads="1" noChangeShapeType="1" noEditPoints="1" noGrp="1" noMove="1" noResize="1" noRot="1"/>
            </p:cNvSpPr>
            <p:nvPr userDrawn="1"/>
          </p:nvSpPr>
          <p:spPr bwMode="auto">
            <a:xfrm>
              <a:off x="-3319413" y="2128871"/>
              <a:ext cx="2949218" cy="180000"/>
            </a:xfrm>
            <a:prstGeom prst="rect">
              <a:avLst/>
            </a:prstGeom>
            <a:noFill/>
            <a:ln w="25400" cap="flat" cmpd="sng" algn="ctr">
              <a:noFill/>
              <a:prstDash val="solid"/>
            </a:ln>
            <a:effectLst/>
          </p:spPr>
          <p:txBody>
            <a:bodyPr lIns="0" tIns="0" rIns="0" bIns="0" rtlCol="0" anchor="ctr"/>
            <a:lstStyle/>
            <a:p>
              <a:pPr marL="715961" marR="0" lvl="0" indent="-358773" defTabSz="914400">
                <a:lnSpc>
                  <a:spcPct val="100000"/>
                </a:lnSpc>
                <a:spcBef>
                  <a:spcPts val="598"/>
                </a:spcBef>
                <a:spcAft>
                  <a:spcPts val="598"/>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50226654" name="Ovaal 279"/>
            <p:cNvSpPr>
              <a:spLocks noAdjustHandles="1" noChangeArrowheads="1" noChangeShapeType="1" noEditPoints="1" noGrp="1" noMove="1" noResize="1" noRot="1"/>
            </p:cNvSpPr>
            <p:nvPr userDrawn="1"/>
          </p:nvSpPr>
          <p:spPr bwMode="auto">
            <a:xfrm>
              <a:off x="-3604181" y="242005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947765007" name="Rechthoek 280"/>
            <p:cNvSpPr>
              <a:spLocks noAdjustHandles="1" noChangeArrowheads="1" noChangeShapeType="1" noEditPoints="1" noGrp="1" noMove="1" noResize="1" noRot="1"/>
            </p:cNvSpPr>
            <p:nvPr userDrawn="1"/>
          </p:nvSpPr>
          <p:spPr bwMode="auto">
            <a:xfrm>
              <a:off x="-3319413" y="2420262"/>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551176496" name="Ovaal 281"/>
            <p:cNvSpPr>
              <a:spLocks noAdjustHandles="1" noChangeArrowheads="1" noChangeShapeType="1" noEditPoints="1" noGrp="1" noMove="1" noResize="1" noRot="1"/>
            </p:cNvSpPr>
            <p:nvPr userDrawn="1"/>
          </p:nvSpPr>
          <p:spPr bwMode="auto">
            <a:xfrm>
              <a:off x="-3604181" y="27113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1431526595" name="Rechthoek 282"/>
            <p:cNvSpPr>
              <a:spLocks noAdjustHandles="1" noChangeArrowheads="1" noChangeShapeType="1" noEditPoints="1" noGrp="1" noMove="1" noResize="1" noRot="1"/>
            </p:cNvSpPr>
            <p:nvPr userDrawn="1"/>
          </p:nvSpPr>
          <p:spPr bwMode="auto">
            <a:xfrm>
              <a:off x="-3319413" y="2711649"/>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683257413" name="Ovaal 283"/>
            <p:cNvSpPr>
              <a:spLocks noAdjustHandles="1" noChangeArrowheads="1" noChangeShapeType="1" noEditPoints="1" noGrp="1" noMove="1" noResize="1" noRot="1"/>
            </p:cNvSpPr>
            <p:nvPr userDrawn="1"/>
          </p:nvSpPr>
          <p:spPr bwMode="auto">
            <a:xfrm>
              <a:off x="-3604181" y="300261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851707973" name="Rechthoek 284"/>
            <p:cNvSpPr>
              <a:spLocks noAdjustHandles="1" noChangeArrowheads="1" noChangeShapeType="1" noEditPoints="1" noGrp="1" noMove="1" noResize="1" noRot="1"/>
            </p:cNvSpPr>
            <p:nvPr userDrawn="1"/>
          </p:nvSpPr>
          <p:spPr bwMode="auto">
            <a:xfrm>
              <a:off x="-3319413" y="3003039"/>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201384359" name="Ovaal 285"/>
            <p:cNvSpPr>
              <a:spLocks noAdjustHandles="1" noChangeArrowheads="1" noChangeShapeType="1" noEditPoints="1" noGrp="1" noMove="1" noResize="1" noRot="1"/>
            </p:cNvSpPr>
            <p:nvPr userDrawn="1"/>
          </p:nvSpPr>
          <p:spPr bwMode="auto">
            <a:xfrm>
              <a:off x="-3604181" y="329390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917989639" name="Rechthoek 286"/>
            <p:cNvSpPr>
              <a:spLocks noAdjustHandles="1" noChangeArrowheads="1" noChangeShapeType="1" noEditPoints="1" noGrp="1" noMove="1" noResize="1" noRot="1"/>
            </p:cNvSpPr>
            <p:nvPr userDrawn="1"/>
          </p:nvSpPr>
          <p:spPr bwMode="auto">
            <a:xfrm>
              <a:off x="-3319413" y="3585816"/>
              <a:ext cx="2949218" cy="180000"/>
            </a:xfrm>
            <a:prstGeom prst="rect">
              <a:avLst/>
            </a:prstGeom>
            <a:noFill/>
            <a:ln w="25400" cap="flat" cmpd="sng" algn="ctr">
              <a:noFill/>
              <a:prstDash val="solid"/>
            </a:ln>
            <a:effectLst/>
          </p:spPr>
          <p:txBody>
            <a:bodyPr lIns="0" tIns="0" rIns="0" bIns="0" rtlCol="0" anchor="ctr"/>
            <a:lstStyle/>
            <a:p>
              <a:pPr marL="357186" marR="0" lvl="0" indent="-357186" defTabSz="914400">
                <a:lnSpc>
                  <a:spcPct val="100000"/>
                </a:lnSpc>
                <a:spcBef>
                  <a:spcPts val="598"/>
                </a:spcBef>
                <a:spcAft>
                  <a:spcPts val="598"/>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713186034" name="Ovaal 287"/>
            <p:cNvSpPr>
              <a:spLocks noAdjustHandles="1" noChangeArrowheads="1" noChangeShapeType="1" noEditPoints="1" noGrp="1" noMove="1" noResize="1" noRot="1"/>
            </p:cNvSpPr>
            <p:nvPr userDrawn="1"/>
          </p:nvSpPr>
          <p:spPr bwMode="auto">
            <a:xfrm>
              <a:off x="-3604181" y="358518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249653936" name="Rechthoek 288"/>
            <p:cNvSpPr>
              <a:spLocks noAdjustHandles="1" noChangeArrowheads="1" noChangeShapeType="1" noEditPoints="1" noGrp="1" noMove="1" noResize="1" noRot="1"/>
            </p:cNvSpPr>
            <p:nvPr userDrawn="1"/>
          </p:nvSpPr>
          <p:spPr bwMode="auto">
            <a:xfrm>
              <a:off x="-3325829" y="3877205"/>
              <a:ext cx="2949218"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8"/>
                </a:spcBef>
                <a:spcAft>
                  <a:spcPts val="598"/>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164486723" name="Ovaal 289"/>
            <p:cNvSpPr>
              <a:spLocks noAdjustHandles="1" noChangeArrowheads="1" noChangeShapeType="1" noEditPoints="1" noGrp="1" noMove="1" noResize="1" noRot="1"/>
            </p:cNvSpPr>
            <p:nvPr userDrawn="1"/>
          </p:nvSpPr>
          <p:spPr bwMode="auto">
            <a:xfrm>
              <a:off x="-3604181"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897040035" name="Rechthoek 290"/>
            <p:cNvSpPr>
              <a:spLocks noAdjustHandles="1" noChangeArrowheads="1" noChangeShapeType="1" noEditPoints="1" noGrp="1" noMove="1" noResize="1" noRot="1"/>
            </p:cNvSpPr>
            <p:nvPr userDrawn="1"/>
          </p:nvSpPr>
          <p:spPr bwMode="auto">
            <a:xfrm>
              <a:off x="-3319413" y="4168593"/>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842557429" name="Ovaal 291"/>
            <p:cNvSpPr>
              <a:spLocks noAdjustHandles="1" noChangeArrowheads="1" noChangeShapeType="1" noEditPoints="1" noGrp="1" noMove="1" noResize="1" noRot="1"/>
            </p:cNvSpPr>
            <p:nvPr userDrawn="1"/>
          </p:nvSpPr>
          <p:spPr bwMode="auto">
            <a:xfrm>
              <a:off x="-3604181"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1271176896" name="Rechthoek 292"/>
            <p:cNvSpPr>
              <a:spLocks noAdjustHandles="1" noChangeArrowheads="1" noChangeShapeType="1" noEditPoints="1" noGrp="1" noMove="1" noResize="1" noRot="1"/>
            </p:cNvSpPr>
            <p:nvPr userDrawn="1"/>
          </p:nvSpPr>
          <p:spPr bwMode="auto">
            <a:xfrm>
              <a:off x="-3319413" y="3294427"/>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469864220" name="Rechthoek 293"/>
            <p:cNvSpPr>
              <a:spLocks noAdjustHandles="1" noChangeArrowheads="1" noChangeShapeType="1" noEditPoints="1" noGrp="1" noMove="1" noResize="1" noRot="1"/>
            </p:cNvSpPr>
            <p:nvPr userDrawn="1"/>
          </p:nvSpPr>
          <p:spPr bwMode="auto">
            <a:xfrm>
              <a:off x="-3786435" y="4531347"/>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8"/>
                </a:spcBef>
                <a:spcAft>
                  <a:spcPts val="598"/>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573919128" name="ICOON_info"/>
            <p:cNvGrpSpPr>
              <a:grpSpLocks noGrp="1" noMove="1" noResize="1" noRot="1" noUngrp="1"/>
            </p:cNvGrpSpPr>
            <p:nvPr userDrawn="1"/>
          </p:nvGrpSpPr>
          <p:grpSpPr bwMode="auto">
            <a:xfrm>
              <a:off x="-376733" y="4400184"/>
              <a:ext cx="283683" cy="283683"/>
              <a:chOff x="-510741" y="5913711"/>
              <a:chExt cx="267553" cy="267553"/>
            </a:xfrm>
          </p:grpSpPr>
          <p:sp>
            <p:nvSpPr>
              <p:cNvPr id="1156360048" name="Ovaal 342"/>
              <p:cNvSpPr>
                <a:spLocks noAdjustHandles="1" noChangeArrowheads="1" noChangeShapeType="1" noEditPoints="1" noGrp="1" noMove="1" noResize="1" noRot="1"/>
              </p:cNvSpPr>
              <p:nvPr userDrawn="1"/>
            </p:nvSpPr>
            <p:spPr bwMode="auto">
              <a:xfrm>
                <a:off x="-491851" y="5932071"/>
                <a:ext cx="230833" cy="230833"/>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8"/>
                  </a:spcBef>
                  <a:spcAft>
                    <a:spcPts val="598"/>
                  </a:spcAft>
                  <a:defRPr/>
                </a:pPr>
                <a:endParaRPr lang="en-GB" sz="1600" cap="all">
                  <a:latin typeface="Calibri"/>
                  <a:cs typeface="Calibri"/>
                </a:endParaRPr>
              </a:p>
            </p:txBody>
          </p:sp>
          <p:sp>
            <p:nvSpPr>
              <p:cNvPr id="1404419395" name="Graphic 163" descr="Informatie"/>
              <p:cNvSpPr>
                <a:spLocks noAdjustHandles="1" noChangeArrowheads="1" noChangeShapeType="1" noEditPoints="1" noGrp="1" noMove="1" noResize="1" noRot="1"/>
              </p:cNvSpPr>
              <p:nvPr/>
            </p:nvSpPr>
            <p:spPr bwMode="auto">
              <a:xfrm>
                <a:off x="-510741" y="5913711"/>
                <a:ext cx="267553" cy="267553"/>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1240986022" name="VOORBEELD"/>
            <p:cNvGrpSpPr>
              <a:grpSpLocks noGrp="1" noMove="1" noResize="1" noRot="1" noUngrp="1"/>
            </p:cNvGrpSpPr>
            <p:nvPr userDrawn="1"/>
          </p:nvGrpSpPr>
          <p:grpSpPr bwMode="auto">
            <a:xfrm>
              <a:off x="-3605171" y="458672"/>
              <a:ext cx="3234309" cy="558873"/>
              <a:chOff x="-3605171" y="458672"/>
              <a:chExt cx="3234309" cy="558873"/>
            </a:xfrm>
          </p:grpSpPr>
          <p:sp>
            <p:nvSpPr>
              <p:cNvPr id="1971596388" name="Rechthoek 302"/>
              <p:cNvSpPr>
                <a:spLocks noAdjustHandles="1" noChangeArrowheads="1" noChangeShapeType="1" noEditPoints="1" noGrp="1" noMove="1" noResize="1" noRot="1"/>
              </p:cNvSpPr>
              <p:nvPr userDrawn="1"/>
            </p:nvSpPr>
            <p:spPr bwMode="auto">
              <a:xfrm>
                <a:off x="-3604181" y="458672"/>
                <a:ext cx="393457" cy="184056"/>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495780782" name="Rechthoek 303"/>
              <p:cNvSpPr>
                <a:spLocks noAdjustHandles="1" noChangeArrowheads="1" noChangeShapeType="1" noEditPoints="1" noGrp="1" noMove="1" noResize="1" noRot="1"/>
              </p:cNvSpPr>
              <p:nvPr userDrawn="1"/>
            </p:nvSpPr>
            <p:spPr bwMode="auto">
              <a:xfrm>
                <a:off x="-3599182" y="621343"/>
                <a:ext cx="38378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2054303659" name="Groep 304"/>
              <p:cNvGrpSpPr>
                <a:grpSpLocks noGrp="1" noMove="1" noResize="1" noRot="1" noUngrp="1"/>
              </p:cNvGrpSpPr>
              <p:nvPr userDrawn="1"/>
            </p:nvGrpSpPr>
            <p:grpSpPr bwMode="auto">
              <a:xfrm>
                <a:off x="-3386246" y="830871"/>
                <a:ext cx="139421" cy="109566"/>
                <a:chOff x="-2866743" y="827068"/>
                <a:chExt cx="168699" cy="132573"/>
              </a:xfrm>
            </p:grpSpPr>
            <p:grpSp>
              <p:nvGrpSpPr>
                <p:cNvPr id="1245644740" name="Groep 335"/>
                <p:cNvGrpSpPr>
                  <a:grpSpLocks noGrp="1" noMove="1" noResize="1" noRot="1" noUngrp="1"/>
                </p:cNvGrpSpPr>
                <p:nvPr userDrawn="1"/>
              </p:nvGrpSpPr>
              <p:grpSpPr bwMode="auto">
                <a:xfrm>
                  <a:off x="-2866743" y="827068"/>
                  <a:ext cx="168699" cy="132573"/>
                  <a:chOff x="-2866743" y="827068"/>
                  <a:chExt cx="168699" cy="132573"/>
                </a:xfrm>
              </p:grpSpPr>
              <p:cxnSp>
                <p:nvCxnSpPr>
                  <p:cNvPr id="1309978894" name="Rechte verbindingslijn 337"/>
                  <p:cNvCxnSpPr>
                    <a:cxnSpLocks noAdjustHandles="1" noChangeArrowheads="1" noChangeShapeType="1" noEditPoints="1" noGrp="1" noMove="1" noResize="1" noRot="1"/>
                  </p:cNvCxnSpPr>
                  <p:nvPr userDrawn="1"/>
                </p:nvCxnSpPr>
                <p:spPr bwMode="auto">
                  <a:xfrm>
                    <a:off x="-2866743" y="827068"/>
                    <a:ext cx="168699" cy="0"/>
                  </a:xfrm>
                  <a:prstGeom prst="line">
                    <a:avLst/>
                  </a:prstGeom>
                  <a:solidFill>
                    <a:schemeClr val="bg1"/>
                  </a:solidFill>
                  <a:ln w="12700" cap="flat" cmpd="sng" algn="ctr">
                    <a:solidFill>
                      <a:srgbClr val="9D9FA1"/>
                    </a:solidFill>
                    <a:prstDash val="solid"/>
                  </a:ln>
                  <a:effectLst/>
                </p:spPr>
              </p:cxnSp>
              <p:cxnSp>
                <p:nvCxnSpPr>
                  <p:cNvPr id="1560284095" name="Rechte verbindingslijn 338"/>
                  <p:cNvCxnSpPr>
                    <a:cxnSpLocks noAdjustHandles="1" noChangeArrowheads="1" noChangeShapeType="1" noEditPoints="1" noGrp="1" noMove="1" noResize="1" noRot="1"/>
                  </p:cNvCxnSpPr>
                  <p:nvPr userDrawn="1"/>
                </p:nvCxnSpPr>
                <p:spPr bwMode="auto">
                  <a:xfrm>
                    <a:off x="-2866743" y="959644"/>
                    <a:ext cx="168699" cy="0"/>
                  </a:xfrm>
                  <a:prstGeom prst="line">
                    <a:avLst/>
                  </a:prstGeom>
                  <a:solidFill>
                    <a:schemeClr val="bg1"/>
                  </a:solidFill>
                  <a:ln w="12700" cap="flat" cmpd="sng" algn="ctr">
                    <a:solidFill>
                      <a:srgbClr val="9D9FA1"/>
                    </a:solidFill>
                    <a:prstDash val="solid"/>
                  </a:ln>
                  <a:effectLst/>
                </p:spPr>
              </p:cxnSp>
              <p:cxnSp>
                <p:nvCxnSpPr>
                  <p:cNvPr id="1135640663" name="Rechte verbindingslijn 339"/>
                  <p:cNvCxnSpPr>
                    <a:cxnSpLocks noAdjustHandles="1" noChangeArrowheads="1" noChangeShapeType="1" noEditPoints="1" noGrp="1" noMove="1" noResize="1" noRot="1"/>
                  </p:cNvCxnSpPr>
                  <p:nvPr userDrawn="1"/>
                </p:nvCxnSpPr>
                <p:spPr bwMode="auto">
                  <a:xfrm>
                    <a:off x="-2773989" y="926501"/>
                    <a:ext cx="75945" cy="0"/>
                  </a:xfrm>
                  <a:prstGeom prst="line">
                    <a:avLst/>
                  </a:prstGeom>
                  <a:solidFill>
                    <a:schemeClr val="bg1"/>
                  </a:solidFill>
                  <a:ln w="12700" cap="flat" cmpd="sng" algn="ctr">
                    <a:solidFill>
                      <a:srgbClr val="9D9FA1"/>
                    </a:solidFill>
                    <a:prstDash val="solid"/>
                  </a:ln>
                  <a:effectLst/>
                </p:spPr>
              </p:cxnSp>
              <p:cxnSp>
                <p:nvCxnSpPr>
                  <p:cNvPr id="1762317999" name="Rechte verbindingslijn 340"/>
                  <p:cNvCxnSpPr>
                    <a:cxnSpLocks noAdjustHandles="1" noChangeArrowheads="1" noChangeShapeType="1" noEditPoints="1" noGrp="1" noMove="1" noResize="1" noRot="1"/>
                  </p:cNvCxnSpPr>
                  <p:nvPr userDrawn="1"/>
                </p:nvCxnSpPr>
                <p:spPr bwMode="auto">
                  <a:xfrm>
                    <a:off x="-2773989" y="893358"/>
                    <a:ext cx="75945" cy="0"/>
                  </a:xfrm>
                  <a:prstGeom prst="line">
                    <a:avLst/>
                  </a:prstGeom>
                  <a:solidFill>
                    <a:schemeClr val="bg1"/>
                  </a:solidFill>
                  <a:ln w="12700" cap="flat" cmpd="sng" algn="ctr">
                    <a:solidFill>
                      <a:srgbClr val="9D9FA1"/>
                    </a:solidFill>
                    <a:prstDash val="solid"/>
                  </a:ln>
                  <a:effectLst/>
                </p:spPr>
              </p:cxnSp>
              <p:cxnSp>
                <p:nvCxnSpPr>
                  <p:cNvPr id="290341185" name="Rechte verbindingslijn 341"/>
                  <p:cNvCxnSpPr>
                    <a:cxnSpLocks noAdjustHandles="1" noChangeArrowheads="1" noChangeShapeType="1" noEditPoints="1" noGrp="1" noMove="1" noResize="1" noRot="1"/>
                  </p:cNvCxnSpPr>
                  <p:nvPr userDrawn="1"/>
                </p:nvCxnSpPr>
                <p:spPr bwMode="auto">
                  <a:xfrm>
                    <a:off x="-2773989" y="860213"/>
                    <a:ext cx="75945" cy="0"/>
                  </a:xfrm>
                  <a:prstGeom prst="line">
                    <a:avLst/>
                  </a:prstGeom>
                  <a:solidFill>
                    <a:schemeClr val="bg1"/>
                  </a:solidFill>
                  <a:ln w="12700" cap="flat" cmpd="sng" algn="ctr">
                    <a:solidFill>
                      <a:srgbClr val="9D9FA1"/>
                    </a:solidFill>
                    <a:prstDash val="solid"/>
                  </a:ln>
                  <a:effectLst/>
                </p:spPr>
              </p:cxnSp>
            </p:grpSp>
            <p:sp>
              <p:nvSpPr>
                <p:cNvPr id="1493713971" name="Pijl: rechts 336"/>
                <p:cNvSpPr>
                  <a:spLocks noAdjustHandles="1" noChangeArrowheads="1" noChangeShapeType="1" noEditPoints="1" noGrp="1" noMove="1" noResize="1" noRot="1"/>
                </p:cNvSpPr>
                <p:nvPr userDrawn="1"/>
              </p:nvSpPr>
              <p:spPr bwMode="auto">
                <a:xfrm>
                  <a:off x="-2866743" y="858735"/>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649308315" name="Groep 305"/>
              <p:cNvGrpSpPr>
                <a:grpSpLocks noGrp="1" noMove="1" noResize="1" noRot="1" noUngrp="1"/>
              </p:cNvGrpSpPr>
              <p:nvPr userDrawn="1"/>
            </p:nvGrpSpPr>
            <p:grpSpPr bwMode="auto">
              <a:xfrm>
                <a:off x="-3605171" y="830871"/>
                <a:ext cx="139421" cy="109566"/>
                <a:chOff x="-2866743" y="518072"/>
                <a:chExt cx="168699" cy="132573"/>
              </a:xfrm>
            </p:grpSpPr>
            <p:grpSp>
              <p:nvGrpSpPr>
                <p:cNvPr id="1331374696" name="Groep 328"/>
                <p:cNvGrpSpPr>
                  <a:grpSpLocks noGrp="1" noMove="1" noResize="1" noRot="1" noUngrp="1"/>
                </p:cNvGrpSpPr>
                <p:nvPr userDrawn="1"/>
              </p:nvGrpSpPr>
              <p:grpSpPr bwMode="auto">
                <a:xfrm>
                  <a:off x="-2866743" y="518072"/>
                  <a:ext cx="168699" cy="132573"/>
                  <a:chOff x="-2866743" y="518072"/>
                  <a:chExt cx="168699" cy="132573"/>
                </a:xfrm>
              </p:grpSpPr>
              <p:cxnSp>
                <p:nvCxnSpPr>
                  <p:cNvPr id="1530856787" name="Rechte verbindingslijn 330"/>
                  <p:cNvCxnSpPr>
                    <a:cxnSpLocks noAdjustHandles="1" noChangeArrowheads="1" noChangeShapeType="1" noEditPoints="1" noGrp="1" noMove="1" noResize="1" noRot="1"/>
                  </p:cNvCxnSpPr>
                  <p:nvPr userDrawn="1"/>
                </p:nvCxnSpPr>
                <p:spPr bwMode="auto">
                  <a:xfrm>
                    <a:off x="-2866743" y="518072"/>
                    <a:ext cx="168699" cy="0"/>
                  </a:xfrm>
                  <a:prstGeom prst="line">
                    <a:avLst/>
                  </a:prstGeom>
                  <a:solidFill>
                    <a:schemeClr val="bg1"/>
                  </a:solidFill>
                  <a:ln w="12700" cap="flat" cmpd="sng" algn="ctr">
                    <a:solidFill>
                      <a:srgbClr val="9D9FA1"/>
                    </a:solidFill>
                    <a:prstDash val="solid"/>
                  </a:ln>
                  <a:effectLst/>
                </p:spPr>
              </p:cxnSp>
              <p:cxnSp>
                <p:nvCxnSpPr>
                  <p:cNvPr id="1267075107" name="Rechte verbindingslijn 331"/>
                  <p:cNvCxnSpPr>
                    <a:cxnSpLocks noAdjustHandles="1" noChangeArrowheads="1" noChangeShapeType="1" noEditPoints="1" noGrp="1" noMove="1" noResize="1" noRot="1"/>
                  </p:cNvCxnSpPr>
                  <p:nvPr userDrawn="1"/>
                </p:nvCxnSpPr>
                <p:spPr bwMode="auto">
                  <a:xfrm>
                    <a:off x="-2866743" y="650647"/>
                    <a:ext cx="168699" cy="0"/>
                  </a:xfrm>
                  <a:prstGeom prst="line">
                    <a:avLst/>
                  </a:prstGeom>
                  <a:solidFill>
                    <a:schemeClr val="bg1"/>
                  </a:solidFill>
                  <a:ln w="12700" cap="flat" cmpd="sng" algn="ctr">
                    <a:solidFill>
                      <a:srgbClr val="9D9FA1"/>
                    </a:solidFill>
                    <a:prstDash val="solid"/>
                  </a:ln>
                  <a:effectLst/>
                </p:spPr>
              </p:cxnSp>
              <p:cxnSp>
                <p:nvCxnSpPr>
                  <p:cNvPr id="537347271" name="Rechte verbindingslijn 332"/>
                  <p:cNvCxnSpPr>
                    <a:cxnSpLocks noAdjustHandles="1" noChangeArrowheads="1" noChangeShapeType="1" noEditPoints="1" noGrp="1" noMove="1" noResize="1" noRot="1"/>
                  </p:cNvCxnSpPr>
                  <p:nvPr userDrawn="1"/>
                </p:nvCxnSpPr>
                <p:spPr bwMode="auto">
                  <a:xfrm>
                    <a:off x="-2773989" y="617504"/>
                    <a:ext cx="75945" cy="0"/>
                  </a:xfrm>
                  <a:prstGeom prst="line">
                    <a:avLst/>
                  </a:prstGeom>
                  <a:solidFill>
                    <a:schemeClr val="bg1"/>
                  </a:solidFill>
                  <a:ln w="12700" cap="flat" cmpd="sng" algn="ctr">
                    <a:solidFill>
                      <a:srgbClr val="9D9FA1"/>
                    </a:solidFill>
                    <a:prstDash val="solid"/>
                  </a:ln>
                  <a:effectLst/>
                </p:spPr>
              </p:cxnSp>
              <p:cxnSp>
                <p:nvCxnSpPr>
                  <p:cNvPr id="1440450983" name="Rechte verbindingslijn 333"/>
                  <p:cNvCxnSpPr>
                    <a:cxnSpLocks noAdjustHandles="1" noChangeArrowheads="1" noChangeShapeType="1" noEditPoints="1" noGrp="1" noMove="1" noResize="1" noRot="1"/>
                  </p:cNvCxnSpPr>
                  <p:nvPr userDrawn="1"/>
                </p:nvCxnSpPr>
                <p:spPr bwMode="auto">
                  <a:xfrm>
                    <a:off x="-2773989" y="584361"/>
                    <a:ext cx="75945" cy="0"/>
                  </a:xfrm>
                  <a:prstGeom prst="line">
                    <a:avLst/>
                  </a:prstGeom>
                  <a:solidFill>
                    <a:schemeClr val="bg1"/>
                  </a:solidFill>
                  <a:ln w="12700" cap="flat" cmpd="sng" algn="ctr">
                    <a:solidFill>
                      <a:srgbClr val="9D9FA1"/>
                    </a:solidFill>
                    <a:prstDash val="solid"/>
                  </a:ln>
                  <a:effectLst/>
                </p:spPr>
              </p:cxnSp>
              <p:cxnSp>
                <p:nvCxnSpPr>
                  <p:cNvPr id="1135010617" name="Rechte verbindingslijn 334"/>
                  <p:cNvCxnSpPr>
                    <a:cxnSpLocks noAdjustHandles="1" noChangeArrowheads="1" noChangeShapeType="1" noEditPoints="1" noGrp="1" noMove="1" noResize="1" noRot="1"/>
                  </p:cNvCxnSpPr>
                  <p:nvPr userDrawn="1"/>
                </p:nvCxnSpPr>
                <p:spPr bwMode="auto">
                  <a:xfrm>
                    <a:off x="-2773989" y="551216"/>
                    <a:ext cx="75945" cy="0"/>
                  </a:xfrm>
                  <a:prstGeom prst="line">
                    <a:avLst/>
                  </a:prstGeom>
                  <a:solidFill>
                    <a:schemeClr val="bg1"/>
                  </a:solidFill>
                  <a:ln w="12700" cap="flat" cmpd="sng" algn="ctr">
                    <a:solidFill>
                      <a:srgbClr val="9D9FA1"/>
                    </a:solidFill>
                    <a:prstDash val="solid"/>
                  </a:ln>
                  <a:effectLst/>
                </p:spPr>
              </p:cxnSp>
            </p:grpSp>
            <p:sp>
              <p:nvSpPr>
                <p:cNvPr id="872055803" name="Pijl: rechts 329"/>
                <p:cNvSpPr>
                  <a:spLocks noAdjustHandles="1" noChangeArrowheads="1" noChangeShapeType="1" noEditPoints="1" noGrp="1" noMove="1" noResize="1" noRot="1"/>
                </p:cNvSpPr>
                <p:nvPr userDrawn="1"/>
              </p:nvSpPr>
              <p:spPr bwMode="auto">
                <a:xfrm flipH="1">
                  <a:off x="-2866743" y="549738"/>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1710600877" name="Rechte verbindingslijn 306"/>
              <p:cNvCxnSpPr>
                <a:cxnSpLocks noAdjustHandles="1" noChangeArrowheads="1" noChangeShapeType="1" noEditPoints="1" noGrp="1" noMove="1" noResize="1" noRot="1"/>
              </p:cNvCxnSpPr>
              <p:nvPr userDrawn="1"/>
            </p:nvCxnSpPr>
            <p:spPr bwMode="auto">
              <a:xfrm flipV="1">
                <a:off x="-3459956" y="588168"/>
                <a:ext cx="547686" cy="219074"/>
              </a:xfrm>
              <a:prstGeom prst="line">
                <a:avLst/>
              </a:prstGeom>
              <a:noFill/>
              <a:ln w="19050" cap="rnd" cmpd="sng" algn="ctr">
                <a:solidFill>
                  <a:schemeClr val="accent1"/>
                </a:solidFill>
                <a:prstDash val="solid"/>
                <a:headEnd type="oval"/>
              </a:ln>
              <a:effectLst/>
            </p:spPr>
          </p:cxnSp>
          <p:cxnSp>
            <p:nvCxnSpPr>
              <p:cNvPr id="752052599" name="Rechte verbindingslijn 307"/>
              <p:cNvCxnSpPr>
                <a:cxnSpLocks noAdjustHandles="1" noChangeArrowheads="1" noChangeShapeType="1" noEditPoints="1" noGrp="1" noMove="1" noResize="1" noRot="1"/>
              </p:cNvCxnSpPr>
              <p:nvPr userDrawn="1"/>
            </p:nvCxnSpPr>
            <p:spPr bwMode="auto">
              <a:xfrm>
                <a:off x="-3224211" y="828675"/>
                <a:ext cx="319086" cy="0"/>
              </a:xfrm>
              <a:prstGeom prst="line">
                <a:avLst/>
              </a:prstGeom>
              <a:noFill/>
              <a:ln w="19050" cap="rnd" cmpd="sng" algn="ctr">
                <a:solidFill>
                  <a:schemeClr val="accent1"/>
                </a:solidFill>
                <a:prstDash val="solid"/>
                <a:headEnd type="oval"/>
              </a:ln>
              <a:effectLst/>
            </p:spPr>
          </p:cxnSp>
          <p:sp>
            <p:nvSpPr>
              <p:cNvPr id="1713508522" name="Rechthoek 308"/>
              <p:cNvSpPr>
                <a:spLocks noAdjustHandles="1" noChangeArrowheads="1" noChangeShapeType="1" noEditPoints="1" noGrp="1" noMove="1" noResize="1" noRot="1"/>
              </p:cNvSpPr>
              <p:nvPr userDrawn="1"/>
            </p:nvSpPr>
            <p:spPr bwMode="auto">
              <a:xfrm>
                <a:off x="-2559902" y="512177"/>
                <a:ext cx="2189040"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8"/>
                  </a:spcBef>
                  <a:spcAft>
                    <a:spcPts val="598"/>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1329055822" name="Rechthoek 309"/>
              <p:cNvSpPr>
                <a:spLocks noAdjustHandles="1" noChangeArrowheads="1" noChangeShapeType="1" noEditPoints="1" noGrp="1" noMove="1" noResize="1" noRot="1"/>
              </p:cNvSpPr>
              <p:nvPr userDrawn="1"/>
            </p:nvSpPr>
            <p:spPr bwMode="auto">
              <a:xfrm>
                <a:off x="-2559902" y="819559"/>
                <a:ext cx="2189043" cy="142200"/>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8"/>
                  </a:spcBef>
                  <a:spcAft>
                    <a:spcPts val="598"/>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631976907" name="Groep 310"/>
              <p:cNvGrpSpPr>
                <a:grpSpLocks noGrp="1" noMove="1" noResize="1" noRot="1" noUngrp="1"/>
              </p:cNvGrpSpPr>
              <p:nvPr userDrawn="1"/>
            </p:nvGrpSpPr>
            <p:grpSpPr bwMode="auto">
              <a:xfrm>
                <a:off x="-2916761" y="769167"/>
                <a:ext cx="268736" cy="248379"/>
                <a:chOff x="-2916761" y="769167"/>
                <a:chExt cx="268736" cy="248379"/>
              </a:xfrm>
            </p:grpSpPr>
            <p:sp>
              <p:nvSpPr>
                <p:cNvPr id="32674928" name="Rechthoek 320"/>
                <p:cNvSpPr>
                  <a:spLocks noAdjustHandles="1" noChangeArrowheads="1" noChangeShapeType="1" noEditPoints="1" noGrp="1" noMove="1" noResize="1" noRot="1"/>
                </p:cNvSpPr>
                <p:nvPr userDrawn="1"/>
              </p:nvSpPr>
              <p:spPr bwMode="auto">
                <a:xfrm>
                  <a:off x="-2916761" y="769167"/>
                  <a:ext cx="268736" cy="248379"/>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598659188" name="Groep 321"/>
                <p:cNvGrpSpPr>
                  <a:grpSpLocks noGrp="1" noMove="1" noResize="1" noRot="1" noUngrp="1"/>
                </p:cNvGrpSpPr>
                <p:nvPr userDrawn="1"/>
              </p:nvGrpSpPr>
              <p:grpSpPr bwMode="auto">
                <a:xfrm>
                  <a:off x="-2866743" y="827068"/>
                  <a:ext cx="168699" cy="132573"/>
                  <a:chOff x="-2866743" y="827068"/>
                  <a:chExt cx="168699" cy="132573"/>
                </a:xfrm>
              </p:grpSpPr>
              <p:cxnSp>
                <p:nvCxnSpPr>
                  <p:cNvPr id="1319140131" name="Rechte verbindingslijn 323"/>
                  <p:cNvCxnSpPr>
                    <a:cxnSpLocks noAdjustHandles="1" noChangeArrowheads="1" noChangeShapeType="1" noEditPoints="1" noGrp="1" noMove="1" noResize="1" noRot="1"/>
                  </p:cNvCxnSpPr>
                  <p:nvPr userDrawn="1"/>
                </p:nvCxnSpPr>
                <p:spPr bwMode="auto">
                  <a:xfrm>
                    <a:off x="-2866743" y="827068"/>
                    <a:ext cx="168699" cy="0"/>
                  </a:xfrm>
                  <a:prstGeom prst="line">
                    <a:avLst/>
                  </a:prstGeom>
                  <a:solidFill>
                    <a:schemeClr val="bg1"/>
                  </a:solidFill>
                  <a:ln w="12700" cap="flat" cmpd="sng" algn="ctr">
                    <a:solidFill>
                      <a:srgbClr val="9D9FA1"/>
                    </a:solidFill>
                    <a:prstDash val="solid"/>
                  </a:ln>
                  <a:effectLst/>
                </p:spPr>
              </p:cxnSp>
              <p:cxnSp>
                <p:nvCxnSpPr>
                  <p:cNvPr id="79834436" name="Rechte verbindingslijn 324"/>
                  <p:cNvCxnSpPr>
                    <a:cxnSpLocks noAdjustHandles="1" noChangeArrowheads="1" noChangeShapeType="1" noEditPoints="1" noGrp="1" noMove="1" noResize="1" noRot="1"/>
                  </p:cNvCxnSpPr>
                  <p:nvPr userDrawn="1"/>
                </p:nvCxnSpPr>
                <p:spPr bwMode="auto">
                  <a:xfrm>
                    <a:off x="-2866743" y="959644"/>
                    <a:ext cx="168699" cy="0"/>
                  </a:xfrm>
                  <a:prstGeom prst="line">
                    <a:avLst/>
                  </a:prstGeom>
                  <a:solidFill>
                    <a:schemeClr val="bg1"/>
                  </a:solidFill>
                  <a:ln w="12700" cap="flat" cmpd="sng" algn="ctr">
                    <a:solidFill>
                      <a:srgbClr val="9D9FA1"/>
                    </a:solidFill>
                    <a:prstDash val="solid"/>
                  </a:ln>
                  <a:effectLst/>
                </p:spPr>
              </p:cxnSp>
              <p:cxnSp>
                <p:nvCxnSpPr>
                  <p:cNvPr id="553444772" name="Rechte verbindingslijn 325"/>
                  <p:cNvCxnSpPr>
                    <a:cxnSpLocks noAdjustHandles="1" noChangeArrowheads="1" noChangeShapeType="1" noEditPoints="1" noGrp="1" noMove="1" noResize="1" noRot="1"/>
                  </p:cNvCxnSpPr>
                  <p:nvPr userDrawn="1"/>
                </p:nvCxnSpPr>
                <p:spPr bwMode="auto">
                  <a:xfrm>
                    <a:off x="-2773989" y="926501"/>
                    <a:ext cx="75945" cy="0"/>
                  </a:xfrm>
                  <a:prstGeom prst="line">
                    <a:avLst/>
                  </a:prstGeom>
                  <a:solidFill>
                    <a:schemeClr val="bg1"/>
                  </a:solidFill>
                  <a:ln w="12700" cap="flat" cmpd="sng" algn="ctr">
                    <a:solidFill>
                      <a:srgbClr val="9D9FA1"/>
                    </a:solidFill>
                    <a:prstDash val="solid"/>
                  </a:ln>
                  <a:effectLst/>
                </p:spPr>
              </p:cxnSp>
              <p:cxnSp>
                <p:nvCxnSpPr>
                  <p:cNvPr id="1916171723" name="Rechte verbindingslijn 326"/>
                  <p:cNvCxnSpPr>
                    <a:cxnSpLocks noAdjustHandles="1" noChangeArrowheads="1" noChangeShapeType="1" noEditPoints="1" noGrp="1" noMove="1" noResize="1" noRot="1"/>
                  </p:cNvCxnSpPr>
                  <p:nvPr userDrawn="1"/>
                </p:nvCxnSpPr>
                <p:spPr bwMode="auto">
                  <a:xfrm>
                    <a:off x="-2773989" y="893358"/>
                    <a:ext cx="75945" cy="0"/>
                  </a:xfrm>
                  <a:prstGeom prst="line">
                    <a:avLst/>
                  </a:prstGeom>
                  <a:solidFill>
                    <a:schemeClr val="bg1"/>
                  </a:solidFill>
                  <a:ln w="12700" cap="flat" cmpd="sng" algn="ctr">
                    <a:solidFill>
                      <a:srgbClr val="9D9FA1"/>
                    </a:solidFill>
                    <a:prstDash val="solid"/>
                  </a:ln>
                  <a:effectLst/>
                </p:spPr>
              </p:cxnSp>
              <p:cxnSp>
                <p:nvCxnSpPr>
                  <p:cNvPr id="1118591095" name="Rechte verbindingslijn 327"/>
                  <p:cNvCxnSpPr>
                    <a:cxnSpLocks noAdjustHandles="1" noChangeArrowheads="1" noChangeShapeType="1" noEditPoints="1" noGrp="1" noMove="1" noResize="1" noRot="1"/>
                  </p:cNvCxnSpPr>
                  <p:nvPr userDrawn="1"/>
                </p:nvCxnSpPr>
                <p:spPr bwMode="auto">
                  <a:xfrm>
                    <a:off x="-2773989" y="860213"/>
                    <a:ext cx="75945" cy="0"/>
                  </a:xfrm>
                  <a:prstGeom prst="line">
                    <a:avLst/>
                  </a:prstGeom>
                  <a:solidFill>
                    <a:schemeClr val="bg1"/>
                  </a:solidFill>
                  <a:ln w="12700" cap="flat" cmpd="sng" algn="ctr">
                    <a:solidFill>
                      <a:srgbClr val="9D9FA1"/>
                    </a:solidFill>
                    <a:prstDash val="solid"/>
                  </a:ln>
                  <a:effectLst/>
                </p:spPr>
              </p:cxnSp>
            </p:grpSp>
            <p:sp>
              <p:nvSpPr>
                <p:cNvPr id="1772121180" name="Pijl: rechts 322"/>
                <p:cNvSpPr>
                  <a:spLocks noAdjustHandles="1" noChangeArrowheads="1" noChangeShapeType="1" noEditPoints="1" noGrp="1" noMove="1" noResize="1" noRot="1"/>
                </p:cNvSpPr>
                <p:nvPr userDrawn="1"/>
              </p:nvSpPr>
              <p:spPr bwMode="auto">
                <a:xfrm>
                  <a:off x="-2866743" y="858735"/>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647340004" name="Groep 311"/>
              <p:cNvGrpSpPr>
                <a:grpSpLocks noGrp="1" noMove="1" noResize="1" noRot="1" noUngrp="1"/>
              </p:cNvGrpSpPr>
              <p:nvPr userDrawn="1"/>
            </p:nvGrpSpPr>
            <p:grpSpPr bwMode="auto">
              <a:xfrm>
                <a:off x="-2916761" y="460170"/>
                <a:ext cx="268736" cy="248379"/>
                <a:chOff x="-2916761" y="460170"/>
                <a:chExt cx="268736" cy="248379"/>
              </a:xfrm>
            </p:grpSpPr>
            <p:sp>
              <p:nvSpPr>
                <p:cNvPr id="731643111" name="Rechthoek 312"/>
                <p:cNvSpPr>
                  <a:spLocks noAdjustHandles="1" noChangeArrowheads="1" noChangeShapeType="1" noEditPoints="1" noGrp="1" noMove="1" noResize="1" noRot="1"/>
                </p:cNvSpPr>
                <p:nvPr userDrawn="1"/>
              </p:nvSpPr>
              <p:spPr bwMode="auto">
                <a:xfrm>
                  <a:off x="-2916761" y="460170"/>
                  <a:ext cx="268736" cy="248379"/>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850932161" name="Groep 313"/>
                <p:cNvGrpSpPr>
                  <a:grpSpLocks noGrp="1" noMove="1" noResize="1" noRot="1" noUngrp="1"/>
                </p:cNvGrpSpPr>
                <p:nvPr userDrawn="1"/>
              </p:nvGrpSpPr>
              <p:grpSpPr bwMode="auto">
                <a:xfrm>
                  <a:off x="-2866743" y="518072"/>
                  <a:ext cx="168699" cy="132573"/>
                  <a:chOff x="-2866743" y="518072"/>
                  <a:chExt cx="168699" cy="132573"/>
                </a:xfrm>
              </p:grpSpPr>
              <p:cxnSp>
                <p:nvCxnSpPr>
                  <p:cNvPr id="1781770933" name="Rechte verbindingslijn 315"/>
                  <p:cNvCxnSpPr>
                    <a:cxnSpLocks noAdjustHandles="1" noChangeArrowheads="1" noChangeShapeType="1" noEditPoints="1" noGrp="1" noMove="1" noResize="1" noRot="1"/>
                  </p:cNvCxnSpPr>
                  <p:nvPr userDrawn="1"/>
                </p:nvCxnSpPr>
                <p:spPr bwMode="auto">
                  <a:xfrm>
                    <a:off x="-2866743" y="518072"/>
                    <a:ext cx="168699" cy="0"/>
                  </a:xfrm>
                  <a:prstGeom prst="line">
                    <a:avLst/>
                  </a:prstGeom>
                  <a:solidFill>
                    <a:schemeClr val="bg1"/>
                  </a:solidFill>
                  <a:ln w="12700" cap="flat" cmpd="sng" algn="ctr">
                    <a:solidFill>
                      <a:srgbClr val="9D9FA1"/>
                    </a:solidFill>
                    <a:prstDash val="solid"/>
                  </a:ln>
                  <a:effectLst/>
                </p:spPr>
              </p:cxnSp>
              <p:cxnSp>
                <p:nvCxnSpPr>
                  <p:cNvPr id="1190424224" name="Rechte verbindingslijn 316"/>
                  <p:cNvCxnSpPr>
                    <a:cxnSpLocks noAdjustHandles="1" noChangeArrowheads="1" noChangeShapeType="1" noEditPoints="1" noGrp="1" noMove="1" noResize="1" noRot="1"/>
                  </p:cNvCxnSpPr>
                  <p:nvPr userDrawn="1"/>
                </p:nvCxnSpPr>
                <p:spPr bwMode="auto">
                  <a:xfrm>
                    <a:off x="-2866743" y="650647"/>
                    <a:ext cx="168699" cy="0"/>
                  </a:xfrm>
                  <a:prstGeom prst="line">
                    <a:avLst/>
                  </a:prstGeom>
                  <a:solidFill>
                    <a:schemeClr val="bg1"/>
                  </a:solidFill>
                  <a:ln w="12700" cap="flat" cmpd="sng" algn="ctr">
                    <a:solidFill>
                      <a:srgbClr val="9D9FA1"/>
                    </a:solidFill>
                    <a:prstDash val="solid"/>
                  </a:ln>
                  <a:effectLst/>
                </p:spPr>
              </p:cxnSp>
              <p:cxnSp>
                <p:nvCxnSpPr>
                  <p:cNvPr id="794698449" name="Rechte verbindingslijn 317"/>
                  <p:cNvCxnSpPr>
                    <a:cxnSpLocks noAdjustHandles="1" noChangeArrowheads="1" noChangeShapeType="1" noEditPoints="1" noGrp="1" noMove="1" noResize="1" noRot="1"/>
                  </p:cNvCxnSpPr>
                  <p:nvPr userDrawn="1"/>
                </p:nvCxnSpPr>
                <p:spPr bwMode="auto">
                  <a:xfrm>
                    <a:off x="-2773989" y="617504"/>
                    <a:ext cx="75945" cy="0"/>
                  </a:xfrm>
                  <a:prstGeom prst="line">
                    <a:avLst/>
                  </a:prstGeom>
                  <a:solidFill>
                    <a:schemeClr val="bg1"/>
                  </a:solidFill>
                  <a:ln w="12700" cap="flat" cmpd="sng" algn="ctr">
                    <a:solidFill>
                      <a:srgbClr val="9D9FA1"/>
                    </a:solidFill>
                    <a:prstDash val="solid"/>
                  </a:ln>
                  <a:effectLst/>
                </p:spPr>
              </p:cxnSp>
              <p:cxnSp>
                <p:nvCxnSpPr>
                  <p:cNvPr id="234578027" name="Rechte verbindingslijn 318"/>
                  <p:cNvCxnSpPr>
                    <a:cxnSpLocks noAdjustHandles="1" noChangeArrowheads="1" noChangeShapeType="1" noEditPoints="1" noGrp="1" noMove="1" noResize="1" noRot="1"/>
                  </p:cNvCxnSpPr>
                  <p:nvPr userDrawn="1"/>
                </p:nvCxnSpPr>
                <p:spPr bwMode="auto">
                  <a:xfrm>
                    <a:off x="-2773989" y="584361"/>
                    <a:ext cx="75945" cy="0"/>
                  </a:xfrm>
                  <a:prstGeom prst="line">
                    <a:avLst/>
                  </a:prstGeom>
                  <a:solidFill>
                    <a:schemeClr val="bg1"/>
                  </a:solidFill>
                  <a:ln w="12700" cap="flat" cmpd="sng" algn="ctr">
                    <a:solidFill>
                      <a:srgbClr val="9D9FA1"/>
                    </a:solidFill>
                    <a:prstDash val="solid"/>
                  </a:ln>
                  <a:effectLst/>
                </p:spPr>
              </p:cxnSp>
              <p:cxnSp>
                <p:nvCxnSpPr>
                  <p:cNvPr id="63428596" name="Rechte verbindingslijn 319"/>
                  <p:cNvCxnSpPr>
                    <a:cxnSpLocks noAdjustHandles="1" noChangeArrowheads="1" noChangeShapeType="1" noEditPoints="1" noGrp="1" noMove="1" noResize="1" noRot="1"/>
                  </p:cNvCxnSpPr>
                  <p:nvPr userDrawn="1"/>
                </p:nvCxnSpPr>
                <p:spPr bwMode="auto">
                  <a:xfrm>
                    <a:off x="-2773989" y="551216"/>
                    <a:ext cx="75945" cy="0"/>
                  </a:xfrm>
                  <a:prstGeom prst="line">
                    <a:avLst/>
                  </a:prstGeom>
                  <a:solidFill>
                    <a:schemeClr val="bg1"/>
                  </a:solidFill>
                  <a:ln w="12700" cap="flat" cmpd="sng" algn="ctr">
                    <a:solidFill>
                      <a:srgbClr val="9D9FA1"/>
                    </a:solidFill>
                    <a:prstDash val="solid"/>
                  </a:ln>
                  <a:effectLst/>
                </p:spPr>
              </p:cxnSp>
            </p:grpSp>
            <p:sp>
              <p:nvSpPr>
                <p:cNvPr id="2105088214" name="Pijl: rechts 314"/>
                <p:cNvSpPr>
                  <a:spLocks noAdjustHandles="1" noChangeArrowheads="1" noChangeShapeType="1" noEditPoints="1" noGrp="1" noMove="1" noResize="1" noRot="1"/>
                </p:cNvSpPr>
                <p:nvPr userDrawn="1"/>
              </p:nvSpPr>
              <p:spPr bwMode="auto">
                <a:xfrm flipH="1">
                  <a:off x="-2866743" y="549738"/>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1661249711" name="Groep 296"/>
            <p:cNvGrpSpPr>
              <a:grpSpLocks noGrp="1" noMove="1" noResize="1" noRot="1" noUngrp="1"/>
            </p:cNvGrpSpPr>
            <p:nvPr userDrawn="1"/>
          </p:nvGrpSpPr>
          <p:grpSpPr bwMode="auto">
            <a:xfrm>
              <a:off x="-938432" y="4663035"/>
              <a:ext cx="627796" cy="576693"/>
              <a:chOff x="-1753860" y="6112773"/>
              <a:chExt cx="759633" cy="697797"/>
            </a:xfrm>
          </p:grpSpPr>
          <p:grpSp>
            <p:nvGrpSpPr>
              <p:cNvPr id="814891558" name="Inspireren"/>
              <p:cNvGrpSpPr>
                <a:grpSpLocks noChangeAspect="1" noGrp="1" noMove="1" noResize="1" noRot="1" noUngrp="1"/>
              </p:cNvGrpSpPr>
              <p:nvPr userDrawn="1"/>
            </p:nvGrpSpPr>
            <p:grpSpPr bwMode="auto">
              <a:xfrm>
                <a:off x="-1484856" y="6112773"/>
                <a:ext cx="205429" cy="293284"/>
                <a:chOff x="4766" y="2781"/>
                <a:chExt cx="786" cy="1125"/>
              </a:xfrm>
              <a:gradFill>
                <a:gsLst>
                  <a:gs pos="0">
                    <a:srgbClr val="9D9FA1"/>
                  </a:gs>
                  <a:gs pos="70000">
                    <a:srgbClr val="211F26"/>
                  </a:gs>
                </a:gsLst>
                <a:lin ang="2700000" scaled="0"/>
              </a:gradFill>
            </p:grpSpPr>
            <p:sp>
              <p:nvSpPr>
                <p:cNvPr id="172951816" name="Freeform 12"/>
                <p:cNvSpPr>
                  <a:spLocks noAdjustHandles="1" noChangeArrowheads="1" noChangeShapeType="1" noEditPoints="1" noGrp="1" noMove="1" noResize="1" noRot="1"/>
                </p:cNvSpPr>
                <p:nvPr/>
              </p:nvSpPr>
              <p:spPr bwMode="auto">
                <a:xfrm>
                  <a:off x="4999" y="3186"/>
                  <a:ext cx="317"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724811223" name="Freeform 13"/>
                <p:cNvSpPr>
                  <a:spLocks noAdjustHandles="1" noChangeArrowheads="1" noChangeShapeType="1" noEditPoints="1" noGrp="1" noMove="1" noResize="1" noRot="1"/>
                </p:cNvSpPr>
                <p:nvPr/>
              </p:nvSpPr>
              <p:spPr bwMode="auto">
                <a:xfrm>
                  <a:off x="5022" y="3793"/>
                  <a:ext cx="280" cy="110"/>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061079123" name="Freeform 14"/>
                <p:cNvSpPr>
                  <a:spLocks noAdjustHandles="1" noChangeArrowheads="1" noChangeShapeType="1" noEditPoints="1" noGrp="1" noMove="1" noResize="1" noRot="1"/>
                </p:cNvSpPr>
                <p:nvPr/>
              </p:nvSpPr>
              <p:spPr bwMode="auto">
                <a:xfrm>
                  <a:off x="4766" y="2781"/>
                  <a:ext cx="786" cy="964"/>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1806241163" name="Tekstvak 298"/>
              <p:cNvSpPr txBox="1">
                <a:spLocks noAdjustHandles="1" noChangeArrowheads="1" noChangeShapeType="1" noEditPoints="1" noGrp="1" noMove="1" noResize="1" noRot="1"/>
              </p:cNvSpPr>
              <p:nvPr userDrawn="1"/>
            </p:nvSpPr>
            <p:spPr bwMode="auto">
              <a:xfrm>
                <a:off x="-1753860" y="6420663"/>
                <a:ext cx="759633" cy="389907"/>
              </a:xfrm>
              <a:prstGeom prst="rect">
                <a:avLst/>
              </a:prstGeom>
              <a:noFill/>
            </p:spPr>
            <p:txBody>
              <a:bodyPr wrap="square" lIns="0" tIns="0" rIns="0" bIns="0" rtlCol="0" anchor="ctr">
                <a:noAutofit/>
              </a:bodyPr>
              <a:lstStyle/>
              <a:p>
                <a:pPr marL="0" marR="0" lvl="0" indent="0" algn="ctr" defTabSz="914400">
                  <a:lnSpc>
                    <a:spcPct val="90000"/>
                  </a:lnSpc>
                  <a:spcBef>
                    <a:spcPts val="598"/>
                  </a:spcBef>
                  <a:spcAft>
                    <a:spcPts val="598"/>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cxnSp>
        <p:nvCxnSpPr>
          <p:cNvPr id="1209190898" name=""/>
          <p:cNvCxnSpPr/>
          <p:nvPr/>
        </p:nvCxnSpPr>
        <p:spPr bwMode="auto">
          <a:xfrm flipH="0" flipV="1">
            <a:off x="5154467" y="2342212"/>
            <a:ext cx="640203" cy="1623933"/>
          </a:xfrm>
          <a:prstGeom prst="lin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cxnSp>
      <p:cxnSp>
        <p:nvCxnSpPr>
          <p:cNvPr id="752430186" name=""/>
          <p:cNvCxnSpPr/>
          <p:nvPr/>
        </p:nvCxnSpPr>
        <p:spPr bwMode="auto">
          <a:xfrm flipH="0" flipV="1">
            <a:off x="3686679" y="2092376"/>
            <a:ext cx="687048" cy="890039"/>
          </a:xfrm>
          <a:prstGeom prst="lin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cxnSp>
      <p:pic>
        <p:nvPicPr>
          <p:cNvPr id="1147906642" name=""/>
          <p:cNvPicPr>
            <a:picLocks noChangeAspect="1"/>
          </p:cNvPicPr>
          <p:nvPr/>
        </p:nvPicPr>
        <p:blipFill>
          <a:blip r:embed="rId4"/>
          <a:stretch/>
        </p:blipFill>
        <p:spPr bwMode="auto">
          <a:xfrm flipH="0" flipV="0">
            <a:off x="6011073" y="0"/>
            <a:ext cx="4799283" cy="2214587"/>
          </a:xfrm>
          <a:prstGeom prst="rect">
            <a:avLst/>
          </a:prstGeom>
        </p:spPr>
      </p:pic>
      <p:pic>
        <p:nvPicPr>
          <p:cNvPr id="671928039" name=""/>
          <p:cNvPicPr>
            <a:picLocks noChangeAspect="1"/>
          </p:cNvPicPr>
          <p:nvPr/>
        </p:nvPicPr>
        <p:blipFill>
          <a:blip r:embed="rId5"/>
          <a:srcRect l="24759" t="0" r="24189" b="0"/>
          <a:stretch/>
        </p:blipFill>
        <p:spPr bwMode="auto">
          <a:xfrm flipH="0" flipV="0">
            <a:off x="10810357" y="0"/>
            <a:ext cx="1369167" cy="5517513"/>
          </a:xfrm>
          <a:prstGeom prst="rect">
            <a:avLst/>
          </a:prstGeom>
        </p:spPr>
      </p:pic>
      <p:sp>
        <p:nvSpPr>
          <p:cNvPr id="101365884" name=""/>
          <p:cNvSpPr txBox="1"/>
          <p:nvPr/>
        </p:nvSpPr>
        <p:spPr bwMode="auto">
          <a:xfrm flipH="0" flipV="0">
            <a:off x="775429" y="1488281"/>
            <a:ext cx="5049216" cy="14634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a:t>Unstructured meshing was performed in Ansys Fluent, utilizing influence bodies and face sizing. The inflation layers around the walls aim to reach y+ &lt; 1 to adequately capture boundary layer phenomena    </a:t>
            </a:r>
            <a:endParaRPr/>
          </a:p>
        </p:txBody>
      </p:sp>
      <p:sp>
        <p:nvSpPr>
          <p:cNvPr id="1984734678" name=""/>
          <p:cNvSpPr txBox="1"/>
          <p:nvPr/>
        </p:nvSpPr>
        <p:spPr bwMode="auto">
          <a:xfrm flipH="0" flipV="0">
            <a:off x="6011073" y="5517512"/>
            <a:ext cx="6140464" cy="1189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just">
              <a:defRPr/>
            </a:pPr>
            <a:r>
              <a:rPr lang="en-US" i="1"/>
              <a:t>Some snapshots of the coarse mesh are demonstrated highlighting boundary layer refinement (a), MRF interface region (b) and the influence body effect on the main wake refinement (c). </a:t>
            </a:r>
            <a:endParaRPr i="1"/>
          </a:p>
        </p:txBody>
      </p:sp>
      <p:sp>
        <p:nvSpPr>
          <p:cNvPr id="303961907" name=""/>
          <p:cNvSpPr txBox="1"/>
          <p:nvPr/>
        </p:nvSpPr>
        <p:spPr bwMode="auto">
          <a:xfrm flipH="0" flipV="0">
            <a:off x="6011073" y="1853861"/>
            <a:ext cx="449004"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2000" b="1">
                <a:solidFill>
                  <a:srgbClr val="FF0000"/>
                </a:solidFill>
              </a:rPr>
              <a:t>a</a:t>
            </a:r>
            <a:endParaRPr sz="2000" b="1"/>
          </a:p>
        </p:txBody>
      </p:sp>
      <p:sp>
        <p:nvSpPr>
          <p:cNvPr id="1843490855" name=""/>
          <p:cNvSpPr txBox="1"/>
          <p:nvPr/>
        </p:nvSpPr>
        <p:spPr bwMode="auto">
          <a:xfrm flipH="0" flipV="0">
            <a:off x="6011073" y="5101885"/>
            <a:ext cx="44972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2000" b="1">
                <a:solidFill>
                  <a:srgbClr val="FF0000"/>
                </a:solidFill>
              </a:rPr>
              <a:t>b</a:t>
            </a:r>
            <a:endParaRPr sz="2000" b="1"/>
          </a:p>
        </p:txBody>
      </p:sp>
      <p:sp>
        <p:nvSpPr>
          <p:cNvPr id="2059063791" name=""/>
          <p:cNvSpPr txBox="1"/>
          <p:nvPr/>
        </p:nvSpPr>
        <p:spPr bwMode="auto">
          <a:xfrm flipH="0" flipV="0">
            <a:off x="10874748" y="5151393"/>
            <a:ext cx="45224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2000" b="1">
                <a:solidFill>
                  <a:srgbClr val="FF0000"/>
                </a:solidFill>
                <a:highlight>
                  <a:srgbClr val="FFFFFF"/>
                </a:highlight>
              </a:rPr>
              <a:t>c</a:t>
            </a:r>
            <a:endParaRPr sz="2000" b="1">
              <a:highlight>
                <a:srgbClr val="FFFFFF"/>
              </a:highlight>
            </a:endParaRPr>
          </a:p>
        </p:txBody>
      </p:sp>
      <p:sp>
        <p:nvSpPr>
          <p:cNvPr id="1482554840" name=""/>
          <p:cNvSpPr txBox="1"/>
          <p:nvPr/>
        </p:nvSpPr>
        <p:spPr bwMode="auto">
          <a:xfrm flipH="0" flipV="0">
            <a:off x="6030247" y="1853861"/>
            <a:ext cx="449364"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2000" b="1">
                <a:solidFill>
                  <a:srgbClr val="FF0000"/>
                </a:solidFill>
                <a:highlight>
                  <a:srgbClr val="FFFFFF"/>
                </a:highlight>
              </a:rPr>
              <a:t>a</a:t>
            </a:r>
            <a:endParaRPr sz="2000" b="1">
              <a:highlight>
                <a:srgbClr val="FFFFFF"/>
              </a:highlight>
            </a:endParaRPr>
          </a:p>
        </p:txBody>
      </p:sp>
      <p:sp>
        <p:nvSpPr>
          <p:cNvPr id="2061507995" name=""/>
          <p:cNvSpPr txBox="1"/>
          <p:nvPr/>
        </p:nvSpPr>
        <p:spPr bwMode="auto">
          <a:xfrm flipH="0" flipV="0">
            <a:off x="6030247" y="5101885"/>
            <a:ext cx="45008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2000" b="1">
                <a:solidFill>
                  <a:srgbClr val="FF0000"/>
                </a:solidFill>
                <a:highlight>
                  <a:srgbClr val="FFFFFF"/>
                </a:highlight>
              </a:rPr>
              <a:t>b</a:t>
            </a:r>
            <a:endParaRPr sz="2000" b="1">
              <a:highlight>
                <a:srgbClr val="FFFFFF"/>
              </a:highligh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578752" name="Tijdelijke aanduiding voor datum 4"/>
          <p:cNvSpPr>
            <a:spLocks noGrp="1"/>
          </p:cNvSpPr>
          <p:nvPr>
            <p:ph type="dt" sz="half" idx="18"/>
          </p:nvPr>
        </p:nvSpPr>
        <p:spPr bwMode="auto"/>
        <p:txBody>
          <a:bodyPr/>
          <a:lstStyle/>
          <a:p>
            <a:pPr>
              <a:defRPr/>
            </a:pPr>
            <a:fld id="{C5DDB223-DFFB-8417-7CA7-68B6463B73B7}" type="datetime1">
              <a:rPr lang="nl-NL"/>
              <a:t/>
            </a:fld>
            <a:endParaRPr lang="en-GB"/>
          </a:p>
        </p:txBody>
      </p:sp>
      <p:sp>
        <p:nvSpPr>
          <p:cNvPr id="841163174" name="Titel 8"/>
          <p:cNvSpPr>
            <a:spLocks noGrp="1"/>
          </p:cNvSpPr>
          <p:nvPr>
            <p:ph type="title"/>
          </p:nvPr>
        </p:nvSpPr>
        <p:spPr bwMode="auto"/>
        <p:txBody>
          <a:bodyPr/>
          <a:lstStyle/>
          <a:p>
            <a:pPr>
              <a:defRPr/>
            </a:pPr>
            <a:r>
              <a:rPr lang="en-US"/>
              <a:t>CFD simulation convergence</a:t>
            </a:r>
            <a:endParaRPr/>
          </a:p>
        </p:txBody>
      </p:sp>
      <p:sp>
        <p:nvSpPr>
          <p:cNvPr id="428100312" name="Tijdelijke aanduiding voor dianummer 1"/>
          <p:cNvSpPr>
            <a:spLocks noGrp="1"/>
          </p:cNvSpPr>
          <p:nvPr>
            <p:ph type="sldNum" sz="quarter" idx="20"/>
          </p:nvPr>
        </p:nvSpPr>
        <p:spPr bwMode="auto"/>
        <p:txBody>
          <a:bodyPr/>
          <a:lstStyle/>
          <a:p>
            <a:pPr>
              <a:defRPr/>
            </a:pPr>
            <a:fld id="{1981A260-142C-BA2C-FDDB-5F52B3A136A3}" type="slidenum">
              <a:rPr lang="en-GB"/>
              <a:t/>
            </a:fld>
            <a:endParaRPr lang="en-GB"/>
          </a:p>
        </p:txBody>
      </p:sp>
      <p:grpSp>
        <p:nvGrpSpPr>
          <p:cNvPr id="1131683929" name="INSTRUCTION"/>
          <p:cNvGrpSpPr>
            <a:grpSpLocks noGrp="1" noMove="1" noResize="1" noRot="1" noUngrp="1"/>
          </p:cNvGrpSpPr>
          <p:nvPr/>
        </p:nvGrpSpPr>
        <p:grpSpPr bwMode="auto">
          <a:xfrm>
            <a:off x="-3786436" y="0"/>
            <a:ext cx="3693385" cy="5359348"/>
            <a:chOff x="-3786436" y="0"/>
            <a:chExt cx="3693385" cy="5359348"/>
          </a:xfrm>
        </p:grpSpPr>
        <p:sp>
          <p:nvSpPr>
            <p:cNvPr id="1466418009"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6323003"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877184847"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63934605"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63410746"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392192570"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536191300"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994067281"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370240558"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357100175"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1805687181"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1933192914"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1149283154"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040644559"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574590972"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1671458381"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854573666"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891825313"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289449019"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1029262637"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752779218"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941990265" name="ICOON_info"/>
            <p:cNvGrpSpPr>
              <a:grpSpLocks noGrp="1" noMove="1" noResize="1" noRot="1" noUngrp="1"/>
            </p:cNvGrpSpPr>
            <p:nvPr userDrawn="1"/>
          </p:nvGrpSpPr>
          <p:grpSpPr bwMode="auto">
            <a:xfrm>
              <a:off x="-376734" y="4400185"/>
              <a:ext cx="283684" cy="283684"/>
              <a:chOff x="-510741" y="5913712"/>
              <a:chExt cx="267554" cy="267554"/>
            </a:xfrm>
          </p:grpSpPr>
          <p:sp>
            <p:nvSpPr>
              <p:cNvPr id="366052409"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1352134062"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607343118" name="VOORBEELD"/>
            <p:cNvGrpSpPr>
              <a:grpSpLocks noGrp="1" noMove="1" noResize="1" noRot="1" noUngrp="1"/>
            </p:cNvGrpSpPr>
            <p:nvPr userDrawn="1"/>
          </p:nvGrpSpPr>
          <p:grpSpPr bwMode="auto">
            <a:xfrm>
              <a:off x="-3605171" y="458673"/>
              <a:ext cx="3234310" cy="558874"/>
              <a:chOff x="-3605171" y="458673"/>
              <a:chExt cx="3234310" cy="558874"/>
            </a:xfrm>
          </p:grpSpPr>
          <p:sp>
            <p:nvSpPr>
              <p:cNvPr id="1461778235"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28623099"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94160365"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950966327"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2110815852"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1925306682"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80492879"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84338895"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966646731"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42392329"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53921524"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533227144"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1777489769"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2112321990"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320846926"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913243357"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625876916"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879509408"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163525075"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1429299212"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1216256552"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339246062"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134092265" name="Groep 310"/>
              <p:cNvGrpSpPr>
                <a:grpSpLocks noGrp="1" noMove="1" noResize="1" noRot="1" noUngrp="1"/>
              </p:cNvGrpSpPr>
              <p:nvPr userDrawn="1"/>
            </p:nvGrpSpPr>
            <p:grpSpPr bwMode="auto">
              <a:xfrm>
                <a:off x="-2916762" y="769167"/>
                <a:ext cx="268737" cy="248380"/>
                <a:chOff x="-2916762" y="769167"/>
                <a:chExt cx="268737" cy="248380"/>
              </a:xfrm>
            </p:grpSpPr>
            <p:sp>
              <p:nvSpPr>
                <p:cNvPr id="203570506"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260817823"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1168603593"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1932390697"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817102560"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402613191"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289409245"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92167797"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343472004" name="Groep 311"/>
              <p:cNvGrpSpPr>
                <a:grpSpLocks noGrp="1" noMove="1" noResize="1" noRot="1" noUngrp="1"/>
              </p:cNvGrpSpPr>
              <p:nvPr userDrawn="1"/>
            </p:nvGrpSpPr>
            <p:grpSpPr bwMode="auto">
              <a:xfrm>
                <a:off x="-2916762" y="460170"/>
                <a:ext cx="268737" cy="248380"/>
                <a:chOff x="-2916762" y="460170"/>
                <a:chExt cx="268737" cy="248380"/>
              </a:xfrm>
            </p:grpSpPr>
            <p:sp>
              <p:nvSpPr>
                <p:cNvPr id="762313791"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531267448"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97257423"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878219476"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176123417"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393695377"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46838748"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258682123"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45455586"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680621276"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387761558"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492832423"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098519744"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954282019"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cxnSp>
        <p:nvCxnSpPr>
          <p:cNvPr id="743591984" name=""/>
          <p:cNvCxnSpPr/>
          <p:nvPr/>
        </p:nvCxnSpPr>
        <p:spPr bwMode="auto">
          <a:xfrm flipH="0" flipV="1">
            <a:off x="5154467" y="2342212"/>
            <a:ext cx="640204" cy="1623934"/>
          </a:xfrm>
          <a:prstGeom prst="lin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cxnSp>
      <p:pic>
        <p:nvPicPr>
          <p:cNvPr id="436083599" name=""/>
          <p:cNvPicPr>
            <a:picLocks noChangeAspect="1"/>
          </p:cNvPicPr>
          <p:nvPr/>
        </p:nvPicPr>
        <p:blipFill>
          <a:blip r:embed="rId3"/>
          <a:stretch/>
        </p:blipFill>
        <p:spPr bwMode="auto">
          <a:xfrm flipH="0" flipV="0">
            <a:off x="6254749" y="2342212"/>
            <a:ext cx="5622472" cy="2323087"/>
          </a:xfrm>
          <a:prstGeom prst="rect">
            <a:avLst/>
          </a:prstGeom>
        </p:spPr>
      </p:pic>
      <p:pic>
        <p:nvPicPr>
          <p:cNvPr id="1881515945" name=""/>
          <p:cNvPicPr>
            <a:picLocks noChangeAspect="1"/>
          </p:cNvPicPr>
          <p:nvPr/>
        </p:nvPicPr>
        <p:blipFill>
          <a:blip r:embed="rId4"/>
          <a:stretch/>
        </p:blipFill>
        <p:spPr bwMode="auto">
          <a:xfrm flipH="0" flipV="0">
            <a:off x="391244" y="1321925"/>
            <a:ext cx="5474107" cy="4363661"/>
          </a:xfrm>
          <a:prstGeom prst="rect">
            <a:avLst/>
          </a:prstGeom>
        </p:spPr>
      </p:pic>
      <p:sp>
        <p:nvSpPr>
          <p:cNvPr id="1107913012" name=""/>
          <p:cNvSpPr txBox="1"/>
          <p:nvPr/>
        </p:nvSpPr>
        <p:spPr bwMode="auto">
          <a:xfrm flipH="0" flipV="0">
            <a:off x="775429" y="5640585"/>
            <a:ext cx="4957768"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1600" i="1"/>
              <a:t>For the integral part of the blade span relative error stays below 1%, fluctuating in the blade root region</a:t>
            </a:r>
            <a:endParaRPr/>
          </a:p>
        </p:txBody>
      </p:sp>
      <p:sp>
        <p:nvSpPr>
          <p:cNvPr id="1810560090" name=""/>
          <p:cNvSpPr txBox="1"/>
          <p:nvPr/>
        </p:nvSpPr>
        <p:spPr bwMode="auto">
          <a:xfrm flipH="0" flipV="0">
            <a:off x="6672594" y="4944664"/>
            <a:ext cx="5003487" cy="8233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1600" i="1"/>
              <a:t>Continuity and momentum equations gradually converge, whereas turbulence model parameters keep spiking up to 2500 iterations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71443521" name="Tijdelijke aanduiding voor datum 4"/>
          <p:cNvSpPr>
            <a:spLocks noGrp="1"/>
          </p:cNvSpPr>
          <p:nvPr>
            <p:ph type="dt" sz="half" idx="18"/>
          </p:nvPr>
        </p:nvSpPr>
        <p:spPr bwMode="auto"/>
        <p:txBody>
          <a:bodyPr/>
          <a:lstStyle/>
          <a:p>
            <a:pPr>
              <a:defRPr/>
            </a:pPr>
            <a:fld id="{3A0EA25D-652A-0FD1-F5C0-38D5F680EF41}" type="datetime1">
              <a:rPr lang="nl-NL"/>
              <a:t/>
            </a:fld>
            <a:endParaRPr lang="en-GB"/>
          </a:p>
        </p:txBody>
      </p:sp>
      <p:sp>
        <p:nvSpPr>
          <p:cNvPr id="63651583" name="Titel 8"/>
          <p:cNvSpPr>
            <a:spLocks noGrp="1"/>
          </p:cNvSpPr>
          <p:nvPr>
            <p:ph type="title"/>
          </p:nvPr>
        </p:nvSpPr>
        <p:spPr bwMode="auto"/>
        <p:txBody>
          <a:bodyPr/>
          <a:lstStyle/>
          <a:p>
            <a:pPr>
              <a:defRPr/>
            </a:pPr>
            <a:r>
              <a:rPr lang="en-US"/>
              <a:t>CFD y+</a:t>
            </a:r>
            <a:endParaRPr/>
          </a:p>
        </p:txBody>
      </p:sp>
      <p:sp>
        <p:nvSpPr>
          <p:cNvPr id="1626647092" name="Tijdelijke aanduiding voor dianummer 1"/>
          <p:cNvSpPr>
            <a:spLocks noGrp="1"/>
          </p:cNvSpPr>
          <p:nvPr>
            <p:ph type="sldNum" sz="quarter" idx="20"/>
          </p:nvPr>
        </p:nvSpPr>
        <p:spPr bwMode="auto"/>
        <p:txBody>
          <a:bodyPr/>
          <a:lstStyle/>
          <a:p>
            <a:pPr>
              <a:defRPr/>
            </a:pPr>
            <a:fld id="{CEDBA8EF-D4D7-463B-A561-F51623231D45}" type="slidenum">
              <a:rPr lang="en-GB"/>
              <a:t/>
            </a:fld>
            <a:endParaRPr lang="en-GB"/>
          </a:p>
        </p:txBody>
      </p:sp>
      <p:grpSp>
        <p:nvGrpSpPr>
          <p:cNvPr id="713114373" name="INSTRUCTION"/>
          <p:cNvGrpSpPr>
            <a:grpSpLocks noGrp="1" noMove="1" noResize="1" noRot="1" noUngrp="1"/>
          </p:cNvGrpSpPr>
          <p:nvPr/>
        </p:nvGrpSpPr>
        <p:grpSpPr bwMode="auto">
          <a:xfrm>
            <a:off x="-3786436" y="0"/>
            <a:ext cx="3693385" cy="5359348"/>
            <a:chOff x="-3786436" y="0"/>
            <a:chExt cx="3693385" cy="5359348"/>
          </a:xfrm>
        </p:grpSpPr>
        <p:sp>
          <p:nvSpPr>
            <p:cNvPr id="782322379"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1106952331"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347065409"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1405546857"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523365290"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408228722"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379369554"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398196868"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918308927"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740577628"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335608994"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975779451"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804182763"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031262850"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1736278680"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1074546759"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960399500"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629953675"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102375948"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544032522"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433035810"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361433207" name="ICOON_info"/>
            <p:cNvGrpSpPr>
              <a:grpSpLocks noGrp="1" noMove="1" noResize="1" noRot="1" noUngrp="1"/>
            </p:cNvGrpSpPr>
            <p:nvPr userDrawn="1"/>
          </p:nvGrpSpPr>
          <p:grpSpPr bwMode="auto">
            <a:xfrm>
              <a:off x="-376734" y="4400185"/>
              <a:ext cx="283684" cy="283684"/>
              <a:chOff x="-510741" y="5913712"/>
              <a:chExt cx="267554" cy="267554"/>
            </a:xfrm>
          </p:grpSpPr>
          <p:sp>
            <p:nvSpPr>
              <p:cNvPr id="1276189474"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1430895506"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2040067262" name="VOORBEELD"/>
            <p:cNvGrpSpPr>
              <a:grpSpLocks noGrp="1" noMove="1" noResize="1" noRot="1" noUngrp="1"/>
            </p:cNvGrpSpPr>
            <p:nvPr userDrawn="1"/>
          </p:nvGrpSpPr>
          <p:grpSpPr bwMode="auto">
            <a:xfrm>
              <a:off x="-3605171" y="458673"/>
              <a:ext cx="3234310" cy="558874"/>
              <a:chOff x="-3605171" y="458673"/>
              <a:chExt cx="3234310" cy="558874"/>
            </a:xfrm>
          </p:grpSpPr>
          <p:sp>
            <p:nvSpPr>
              <p:cNvPr id="968667804"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925797593"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701350563"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814664682"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1980876137"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980800277"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50528662"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2079891220"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629688595"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041525025"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584080879"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1129116990"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1638245535"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954089976"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555172174"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070329258"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097088893"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277049704"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1529961166"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1264499970"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741340279"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557369747"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567242441" name="Groep 310"/>
              <p:cNvGrpSpPr>
                <a:grpSpLocks noGrp="1" noMove="1" noResize="1" noRot="1" noUngrp="1"/>
              </p:cNvGrpSpPr>
              <p:nvPr userDrawn="1"/>
            </p:nvGrpSpPr>
            <p:grpSpPr bwMode="auto">
              <a:xfrm>
                <a:off x="-2916762" y="769167"/>
                <a:ext cx="268737" cy="248380"/>
                <a:chOff x="-2916762" y="769167"/>
                <a:chExt cx="268737" cy="248380"/>
              </a:xfrm>
            </p:grpSpPr>
            <p:sp>
              <p:nvSpPr>
                <p:cNvPr id="375038118"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946487377"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369111151"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358624028"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79705595"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1035956946"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620918971"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663246164"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575002230" name="Groep 311"/>
              <p:cNvGrpSpPr>
                <a:grpSpLocks noGrp="1" noMove="1" noResize="1" noRot="1" noUngrp="1"/>
              </p:cNvGrpSpPr>
              <p:nvPr userDrawn="1"/>
            </p:nvGrpSpPr>
            <p:grpSpPr bwMode="auto">
              <a:xfrm>
                <a:off x="-2916762" y="460170"/>
                <a:ext cx="268737" cy="248380"/>
                <a:chOff x="-2916762" y="460170"/>
                <a:chExt cx="268737" cy="248380"/>
              </a:xfrm>
            </p:grpSpPr>
            <p:sp>
              <p:nvSpPr>
                <p:cNvPr id="379455651"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505363366"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1455439544"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937248204"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866072721"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943461487"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912334459"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353379201"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1334877826"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1848370768"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1987730577"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390791364"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183994145"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335470675"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cxnSp>
        <p:nvCxnSpPr>
          <p:cNvPr id="1990620053" name=""/>
          <p:cNvCxnSpPr/>
          <p:nvPr/>
        </p:nvCxnSpPr>
        <p:spPr bwMode="auto">
          <a:xfrm flipH="0" flipV="1">
            <a:off x="5154467" y="2342212"/>
            <a:ext cx="640204" cy="1623934"/>
          </a:xfrm>
          <a:prstGeom prst="lin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cxnSp>
      <p:pic>
        <p:nvPicPr>
          <p:cNvPr id="89361641" name=""/>
          <p:cNvPicPr>
            <a:picLocks noChangeAspect="1"/>
          </p:cNvPicPr>
          <p:nvPr/>
        </p:nvPicPr>
        <p:blipFill>
          <a:blip r:embed="rId3"/>
          <a:stretch/>
        </p:blipFill>
        <p:spPr bwMode="auto">
          <a:xfrm>
            <a:off x="5082390" y="1452171"/>
            <a:ext cx="6153149" cy="4381499"/>
          </a:xfrm>
          <a:prstGeom prst="rect">
            <a:avLst/>
          </a:prstGeom>
        </p:spPr>
      </p:pic>
      <p:sp>
        <p:nvSpPr>
          <p:cNvPr id="1659526999" name=""/>
          <p:cNvSpPr txBox="1"/>
          <p:nvPr/>
        </p:nvSpPr>
        <p:spPr bwMode="auto">
          <a:xfrm flipH="0" flipV="0">
            <a:off x="968906" y="1452171"/>
            <a:ext cx="3632469" cy="20120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a:t>The y+ value stays below 1 for the integral portion of the wall surfaces getting slightly higher around the leading edge of the blades and closer to the tip where the flow velocity is higher, yet remaining below 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92194400" name="Tijdelijke aanduiding voor datum 4"/>
          <p:cNvSpPr>
            <a:spLocks noGrp="1"/>
          </p:cNvSpPr>
          <p:nvPr>
            <p:ph type="dt" sz="half" idx="18"/>
          </p:nvPr>
        </p:nvSpPr>
        <p:spPr bwMode="auto"/>
        <p:txBody>
          <a:bodyPr/>
          <a:lstStyle/>
          <a:p>
            <a:pPr>
              <a:defRPr/>
            </a:pPr>
            <a:fld id="{0C30A057-9A84-7024-4A44-FC4B19D92B3E}" type="datetime1">
              <a:rPr lang="nl-NL"/>
              <a:t/>
            </a:fld>
            <a:endParaRPr lang="en-GB"/>
          </a:p>
        </p:txBody>
      </p:sp>
      <p:sp>
        <p:nvSpPr>
          <p:cNvPr id="69835856" name="Titel 8"/>
          <p:cNvSpPr>
            <a:spLocks noGrp="1"/>
          </p:cNvSpPr>
          <p:nvPr>
            <p:ph type="title"/>
          </p:nvPr>
        </p:nvSpPr>
        <p:spPr bwMode="auto"/>
        <p:txBody>
          <a:bodyPr/>
          <a:lstStyle/>
          <a:p>
            <a:pPr>
              <a:defRPr/>
            </a:pPr>
            <a:r>
              <a:rPr lang="en-US"/>
              <a:t>CFD: mesh convergence study</a:t>
            </a:r>
            <a:endParaRPr/>
          </a:p>
        </p:txBody>
      </p:sp>
      <p:sp>
        <p:nvSpPr>
          <p:cNvPr id="1399318354" name="Tijdelijke aanduiding voor dianummer 1"/>
          <p:cNvSpPr>
            <a:spLocks noGrp="1"/>
          </p:cNvSpPr>
          <p:nvPr>
            <p:ph type="sldNum" sz="quarter" idx="20"/>
          </p:nvPr>
        </p:nvSpPr>
        <p:spPr bwMode="auto"/>
        <p:txBody>
          <a:bodyPr/>
          <a:lstStyle/>
          <a:p>
            <a:pPr>
              <a:defRPr/>
            </a:pPr>
            <a:fld id="{7AD62303-9008-26FE-151A-C08AD2AF9E0E}" type="slidenum">
              <a:rPr lang="en-GB"/>
              <a:t/>
            </a:fld>
            <a:endParaRPr lang="en-GB"/>
          </a:p>
        </p:txBody>
      </p:sp>
      <p:grpSp>
        <p:nvGrpSpPr>
          <p:cNvPr id="230970210" name="INSTRUCTION"/>
          <p:cNvGrpSpPr>
            <a:grpSpLocks noGrp="1" noMove="1" noResize="1" noRot="1" noUngrp="1"/>
          </p:cNvGrpSpPr>
          <p:nvPr/>
        </p:nvGrpSpPr>
        <p:grpSpPr bwMode="auto">
          <a:xfrm>
            <a:off x="-3786435" y="0"/>
            <a:ext cx="3693384" cy="5359347"/>
            <a:chOff x="-3786435" y="0"/>
            <a:chExt cx="3693384" cy="5359347"/>
          </a:xfrm>
        </p:grpSpPr>
        <p:sp>
          <p:nvSpPr>
            <p:cNvPr id="809186072" name="Rechthoek 273"/>
            <p:cNvSpPr>
              <a:spLocks noAdjustHandles="1" noChangeArrowheads="1" noChangeShapeType="1" noEditPoints="1" noGrp="1" noMove="1" noResize="1" noRot="1"/>
            </p:cNvSpPr>
            <p:nvPr userDrawn="1"/>
          </p:nvSpPr>
          <p:spPr bwMode="auto">
            <a:xfrm>
              <a:off x="-3786165" y="0"/>
              <a:ext cx="3593089" cy="4641336"/>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8"/>
                </a:spcBef>
                <a:spcAft>
                  <a:spcPts val="598"/>
                </a:spcAft>
                <a:defRPr/>
              </a:pPr>
              <a:r>
                <a:rPr lang="en-GB" sz="1400" b="1" cap="all">
                  <a:solidFill>
                    <a:schemeClr val="accent1"/>
                  </a:solidFill>
                  <a:latin typeface="Calibri"/>
                  <a:cs typeface="Calibri"/>
                </a:rPr>
                <a:t>Choosing text levels</a:t>
              </a:r>
              <a:endParaRPr/>
            </a:p>
          </p:txBody>
        </p:sp>
        <p:sp>
          <p:nvSpPr>
            <p:cNvPr id="1560439456" name="Ovaal 274"/>
            <p:cNvSpPr>
              <a:spLocks noAdjustHandles="1" noChangeArrowheads="1" noChangeShapeType="1" noEditPoints="1" noGrp="1" noMove="1" noResize="1" noRot="1"/>
            </p:cNvSpPr>
            <p:nvPr userDrawn="1"/>
          </p:nvSpPr>
          <p:spPr bwMode="auto">
            <a:xfrm>
              <a:off x="-3604181" y="183748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770088283" name="Rechthoek 275"/>
            <p:cNvSpPr>
              <a:spLocks noAdjustHandles="1" noChangeArrowheads="1" noChangeShapeType="1" noEditPoints="1" noGrp="1" noMove="1" noResize="1" noRot="1"/>
            </p:cNvSpPr>
            <p:nvPr userDrawn="1"/>
          </p:nvSpPr>
          <p:spPr bwMode="auto">
            <a:xfrm>
              <a:off x="-3319413" y="1837482"/>
              <a:ext cx="2949218" cy="180000"/>
            </a:xfrm>
            <a:prstGeom prst="rect">
              <a:avLst/>
            </a:prstGeom>
            <a:noFill/>
            <a:ln w="25400" cap="flat" cmpd="sng" algn="ctr">
              <a:noFill/>
              <a:prstDash val="solid"/>
            </a:ln>
            <a:effectLst/>
          </p:spPr>
          <p:txBody>
            <a:bodyPr lIns="0" tIns="0" rIns="0" bIns="0" rtlCol="0" anchor="ctr"/>
            <a:lstStyle/>
            <a:p>
              <a:pPr marL="357186" marR="0" lvl="0" indent="-357186" defTabSz="914400">
                <a:lnSpc>
                  <a:spcPct val="100000"/>
                </a:lnSpc>
                <a:spcBef>
                  <a:spcPts val="598"/>
                </a:spcBef>
                <a:spcAft>
                  <a:spcPts val="598"/>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824507025" name="Ovaal 276"/>
            <p:cNvSpPr>
              <a:spLocks noAdjustHandles="1" noChangeArrowheads="1" noChangeShapeType="1" noEditPoints="1" noGrp="1" noMove="1" noResize="1" noRot="1"/>
            </p:cNvSpPr>
            <p:nvPr userDrawn="1"/>
          </p:nvSpPr>
          <p:spPr bwMode="auto">
            <a:xfrm>
              <a:off x="-3604181" y="212876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2092825574" name="Rechthoek 277"/>
            <p:cNvSpPr>
              <a:spLocks noAdjustHandles="1" noChangeArrowheads="1" noChangeShapeType="1" noEditPoints="1" noGrp="1" noMove="1" noResize="1" noRot="1"/>
            </p:cNvSpPr>
            <p:nvPr userDrawn="1"/>
          </p:nvSpPr>
          <p:spPr bwMode="auto">
            <a:xfrm>
              <a:off x="-3604181" y="1196111"/>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8"/>
                </a:spcBef>
                <a:spcAft>
                  <a:spcPts val="598"/>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601371305" name="Rechthoek 278"/>
            <p:cNvSpPr>
              <a:spLocks noAdjustHandles="1" noChangeArrowheads="1" noChangeShapeType="1" noEditPoints="1" noGrp="1" noMove="1" noResize="1" noRot="1"/>
            </p:cNvSpPr>
            <p:nvPr userDrawn="1"/>
          </p:nvSpPr>
          <p:spPr bwMode="auto">
            <a:xfrm>
              <a:off x="-3319413" y="2128871"/>
              <a:ext cx="2949218" cy="180000"/>
            </a:xfrm>
            <a:prstGeom prst="rect">
              <a:avLst/>
            </a:prstGeom>
            <a:noFill/>
            <a:ln w="25400" cap="flat" cmpd="sng" algn="ctr">
              <a:noFill/>
              <a:prstDash val="solid"/>
            </a:ln>
            <a:effectLst/>
          </p:spPr>
          <p:txBody>
            <a:bodyPr lIns="0" tIns="0" rIns="0" bIns="0" rtlCol="0" anchor="ctr"/>
            <a:lstStyle/>
            <a:p>
              <a:pPr marL="715961" marR="0" lvl="0" indent="-358773" defTabSz="914400">
                <a:lnSpc>
                  <a:spcPct val="100000"/>
                </a:lnSpc>
                <a:spcBef>
                  <a:spcPts val="598"/>
                </a:spcBef>
                <a:spcAft>
                  <a:spcPts val="598"/>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1775569929" name="Ovaal 279"/>
            <p:cNvSpPr>
              <a:spLocks noAdjustHandles="1" noChangeArrowheads="1" noChangeShapeType="1" noEditPoints="1" noGrp="1" noMove="1" noResize="1" noRot="1"/>
            </p:cNvSpPr>
            <p:nvPr userDrawn="1"/>
          </p:nvSpPr>
          <p:spPr bwMode="auto">
            <a:xfrm>
              <a:off x="-3604181" y="242005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634879507" name="Rechthoek 280"/>
            <p:cNvSpPr>
              <a:spLocks noAdjustHandles="1" noChangeArrowheads="1" noChangeShapeType="1" noEditPoints="1" noGrp="1" noMove="1" noResize="1" noRot="1"/>
            </p:cNvSpPr>
            <p:nvPr userDrawn="1"/>
          </p:nvSpPr>
          <p:spPr bwMode="auto">
            <a:xfrm>
              <a:off x="-3319413" y="2420262"/>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289585955" name="Ovaal 281"/>
            <p:cNvSpPr>
              <a:spLocks noAdjustHandles="1" noChangeArrowheads="1" noChangeShapeType="1" noEditPoints="1" noGrp="1" noMove="1" noResize="1" noRot="1"/>
            </p:cNvSpPr>
            <p:nvPr userDrawn="1"/>
          </p:nvSpPr>
          <p:spPr bwMode="auto">
            <a:xfrm>
              <a:off x="-3604181" y="27113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429646748" name="Rechthoek 282"/>
            <p:cNvSpPr>
              <a:spLocks noAdjustHandles="1" noChangeArrowheads="1" noChangeShapeType="1" noEditPoints="1" noGrp="1" noMove="1" noResize="1" noRot="1"/>
            </p:cNvSpPr>
            <p:nvPr userDrawn="1"/>
          </p:nvSpPr>
          <p:spPr bwMode="auto">
            <a:xfrm>
              <a:off x="-3319413" y="2711649"/>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394079605" name="Ovaal 283"/>
            <p:cNvSpPr>
              <a:spLocks noAdjustHandles="1" noChangeArrowheads="1" noChangeShapeType="1" noEditPoints="1" noGrp="1" noMove="1" noResize="1" noRot="1"/>
            </p:cNvSpPr>
            <p:nvPr userDrawn="1"/>
          </p:nvSpPr>
          <p:spPr bwMode="auto">
            <a:xfrm>
              <a:off x="-3604181" y="300261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751560164" name="Rechthoek 284"/>
            <p:cNvSpPr>
              <a:spLocks noAdjustHandles="1" noChangeArrowheads="1" noChangeShapeType="1" noEditPoints="1" noGrp="1" noMove="1" noResize="1" noRot="1"/>
            </p:cNvSpPr>
            <p:nvPr userDrawn="1"/>
          </p:nvSpPr>
          <p:spPr bwMode="auto">
            <a:xfrm>
              <a:off x="-3319413" y="3003039"/>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1364674310" name="Ovaal 285"/>
            <p:cNvSpPr>
              <a:spLocks noAdjustHandles="1" noChangeArrowheads="1" noChangeShapeType="1" noEditPoints="1" noGrp="1" noMove="1" noResize="1" noRot="1"/>
            </p:cNvSpPr>
            <p:nvPr userDrawn="1"/>
          </p:nvSpPr>
          <p:spPr bwMode="auto">
            <a:xfrm>
              <a:off x="-3604181" y="329390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96636475" name="Rechthoek 286"/>
            <p:cNvSpPr>
              <a:spLocks noAdjustHandles="1" noChangeArrowheads="1" noChangeShapeType="1" noEditPoints="1" noGrp="1" noMove="1" noResize="1" noRot="1"/>
            </p:cNvSpPr>
            <p:nvPr userDrawn="1"/>
          </p:nvSpPr>
          <p:spPr bwMode="auto">
            <a:xfrm>
              <a:off x="-3319413" y="3585816"/>
              <a:ext cx="2949218" cy="180000"/>
            </a:xfrm>
            <a:prstGeom prst="rect">
              <a:avLst/>
            </a:prstGeom>
            <a:noFill/>
            <a:ln w="25400" cap="flat" cmpd="sng" algn="ctr">
              <a:noFill/>
              <a:prstDash val="solid"/>
            </a:ln>
            <a:effectLst/>
          </p:spPr>
          <p:txBody>
            <a:bodyPr lIns="0" tIns="0" rIns="0" bIns="0" rtlCol="0" anchor="ctr"/>
            <a:lstStyle/>
            <a:p>
              <a:pPr marL="357186" marR="0" lvl="0" indent="-357186" defTabSz="914400">
                <a:lnSpc>
                  <a:spcPct val="100000"/>
                </a:lnSpc>
                <a:spcBef>
                  <a:spcPts val="598"/>
                </a:spcBef>
                <a:spcAft>
                  <a:spcPts val="598"/>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1644255576" name="Ovaal 287"/>
            <p:cNvSpPr>
              <a:spLocks noAdjustHandles="1" noChangeArrowheads="1" noChangeShapeType="1" noEditPoints="1" noGrp="1" noMove="1" noResize="1" noRot="1"/>
            </p:cNvSpPr>
            <p:nvPr userDrawn="1"/>
          </p:nvSpPr>
          <p:spPr bwMode="auto">
            <a:xfrm>
              <a:off x="-3604181" y="358518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1347537360" name="Rechthoek 288"/>
            <p:cNvSpPr>
              <a:spLocks noAdjustHandles="1" noChangeArrowheads="1" noChangeShapeType="1" noEditPoints="1" noGrp="1" noMove="1" noResize="1" noRot="1"/>
            </p:cNvSpPr>
            <p:nvPr userDrawn="1"/>
          </p:nvSpPr>
          <p:spPr bwMode="auto">
            <a:xfrm>
              <a:off x="-3325829" y="3877205"/>
              <a:ext cx="2949218"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8"/>
                </a:spcBef>
                <a:spcAft>
                  <a:spcPts val="598"/>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878732597" name="Ovaal 289"/>
            <p:cNvSpPr>
              <a:spLocks noAdjustHandles="1" noChangeArrowheads="1" noChangeShapeType="1" noEditPoints="1" noGrp="1" noMove="1" noResize="1" noRot="1"/>
            </p:cNvSpPr>
            <p:nvPr userDrawn="1"/>
          </p:nvSpPr>
          <p:spPr bwMode="auto">
            <a:xfrm>
              <a:off x="-3604181"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170864329" name="Rechthoek 290"/>
            <p:cNvSpPr>
              <a:spLocks noAdjustHandles="1" noChangeArrowheads="1" noChangeShapeType="1" noEditPoints="1" noGrp="1" noMove="1" noResize="1" noRot="1"/>
            </p:cNvSpPr>
            <p:nvPr userDrawn="1"/>
          </p:nvSpPr>
          <p:spPr bwMode="auto">
            <a:xfrm>
              <a:off x="-3319413" y="4168593"/>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345575878" name="Ovaal 291"/>
            <p:cNvSpPr>
              <a:spLocks noAdjustHandles="1" noChangeArrowheads="1" noChangeShapeType="1" noEditPoints="1" noGrp="1" noMove="1" noResize="1" noRot="1"/>
            </p:cNvSpPr>
            <p:nvPr userDrawn="1"/>
          </p:nvSpPr>
          <p:spPr bwMode="auto">
            <a:xfrm>
              <a:off x="-3604181"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2074306928" name="Rechthoek 292"/>
            <p:cNvSpPr>
              <a:spLocks noAdjustHandles="1" noChangeArrowheads="1" noChangeShapeType="1" noEditPoints="1" noGrp="1" noMove="1" noResize="1" noRot="1"/>
            </p:cNvSpPr>
            <p:nvPr userDrawn="1"/>
          </p:nvSpPr>
          <p:spPr bwMode="auto">
            <a:xfrm>
              <a:off x="-3319413" y="3294427"/>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250837238" name="Rechthoek 293"/>
            <p:cNvSpPr>
              <a:spLocks noAdjustHandles="1" noChangeArrowheads="1" noChangeShapeType="1" noEditPoints="1" noGrp="1" noMove="1" noResize="1" noRot="1"/>
            </p:cNvSpPr>
            <p:nvPr userDrawn="1"/>
          </p:nvSpPr>
          <p:spPr bwMode="auto">
            <a:xfrm>
              <a:off x="-3786435" y="4531347"/>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8"/>
                </a:spcBef>
                <a:spcAft>
                  <a:spcPts val="598"/>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777346306" name="ICOON_info"/>
            <p:cNvGrpSpPr>
              <a:grpSpLocks noGrp="1" noMove="1" noResize="1" noRot="1" noUngrp="1"/>
            </p:cNvGrpSpPr>
            <p:nvPr userDrawn="1"/>
          </p:nvGrpSpPr>
          <p:grpSpPr bwMode="auto">
            <a:xfrm>
              <a:off x="-376733" y="4400184"/>
              <a:ext cx="283683" cy="283683"/>
              <a:chOff x="-510741" y="5913711"/>
              <a:chExt cx="267553" cy="267553"/>
            </a:xfrm>
          </p:grpSpPr>
          <p:sp>
            <p:nvSpPr>
              <p:cNvPr id="1726666654" name="Ovaal 342"/>
              <p:cNvSpPr>
                <a:spLocks noAdjustHandles="1" noChangeArrowheads="1" noChangeShapeType="1" noEditPoints="1" noGrp="1" noMove="1" noResize="1" noRot="1"/>
              </p:cNvSpPr>
              <p:nvPr userDrawn="1"/>
            </p:nvSpPr>
            <p:spPr bwMode="auto">
              <a:xfrm>
                <a:off x="-491851" y="5932071"/>
                <a:ext cx="230833" cy="230833"/>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8"/>
                  </a:spcBef>
                  <a:spcAft>
                    <a:spcPts val="598"/>
                  </a:spcAft>
                  <a:defRPr/>
                </a:pPr>
                <a:endParaRPr lang="en-GB" sz="1600" cap="all">
                  <a:latin typeface="Calibri"/>
                  <a:cs typeface="Calibri"/>
                </a:endParaRPr>
              </a:p>
            </p:txBody>
          </p:sp>
          <p:sp>
            <p:nvSpPr>
              <p:cNvPr id="886962741" name="Graphic 163" descr="Informatie"/>
              <p:cNvSpPr>
                <a:spLocks noAdjustHandles="1" noChangeArrowheads="1" noChangeShapeType="1" noEditPoints="1" noGrp="1" noMove="1" noResize="1" noRot="1"/>
              </p:cNvSpPr>
              <p:nvPr/>
            </p:nvSpPr>
            <p:spPr bwMode="auto">
              <a:xfrm>
                <a:off x="-510741" y="5913711"/>
                <a:ext cx="267553" cy="267553"/>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1984025850" name="VOORBEELD"/>
            <p:cNvGrpSpPr>
              <a:grpSpLocks noGrp="1" noMove="1" noResize="1" noRot="1" noUngrp="1"/>
            </p:cNvGrpSpPr>
            <p:nvPr userDrawn="1"/>
          </p:nvGrpSpPr>
          <p:grpSpPr bwMode="auto">
            <a:xfrm>
              <a:off x="-3605171" y="458672"/>
              <a:ext cx="3234309" cy="558873"/>
              <a:chOff x="-3605171" y="458672"/>
              <a:chExt cx="3234309" cy="558873"/>
            </a:xfrm>
          </p:grpSpPr>
          <p:sp>
            <p:nvSpPr>
              <p:cNvPr id="1670803574" name="Rechthoek 302"/>
              <p:cNvSpPr>
                <a:spLocks noAdjustHandles="1" noChangeArrowheads="1" noChangeShapeType="1" noEditPoints="1" noGrp="1" noMove="1" noResize="1" noRot="1"/>
              </p:cNvSpPr>
              <p:nvPr userDrawn="1"/>
            </p:nvSpPr>
            <p:spPr bwMode="auto">
              <a:xfrm>
                <a:off x="-3604181" y="458672"/>
                <a:ext cx="393457" cy="184056"/>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893026793" name="Rechthoek 303"/>
              <p:cNvSpPr>
                <a:spLocks noAdjustHandles="1" noChangeArrowheads="1" noChangeShapeType="1" noEditPoints="1" noGrp="1" noMove="1" noResize="1" noRot="1"/>
              </p:cNvSpPr>
              <p:nvPr userDrawn="1"/>
            </p:nvSpPr>
            <p:spPr bwMode="auto">
              <a:xfrm>
                <a:off x="-3599182" y="621343"/>
                <a:ext cx="38378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884012239" name="Groep 304"/>
              <p:cNvGrpSpPr>
                <a:grpSpLocks noGrp="1" noMove="1" noResize="1" noRot="1" noUngrp="1"/>
              </p:cNvGrpSpPr>
              <p:nvPr userDrawn="1"/>
            </p:nvGrpSpPr>
            <p:grpSpPr bwMode="auto">
              <a:xfrm>
                <a:off x="-3386246" y="830871"/>
                <a:ext cx="139421" cy="109566"/>
                <a:chOff x="-2866743" y="827068"/>
                <a:chExt cx="168699" cy="132573"/>
              </a:xfrm>
            </p:grpSpPr>
            <p:grpSp>
              <p:nvGrpSpPr>
                <p:cNvPr id="1976295424" name="Groep 335"/>
                <p:cNvGrpSpPr>
                  <a:grpSpLocks noGrp="1" noMove="1" noResize="1" noRot="1" noUngrp="1"/>
                </p:cNvGrpSpPr>
                <p:nvPr userDrawn="1"/>
              </p:nvGrpSpPr>
              <p:grpSpPr bwMode="auto">
                <a:xfrm>
                  <a:off x="-2866743" y="827068"/>
                  <a:ext cx="168699" cy="132573"/>
                  <a:chOff x="-2866743" y="827068"/>
                  <a:chExt cx="168699" cy="132573"/>
                </a:xfrm>
              </p:grpSpPr>
              <p:cxnSp>
                <p:nvCxnSpPr>
                  <p:cNvPr id="724796757" name="Rechte verbindingslijn 337"/>
                  <p:cNvCxnSpPr>
                    <a:cxnSpLocks noAdjustHandles="1" noChangeArrowheads="1" noChangeShapeType="1" noEditPoints="1" noGrp="1" noMove="1" noResize="1" noRot="1"/>
                  </p:cNvCxnSpPr>
                  <p:nvPr userDrawn="1"/>
                </p:nvCxnSpPr>
                <p:spPr bwMode="auto">
                  <a:xfrm>
                    <a:off x="-2866743" y="827068"/>
                    <a:ext cx="168699" cy="0"/>
                  </a:xfrm>
                  <a:prstGeom prst="line">
                    <a:avLst/>
                  </a:prstGeom>
                  <a:solidFill>
                    <a:schemeClr val="bg1"/>
                  </a:solidFill>
                  <a:ln w="12700" cap="flat" cmpd="sng" algn="ctr">
                    <a:solidFill>
                      <a:srgbClr val="9D9FA1"/>
                    </a:solidFill>
                    <a:prstDash val="solid"/>
                  </a:ln>
                  <a:effectLst/>
                </p:spPr>
              </p:cxnSp>
              <p:cxnSp>
                <p:nvCxnSpPr>
                  <p:cNvPr id="654101668" name="Rechte verbindingslijn 338"/>
                  <p:cNvCxnSpPr>
                    <a:cxnSpLocks noAdjustHandles="1" noChangeArrowheads="1" noChangeShapeType="1" noEditPoints="1" noGrp="1" noMove="1" noResize="1" noRot="1"/>
                  </p:cNvCxnSpPr>
                  <p:nvPr userDrawn="1"/>
                </p:nvCxnSpPr>
                <p:spPr bwMode="auto">
                  <a:xfrm>
                    <a:off x="-2866743" y="959644"/>
                    <a:ext cx="168699" cy="0"/>
                  </a:xfrm>
                  <a:prstGeom prst="line">
                    <a:avLst/>
                  </a:prstGeom>
                  <a:solidFill>
                    <a:schemeClr val="bg1"/>
                  </a:solidFill>
                  <a:ln w="12700" cap="flat" cmpd="sng" algn="ctr">
                    <a:solidFill>
                      <a:srgbClr val="9D9FA1"/>
                    </a:solidFill>
                    <a:prstDash val="solid"/>
                  </a:ln>
                  <a:effectLst/>
                </p:spPr>
              </p:cxnSp>
              <p:cxnSp>
                <p:nvCxnSpPr>
                  <p:cNvPr id="934673684" name="Rechte verbindingslijn 339"/>
                  <p:cNvCxnSpPr>
                    <a:cxnSpLocks noAdjustHandles="1" noChangeArrowheads="1" noChangeShapeType="1" noEditPoints="1" noGrp="1" noMove="1" noResize="1" noRot="1"/>
                  </p:cNvCxnSpPr>
                  <p:nvPr userDrawn="1"/>
                </p:nvCxnSpPr>
                <p:spPr bwMode="auto">
                  <a:xfrm>
                    <a:off x="-2773989" y="926501"/>
                    <a:ext cx="75945" cy="0"/>
                  </a:xfrm>
                  <a:prstGeom prst="line">
                    <a:avLst/>
                  </a:prstGeom>
                  <a:solidFill>
                    <a:schemeClr val="bg1"/>
                  </a:solidFill>
                  <a:ln w="12700" cap="flat" cmpd="sng" algn="ctr">
                    <a:solidFill>
                      <a:srgbClr val="9D9FA1"/>
                    </a:solidFill>
                    <a:prstDash val="solid"/>
                  </a:ln>
                  <a:effectLst/>
                </p:spPr>
              </p:cxnSp>
              <p:cxnSp>
                <p:nvCxnSpPr>
                  <p:cNvPr id="76360503" name="Rechte verbindingslijn 340"/>
                  <p:cNvCxnSpPr>
                    <a:cxnSpLocks noAdjustHandles="1" noChangeArrowheads="1" noChangeShapeType="1" noEditPoints="1" noGrp="1" noMove="1" noResize="1" noRot="1"/>
                  </p:cNvCxnSpPr>
                  <p:nvPr userDrawn="1"/>
                </p:nvCxnSpPr>
                <p:spPr bwMode="auto">
                  <a:xfrm>
                    <a:off x="-2773989" y="893358"/>
                    <a:ext cx="75945" cy="0"/>
                  </a:xfrm>
                  <a:prstGeom prst="line">
                    <a:avLst/>
                  </a:prstGeom>
                  <a:solidFill>
                    <a:schemeClr val="bg1"/>
                  </a:solidFill>
                  <a:ln w="12700" cap="flat" cmpd="sng" algn="ctr">
                    <a:solidFill>
                      <a:srgbClr val="9D9FA1"/>
                    </a:solidFill>
                    <a:prstDash val="solid"/>
                  </a:ln>
                  <a:effectLst/>
                </p:spPr>
              </p:cxnSp>
              <p:cxnSp>
                <p:nvCxnSpPr>
                  <p:cNvPr id="502348274" name="Rechte verbindingslijn 341"/>
                  <p:cNvCxnSpPr>
                    <a:cxnSpLocks noAdjustHandles="1" noChangeArrowheads="1" noChangeShapeType="1" noEditPoints="1" noGrp="1" noMove="1" noResize="1" noRot="1"/>
                  </p:cNvCxnSpPr>
                  <p:nvPr userDrawn="1"/>
                </p:nvCxnSpPr>
                <p:spPr bwMode="auto">
                  <a:xfrm>
                    <a:off x="-2773989" y="860213"/>
                    <a:ext cx="75945" cy="0"/>
                  </a:xfrm>
                  <a:prstGeom prst="line">
                    <a:avLst/>
                  </a:prstGeom>
                  <a:solidFill>
                    <a:schemeClr val="bg1"/>
                  </a:solidFill>
                  <a:ln w="12700" cap="flat" cmpd="sng" algn="ctr">
                    <a:solidFill>
                      <a:srgbClr val="9D9FA1"/>
                    </a:solidFill>
                    <a:prstDash val="solid"/>
                  </a:ln>
                  <a:effectLst/>
                </p:spPr>
              </p:cxnSp>
            </p:grpSp>
            <p:sp>
              <p:nvSpPr>
                <p:cNvPr id="1727074846" name="Pijl: rechts 336"/>
                <p:cNvSpPr>
                  <a:spLocks noAdjustHandles="1" noChangeArrowheads="1" noChangeShapeType="1" noEditPoints="1" noGrp="1" noMove="1" noResize="1" noRot="1"/>
                </p:cNvSpPr>
                <p:nvPr userDrawn="1"/>
              </p:nvSpPr>
              <p:spPr bwMode="auto">
                <a:xfrm>
                  <a:off x="-2866743" y="858735"/>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792501966" name="Groep 305"/>
              <p:cNvGrpSpPr>
                <a:grpSpLocks noGrp="1" noMove="1" noResize="1" noRot="1" noUngrp="1"/>
              </p:cNvGrpSpPr>
              <p:nvPr userDrawn="1"/>
            </p:nvGrpSpPr>
            <p:grpSpPr bwMode="auto">
              <a:xfrm>
                <a:off x="-3605171" y="830871"/>
                <a:ext cx="139421" cy="109566"/>
                <a:chOff x="-2866743" y="518072"/>
                <a:chExt cx="168699" cy="132573"/>
              </a:xfrm>
            </p:grpSpPr>
            <p:grpSp>
              <p:nvGrpSpPr>
                <p:cNvPr id="231144411" name="Groep 328"/>
                <p:cNvGrpSpPr>
                  <a:grpSpLocks noGrp="1" noMove="1" noResize="1" noRot="1" noUngrp="1"/>
                </p:cNvGrpSpPr>
                <p:nvPr userDrawn="1"/>
              </p:nvGrpSpPr>
              <p:grpSpPr bwMode="auto">
                <a:xfrm>
                  <a:off x="-2866743" y="518072"/>
                  <a:ext cx="168699" cy="132573"/>
                  <a:chOff x="-2866743" y="518072"/>
                  <a:chExt cx="168699" cy="132573"/>
                </a:xfrm>
              </p:grpSpPr>
              <p:cxnSp>
                <p:nvCxnSpPr>
                  <p:cNvPr id="2128739399" name="Rechte verbindingslijn 330"/>
                  <p:cNvCxnSpPr>
                    <a:cxnSpLocks noAdjustHandles="1" noChangeArrowheads="1" noChangeShapeType="1" noEditPoints="1" noGrp="1" noMove="1" noResize="1" noRot="1"/>
                  </p:cNvCxnSpPr>
                  <p:nvPr userDrawn="1"/>
                </p:nvCxnSpPr>
                <p:spPr bwMode="auto">
                  <a:xfrm>
                    <a:off x="-2866743" y="518072"/>
                    <a:ext cx="168699" cy="0"/>
                  </a:xfrm>
                  <a:prstGeom prst="line">
                    <a:avLst/>
                  </a:prstGeom>
                  <a:solidFill>
                    <a:schemeClr val="bg1"/>
                  </a:solidFill>
                  <a:ln w="12700" cap="flat" cmpd="sng" algn="ctr">
                    <a:solidFill>
                      <a:srgbClr val="9D9FA1"/>
                    </a:solidFill>
                    <a:prstDash val="solid"/>
                  </a:ln>
                  <a:effectLst/>
                </p:spPr>
              </p:cxnSp>
              <p:cxnSp>
                <p:nvCxnSpPr>
                  <p:cNvPr id="488343856" name="Rechte verbindingslijn 331"/>
                  <p:cNvCxnSpPr>
                    <a:cxnSpLocks noAdjustHandles="1" noChangeArrowheads="1" noChangeShapeType="1" noEditPoints="1" noGrp="1" noMove="1" noResize="1" noRot="1"/>
                  </p:cNvCxnSpPr>
                  <p:nvPr userDrawn="1"/>
                </p:nvCxnSpPr>
                <p:spPr bwMode="auto">
                  <a:xfrm>
                    <a:off x="-2866743" y="650647"/>
                    <a:ext cx="168699" cy="0"/>
                  </a:xfrm>
                  <a:prstGeom prst="line">
                    <a:avLst/>
                  </a:prstGeom>
                  <a:solidFill>
                    <a:schemeClr val="bg1"/>
                  </a:solidFill>
                  <a:ln w="12700" cap="flat" cmpd="sng" algn="ctr">
                    <a:solidFill>
                      <a:srgbClr val="9D9FA1"/>
                    </a:solidFill>
                    <a:prstDash val="solid"/>
                  </a:ln>
                  <a:effectLst/>
                </p:spPr>
              </p:cxnSp>
              <p:cxnSp>
                <p:nvCxnSpPr>
                  <p:cNvPr id="1623964410" name="Rechte verbindingslijn 332"/>
                  <p:cNvCxnSpPr>
                    <a:cxnSpLocks noAdjustHandles="1" noChangeArrowheads="1" noChangeShapeType="1" noEditPoints="1" noGrp="1" noMove="1" noResize="1" noRot="1"/>
                  </p:cNvCxnSpPr>
                  <p:nvPr userDrawn="1"/>
                </p:nvCxnSpPr>
                <p:spPr bwMode="auto">
                  <a:xfrm>
                    <a:off x="-2773989" y="617504"/>
                    <a:ext cx="75945" cy="0"/>
                  </a:xfrm>
                  <a:prstGeom prst="line">
                    <a:avLst/>
                  </a:prstGeom>
                  <a:solidFill>
                    <a:schemeClr val="bg1"/>
                  </a:solidFill>
                  <a:ln w="12700" cap="flat" cmpd="sng" algn="ctr">
                    <a:solidFill>
                      <a:srgbClr val="9D9FA1"/>
                    </a:solidFill>
                    <a:prstDash val="solid"/>
                  </a:ln>
                  <a:effectLst/>
                </p:spPr>
              </p:cxnSp>
              <p:cxnSp>
                <p:nvCxnSpPr>
                  <p:cNvPr id="2075282902" name="Rechte verbindingslijn 333"/>
                  <p:cNvCxnSpPr>
                    <a:cxnSpLocks noAdjustHandles="1" noChangeArrowheads="1" noChangeShapeType="1" noEditPoints="1" noGrp="1" noMove="1" noResize="1" noRot="1"/>
                  </p:cNvCxnSpPr>
                  <p:nvPr userDrawn="1"/>
                </p:nvCxnSpPr>
                <p:spPr bwMode="auto">
                  <a:xfrm>
                    <a:off x="-2773989" y="584361"/>
                    <a:ext cx="75945" cy="0"/>
                  </a:xfrm>
                  <a:prstGeom prst="line">
                    <a:avLst/>
                  </a:prstGeom>
                  <a:solidFill>
                    <a:schemeClr val="bg1"/>
                  </a:solidFill>
                  <a:ln w="12700" cap="flat" cmpd="sng" algn="ctr">
                    <a:solidFill>
                      <a:srgbClr val="9D9FA1"/>
                    </a:solidFill>
                    <a:prstDash val="solid"/>
                  </a:ln>
                  <a:effectLst/>
                </p:spPr>
              </p:cxnSp>
              <p:cxnSp>
                <p:nvCxnSpPr>
                  <p:cNvPr id="1784798913" name="Rechte verbindingslijn 334"/>
                  <p:cNvCxnSpPr>
                    <a:cxnSpLocks noAdjustHandles="1" noChangeArrowheads="1" noChangeShapeType="1" noEditPoints="1" noGrp="1" noMove="1" noResize="1" noRot="1"/>
                  </p:cNvCxnSpPr>
                  <p:nvPr userDrawn="1"/>
                </p:nvCxnSpPr>
                <p:spPr bwMode="auto">
                  <a:xfrm>
                    <a:off x="-2773989" y="551216"/>
                    <a:ext cx="75945" cy="0"/>
                  </a:xfrm>
                  <a:prstGeom prst="line">
                    <a:avLst/>
                  </a:prstGeom>
                  <a:solidFill>
                    <a:schemeClr val="bg1"/>
                  </a:solidFill>
                  <a:ln w="12700" cap="flat" cmpd="sng" algn="ctr">
                    <a:solidFill>
                      <a:srgbClr val="9D9FA1"/>
                    </a:solidFill>
                    <a:prstDash val="solid"/>
                  </a:ln>
                  <a:effectLst/>
                </p:spPr>
              </p:cxnSp>
            </p:grpSp>
            <p:sp>
              <p:nvSpPr>
                <p:cNvPr id="2125929441" name="Pijl: rechts 329"/>
                <p:cNvSpPr>
                  <a:spLocks noAdjustHandles="1" noChangeArrowheads="1" noChangeShapeType="1" noEditPoints="1" noGrp="1" noMove="1" noResize="1" noRot="1"/>
                </p:cNvSpPr>
                <p:nvPr userDrawn="1"/>
              </p:nvSpPr>
              <p:spPr bwMode="auto">
                <a:xfrm flipH="1">
                  <a:off x="-2866743" y="549738"/>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697666654" name="Rechte verbindingslijn 306"/>
              <p:cNvCxnSpPr>
                <a:cxnSpLocks noAdjustHandles="1" noChangeArrowheads="1" noChangeShapeType="1" noEditPoints="1" noGrp="1" noMove="1" noResize="1" noRot="1"/>
              </p:cNvCxnSpPr>
              <p:nvPr userDrawn="1"/>
            </p:nvCxnSpPr>
            <p:spPr bwMode="auto">
              <a:xfrm flipV="1">
                <a:off x="-3459956" y="588168"/>
                <a:ext cx="547686" cy="219074"/>
              </a:xfrm>
              <a:prstGeom prst="line">
                <a:avLst/>
              </a:prstGeom>
              <a:noFill/>
              <a:ln w="19050" cap="rnd" cmpd="sng" algn="ctr">
                <a:solidFill>
                  <a:schemeClr val="accent1"/>
                </a:solidFill>
                <a:prstDash val="solid"/>
                <a:headEnd type="oval"/>
              </a:ln>
              <a:effectLst/>
            </p:spPr>
          </p:cxnSp>
          <p:cxnSp>
            <p:nvCxnSpPr>
              <p:cNvPr id="1593394885" name="Rechte verbindingslijn 307"/>
              <p:cNvCxnSpPr>
                <a:cxnSpLocks noAdjustHandles="1" noChangeArrowheads="1" noChangeShapeType="1" noEditPoints="1" noGrp="1" noMove="1" noResize="1" noRot="1"/>
              </p:cNvCxnSpPr>
              <p:nvPr userDrawn="1"/>
            </p:nvCxnSpPr>
            <p:spPr bwMode="auto">
              <a:xfrm>
                <a:off x="-3224211" y="828675"/>
                <a:ext cx="319086" cy="0"/>
              </a:xfrm>
              <a:prstGeom prst="line">
                <a:avLst/>
              </a:prstGeom>
              <a:noFill/>
              <a:ln w="19050" cap="rnd" cmpd="sng" algn="ctr">
                <a:solidFill>
                  <a:schemeClr val="accent1"/>
                </a:solidFill>
                <a:prstDash val="solid"/>
                <a:headEnd type="oval"/>
              </a:ln>
              <a:effectLst/>
            </p:spPr>
          </p:cxnSp>
          <p:sp>
            <p:nvSpPr>
              <p:cNvPr id="603685747" name="Rechthoek 308"/>
              <p:cNvSpPr>
                <a:spLocks noAdjustHandles="1" noChangeArrowheads="1" noChangeShapeType="1" noEditPoints="1" noGrp="1" noMove="1" noResize="1" noRot="1"/>
              </p:cNvSpPr>
              <p:nvPr userDrawn="1"/>
            </p:nvSpPr>
            <p:spPr bwMode="auto">
              <a:xfrm>
                <a:off x="-2559902" y="512177"/>
                <a:ext cx="2189040"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8"/>
                  </a:spcBef>
                  <a:spcAft>
                    <a:spcPts val="598"/>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754922753" name="Rechthoek 309"/>
              <p:cNvSpPr>
                <a:spLocks noAdjustHandles="1" noChangeArrowheads="1" noChangeShapeType="1" noEditPoints="1" noGrp="1" noMove="1" noResize="1" noRot="1"/>
              </p:cNvSpPr>
              <p:nvPr userDrawn="1"/>
            </p:nvSpPr>
            <p:spPr bwMode="auto">
              <a:xfrm>
                <a:off x="-2559902" y="819559"/>
                <a:ext cx="2189043" cy="142200"/>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8"/>
                  </a:spcBef>
                  <a:spcAft>
                    <a:spcPts val="598"/>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858708264" name="Groep 310"/>
              <p:cNvGrpSpPr>
                <a:grpSpLocks noGrp="1" noMove="1" noResize="1" noRot="1" noUngrp="1"/>
              </p:cNvGrpSpPr>
              <p:nvPr userDrawn="1"/>
            </p:nvGrpSpPr>
            <p:grpSpPr bwMode="auto">
              <a:xfrm>
                <a:off x="-2916761" y="769167"/>
                <a:ext cx="268736" cy="248379"/>
                <a:chOff x="-2916761" y="769167"/>
                <a:chExt cx="268736" cy="248379"/>
              </a:xfrm>
            </p:grpSpPr>
            <p:sp>
              <p:nvSpPr>
                <p:cNvPr id="1943906649" name="Rechthoek 320"/>
                <p:cNvSpPr>
                  <a:spLocks noAdjustHandles="1" noChangeArrowheads="1" noChangeShapeType="1" noEditPoints="1" noGrp="1" noMove="1" noResize="1" noRot="1"/>
                </p:cNvSpPr>
                <p:nvPr userDrawn="1"/>
              </p:nvSpPr>
              <p:spPr bwMode="auto">
                <a:xfrm>
                  <a:off x="-2916761" y="769167"/>
                  <a:ext cx="268736" cy="248379"/>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880548903" name="Groep 321"/>
                <p:cNvGrpSpPr>
                  <a:grpSpLocks noGrp="1" noMove="1" noResize="1" noRot="1" noUngrp="1"/>
                </p:cNvGrpSpPr>
                <p:nvPr userDrawn="1"/>
              </p:nvGrpSpPr>
              <p:grpSpPr bwMode="auto">
                <a:xfrm>
                  <a:off x="-2866743" y="827068"/>
                  <a:ext cx="168699" cy="132573"/>
                  <a:chOff x="-2866743" y="827068"/>
                  <a:chExt cx="168699" cy="132573"/>
                </a:xfrm>
              </p:grpSpPr>
              <p:cxnSp>
                <p:nvCxnSpPr>
                  <p:cNvPr id="1201013799" name="Rechte verbindingslijn 323"/>
                  <p:cNvCxnSpPr>
                    <a:cxnSpLocks noAdjustHandles="1" noChangeArrowheads="1" noChangeShapeType="1" noEditPoints="1" noGrp="1" noMove="1" noResize="1" noRot="1"/>
                  </p:cNvCxnSpPr>
                  <p:nvPr userDrawn="1"/>
                </p:nvCxnSpPr>
                <p:spPr bwMode="auto">
                  <a:xfrm>
                    <a:off x="-2866743" y="827068"/>
                    <a:ext cx="168699" cy="0"/>
                  </a:xfrm>
                  <a:prstGeom prst="line">
                    <a:avLst/>
                  </a:prstGeom>
                  <a:solidFill>
                    <a:schemeClr val="bg1"/>
                  </a:solidFill>
                  <a:ln w="12700" cap="flat" cmpd="sng" algn="ctr">
                    <a:solidFill>
                      <a:srgbClr val="9D9FA1"/>
                    </a:solidFill>
                    <a:prstDash val="solid"/>
                  </a:ln>
                  <a:effectLst/>
                </p:spPr>
              </p:cxnSp>
              <p:cxnSp>
                <p:nvCxnSpPr>
                  <p:cNvPr id="338660041" name="Rechte verbindingslijn 324"/>
                  <p:cNvCxnSpPr>
                    <a:cxnSpLocks noAdjustHandles="1" noChangeArrowheads="1" noChangeShapeType="1" noEditPoints="1" noGrp="1" noMove="1" noResize="1" noRot="1"/>
                  </p:cNvCxnSpPr>
                  <p:nvPr userDrawn="1"/>
                </p:nvCxnSpPr>
                <p:spPr bwMode="auto">
                  <a:xfrm>
                    <a:off x="-2866743" y="959644"/>
                    <a:ext cx="168699" cy="0"/>
                  </a:xfrm>
                  <a:prstGeom prst="line">
                    <a:avLst/>
                  </a:prstGeom>
                  <a:solidFill>
                    <a:schemeClr val="bg1"/>
                  </a:solidFill>
                  <a:ln w="12700" cap="flat" cmpd="sng" algn="ctr">
                    <a:solidFill>
                      <a:srgbClr val="9D9FA1"/>
                    </a:solidFill>
                    <a:prstDash val="solid"/>
                  </a:ln>
                  <a:effectLst/>
                </p:spPr>
              </p:cxnSp>
              <p:cxnSp>
                <p:nvCxnSpPr>
                  <p:cNvPr id="1090544839" name="Rechte verbindingslijn 325"/>
                  <p:cNvCxnSpPr>
                    <a:cxnSpLocks noAdjustHandles="1" noChangeArrowheads="1" noChangeShapeType="1" noEditPoints="1" noGrp="1" noMove="1" noResize="1" noRot="1"/>
                  </p:cNvCxnSpPr>
                  <p:nvPr userDrawn="1"/>
                </p:nvCxnSpPr>
                <p:spPr bwMode="auto">
                  <a:xfrm>
                    <a:off x="-2773989" y="926501"/>
                    <a:ext cx="75945" cy="0"/>
                  </a:xfrm>
                  <a:prstGeom prst="line">
                    <a:avLst/>
                  </a:prstGeom>
                  <a:solidFill>
                    <a:schemeClr val="bg1"/>
                  </a:solidFill>
                  <a:ln w="12700" cap="flat" cmpd="sng" algn="ctr">
                    <a:solidFill>
                      <a:srgbClr val="9D9FA1"/>
                    </a:solidFill>
                    <a:prstDash val="solid"/>
                  </a:ln>
                  <a:effectLst/>
                </p:spPr>
              </p:cxnSp>
              <p:cxnSp>
                <p:nvCxnSpPr>
                  <p:cNvPr id="877297452" name="Rechte verbindingslijn 326"/>
                  <p:cNvCxnSpPr>
                    <a:cxnSpLocks noAdjustHandles="1" noChangeArrowheads="1" noChangeShapeType="1" noEditPoints="1" noGrp="1" noMove="1" noResize="1" noRot="1"/>
                  </p:cNvCxnSpPr>
                  <p:nvPr userDrawn="1"/>
                </p:nvCxnSpPr>
                <p:spPr bwMode="auto">
                  <a:xfrm>
                    <a:off x="-2773989" y="893358"/>
                    <a:ext cx="75945" cy="0"/>
                  </a:xfrm>
                  <a:prstGeom prst="line">
                    <a:avLst/>
                  </a:prstGeom>
                  <a:solidFill>
                    <a:schemeClr val="bg1"/>
                  </a:solidFill>
                  <a:ln w="12700" cap="flat" cmpd="sng" algn="ctr">
                    <a:solidFill>
                      <a:srgbClr val="9D9FA1"/>
                    </a:solidFill>
                    <a:prstDash val="solid"/>
                  </a:ln>
                  <a:effectLst/>
                </p:spPr>
              </p:cxnSp>
              <p:cxnSp>
                <p:nvCxnSpPr>
                  <p:cNvPr id="884064766" name="Rechte verbindingslijn 327"/>
                  <p:cNvCxnSpPr>
                    <a:cxnSpLocks noAdjustHandles="1" noChangeArrowheads="1" noChangeShapeType="1" noEditPoints="1" noGrp="1" noMove="1" noResize="1" noRot="1"/>
                  </p:cNvCxnSpPr>
                  <p:nvPr userDrawn="1"/>
                </p:nvCxnSpPr>
                <p:spPr bwMode="auto">
                  <a:xfrm>
                    <a:off x="-2773989" y="860213"/>
                    <a:ext cx="75945" cy="0"/>
                  </a:xfrm>
                  <a:prstGeom prst="line">
                    <a:avLst/>
                  </a:prstGeom>
                  <a:solidFill>
                    <a:schemeClr val="bg1"/>
                  </a:solidFill>
                  <a:ln w="12700" cap="flat" cmpd="sng" algn="ctr">
                    <a:solidFill>
                      <a:srgbClr val="9D9FA1"/>
                    </a:solidFill>
                    <a:prstDash val="solid"/>
                  </a:ln>
                  <a:effectLst/>
                </p:spPr>
              </p:cxnSp>
            </p:grpSp>
            <p:sp>
              <p:nvSpPr>
                <p:cNvPr id="53874590" name="Pijl: rechts 322"/>
                <p:cNvSpPr>
                  <a:spLocks noAdjustHandles="1" noChangeArrowheads="1" noChangeShapeType="1" noEditPoints="1" noGrp="1" noMove="1" noResize="1" noRot="1"/>
                </p:cNvSpPr>
                <p:nvPr userDrawn="1"/>
              </p:nvSpPr>
              <p:spPr bwMode="auto">
                <a:xfrm>
                  <a:off x="-2866743" y="858735"/>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679666821" name="Groep 311"/>
              <p:cNvGrpSpPr>
                <a:grpSpLocks noGrp="1" noMove="1" noResize="1" noRot="1" noUngrp="1"/>
              </p:cNvGrpSpPr>
              <p:nvPr userDrawn="1"/>
            </p:nvGrpSpPr>
            <p:grpSpPr bwMode="auto">
              <a:xfrm>
                <a:off x="-2916761" y="460170"/>
                <a:ext cx="268736" cy="248379"/>
                <a:chOff x="-2916761" y="460170"/>
                <a:chExt cx="268736" cy="248379"/>
              </a:xfrm>
            </p:grpSpPr>
            <p:sp>
              <p:nvSpPr>
                <p:cNvPr id="495836634" name="Rechthoek 312"/>
                <p:cNvSpPr>
                  <a:spLocks noAdjustHandles="1" noChangeArrowheads="1" noChangeShapeType="1" noEditPoints="1" noGrp="1" noMove="1" noResize="1" noRot="1"/>
                </p:cNvSpPr>
                <p:nvPr userDrawn="1"/>
              </p:nvSpPr>
              <p:spPr bwMode="auto">
                <a:xfrm>
                  <a:off x="-2916761" y="460170"/>
                  <a:ext cx="268736" cy="248379"/>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2050633928" name="Groep 313"/>
                <p:cNvGrpSpPr>
                  <a:grpSpLocks noGrp="1" noMove="1" noResize="1" noRot="1" noUngrp="1"/>
                </p:cNvGrpSpPr>
                <p:nvPr userDrawn="1"/>
              </p:nvGrpSpPr>
              <p:grpSpPr bwMode="auto">
                <a:xfrm>
                  <a:off x="-2866743" y="518072"/>
                  <a:ext cx="168699" cy="132573"/>
                  <a:chOff x="-2866743" y="518072"/>
                  <a:chExt cx="168699" cy="132573"/>
                </a:xfrm>
              </p:grpSpPr>
              <p:cxnSp>
                <p:nvCxnSpPr>
                  <p:cNvPr id="408134455" name="Rechte verbindingslijn 315"/>
                  <p:cNvCxnSpPr>
                    <a:cxnSpLocks noAdjustHandles="1" noChangeArrowheads="1" noChangeShapeType="1" noEditPoints="1" noGrp="1" noMove="1" noResize="1" noRot="1"/>
                  </p:cNvCxnSpPr>
                  <p:nvPr userDrawn="1"/>
                </p:nvCxnSpPr>
                <p:spPr bwMode="auto">
                  <a:xfrm>
                    <a:off x="-2866743" y="518072"/>
                    <a:ext cx="168699" cy="0"/>
                  </a:xfrm>
                  <a:prstGeom prst="line">
                    <a:avLst/>
                  </a:prstGeom>
                  <a:solidFill>
                    <a:schemeClr val="bg1"/>
                  </a:solidFill>
                  <a:ln w="12700" cap="flat" cmpd="sng" algn="ctr">
                    <a:solidFill>
                      <a:srgbClr val="9D9FA1"/>
                    </a:solidFill>
                    <a:prstDash val="solid"/>
                  </a:ln>
                  <a:effectLst/>
                </p:spPr>
              </p:cxnSp>
              <p:cxnSp>
                <p:nvCxnSpPr>
                  <p:cNvPr id="560558278" name="Rechte verbindingslijn 316"/>
                  <p:cNvCxnSpPr>
                    <a:cxnSpLocks noAdjustHandles="1" noChangeArrowheads="1" noChangeShapeType="1" noEditPoints="1" noGrp="1" noMove="1" noResize="1" noRot="1"/>
                  </p:cNvCxnSpPr>
                  <p:nvPr userDrawn="1"/>
                </p:nvCxnSpPr>
                <p:spPr bwMode="auto">
                  <a:xfrm>
                    <a:off x="-2866743" y="650647"/>
                    <a:ext cx="168699" cy="0"/>
                  </a:xfrm>
                  <a:prstGeom prst="line">
                    <a:avLst/>
                  </a:prstGeom>
                  <a:solidFill>
                    <a:schemeClr val="bg1"/>
                  </a:solidFill>
                  <a:ln w="12700" cap="flat" cmpd="sng" algn="ctr">
                    <a:solidFill>
                      <a:srgbClr val="9D9FA1"/>
                    </a:solidFill>
                    <a:prstDash val="solid"/>
                  </a:ln>
                  <a:effectLst/>
                </p:spPr>
              </p:cxnSp>
              <p:cxnSp>
                <p:nvCxnSpPr>
                  <p:cNvPr id="674056649" name="Rechte verbindingslijn 317"/>
                  <p:cNvCxnSpPr>
                    <a:cxnSpLocks noAdjustHandles="1" noChangeArrowheads="1" noChangeShapeType="1" noEditPoints="1" noGrp="1" noMove="1" noResize="1" noRot="1"/>
                  </p:cNvCxnSpPr>
                  <p:nvPr userDrawn="1"/>
                </p:nvCxnSpPr>
                <p:spPr bwMode="auto">
                  <a:xfrm>
                    <a:off x="-2773989" y="617504"/>
                    <a:ext cx="75945" cy="0"/>
                  </a:xfrm>
                  <a:prstGeom prst="line">
                    <a:avLst/>
                  </a:prstGeom>
                  <a:solidFill>
                    <a:schemeClr val="bg1"/>
                  </a:solidFill>
                  <a:ln w="12700" cap="flat" cmpd="sng" algn="ctr">
                    <a:solidFill>
                      <a:srgbClr val="9D9FA1"/>
                    </a:solidFill>
                    <a:prstDash val="solid"/>
                  </a:ln>
                  <a:effectLst/>
                </p:spPr>
              </p:cxnSp>
              <p:cxnSp>
                <p:nvCxnSpPr>
                  <p:cNvPr id="763074864" name="Rechte verbindingslijn 318"/>
                  <p:cNvCxnSpPr>
                    <a:cxnSpLocks noAdjustHandles="1" noChangeArrowheads="1" noChangeShapeType="1" noEditPoints="1" noGrp="1" noMove="1" noResize="1" noRot="1"/>
                  </p:cNvCxnSpPr>
                  <p:nvPr userDrawn="1"/>
                </p:nvCxnSpPr>
                <p:spPr bwMode="auto">
                  <a:xfrm>
                    <a:off x="-2773989" y="584361"/>
                    <a:ext cx="75945" cy="0"/>
                  </a:xfrm>
                  <a:prstGeom prst="line">
                    <a:avLst/>
                  </a:prstGeom>
                  <a:solidFill>
                    <a:schemeClr val="bg1"/>
                  </a:solidFill>
                  <a:ln w="12700" cap="flat" cmpd="sng" algn="ctr">
                    <a:solidFill>
                      <a:srgbClr val="9D9FA1"/>
                    </a:solidFill>
                    <a:prstDash val="solid"/>
                  </a:ln>
                  <a:effectLst/>
                </p:spPr>
              </p:cxnSp>
              <p:cxnSp>
                <p:nvCxnSpPr>
                  <p:cNvPr id="1290793498" name="Rechte verbindingslijn 319"/>
                  <p:cNvCxnSpPr>
                    <a:cxnSpLocks noAdjustHandles="1" noChangeArrowheads="1" noChangeShapeType="1" noEditPoints="1" noGrp="1" noMove="1" noResize="1" noRot="1"/>
                  </p:cNvCxnSpPr>
                  <p:nvPr userDrawn="1"/>
                </p:nvCxnSpPr>
                <p:spPr bwMode="auto">
                  <a:xfrm>
                    <a:off x="-2773989" y="551216"/>
                    <a:ext cx="75945" cy="0"/>
                  </a:xfrm>
                  <a:prstGeom prst="line">
                    <a:avLst/>
                  </a:prstGeom>
                  <a:solidFill>
                    <a:schemeClr val="bg1"/>
                  </a:solidFill>
                  <a:ln w="12700" cap="flat" cmpd="sng" algn="ctr">
                    <a:solidFill>
                      <a:srgbClr val="9D9FA1"/>
                    </a:solidFill>
                    <a:prstDash val="solid"/>
                  </a:ln>
                  <a:effectLst/>
                </p:spPr>
              </p:cxnSp>
            </p:grpSp>
            <p:sp>
              <p:nvSpPr>
                <p:cNvPr id="2062402503" name="Pijl: rechts 314"/>
                <p:cNvSpPr>
                  <a:spLocks noAdjustHandles="1" noChangeArrowheads="1" noChangeShapeType="1" noEditPoints="1" noGrp="1" noMove="1" noResize="1" noRot="1"/>
                </p:cNvSpPr>
                <p:nvPr userDrawn="1"/>
              </p:nvSpPr>
              <p:spPr bwMode="auto">
                <a:xfrm flipH="1">
                  <a:off x="-2866743" y="549738"/>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1128186343" name="Groep 296"/>
            <p:cNvGrpSpPr>
              <a:grpSpLocks noGrp="1" noMove="1" noResize="1" noRot="1" noUngrp="1"/>
            </p:cNvGrpSpPr>
            <p:nvPr userDrawn="1"/>
          </p:nvGrpSpPr>
          <p:grpSpPr bwMode="auto">
            <a:xfrm>
              <a:off x="-938432" y="4663035"/>
              <a:ext cx="627796" cy="576693"/>
              <a:chOff x="-1753860" y="6112773"/>
              <a:chExt cx="759633" cy="697797"/>
            </a:xfrm>
          </p:grpSpPr>
          <p:grpSp>
            <p:nvGrpSpPr>
              <p:cNvPr id="1363350354" name="Inspireren"/>
              <p:cNvGrpSpPr>
                <a:grpSpLocks noChangeAspect="1" noGrp="1" noMove="1" noResize="1" noRot="1" noUngrp="1"/>
              </p:cNvGrpSpPr>
              <p:nvPr userDrawn="1"/>
            </p:nvGrpSpPr>
            <p:grpSpPr bwMode="auto">
              <a:xfrm>
                <a:off x="-1484856" y="6112773"/>
                <a:ext cx="205429" cy="293284"/>
                <a:chOff x="4766" y="2781"/>
                <a:chExt cx="786" cy="1125"/>
              </a:xfrm>
              <a:gradFill>
                <a:gsLst>
                  <a:gs pos="0">
                    <a:srgbClr val="9D9FA1"/>
                  </a:gs>
                  <a:gs pos="70000">
                    <a:srgbClr val="211F26"/>
                  </a:gs>
                </a:gsLst>
                <a:lin ang="2700000" scaled="0"/>
              </a:gradFill>
            </p:grpSpPr>
            <p:sp>
              <p:nvSpPr>
                <p:cNvPr id="1904046239" name="Freeform 12"/>
                <p:cNvSpPr>
                  <a:spLocks noAdjustHandles="1" noChangeArrowheads="1" noChangeShapeType="1" noEditPoints="1" noGrp="1" noMove="1" noResize="1" noRot="1"/>
                </p:cNvSpPr>
                <p:nvPr/>
              </p:nvSpPr>
              <p:spPr bwMode="auto">
                <a:xfrm>
                  <a:off x="4999" y="3186"/>
                  <a:ext cx="317"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420398660" name="Freeform 13"/>
                <p:cNvSpPr>
                  <a:spLocks noAdjustHandles="1" noChangeArrowheads="1" noChangeShapeType="1" noEditPoints="1" noGrp="1" noMove="1" noResize="1" noRot="1"/>
                </p:cNvSpPr>
                <p:nvPr/>
              </p:nvSpPr>
              <p:spPr bwMode="auto">
                <a:xfrm>
                  <a:off x="5022" y="3793"/>
                  <a:ext cx="280" cy="110"/>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764630437" name="Freeform 14"/>
                <p:cNvSpPr>
                  <a:spLocks noAdjustHandles="1" noChangeArrowheads="1" noChangeShapeType="1" noEditPoints="1" noGrp="1" noMove="1" noResize="1" noRot="1"/>
                </p:cNvSpPr>
                <p:nvPr/>
              </p:nvSpPr>
              <p:spPr bwMode="auto">
                <a:xfrm>
                  <a:off x="4766" y="2781"/>
                  <a:ext cx="786" cy="964"/>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1618627965" name="Tekstvak 298"/>
              <p:cNvSpPr txBox="1">
                <a:spLocks noAdjustHandles="1" noChangeArrowheads="1" noChangeShapeType="1" noEditPoints="1" noGrp="1" noMove="1" noResize="1" noRot="1"/>
              </p:cNvSpPr>
              <p:nvPr userDrawn="1"/>
            </p:nvSpPr>
            <p:spPr bwMode="auto">
              <a:xfrm>
                <a:off x="-1753860" y="6420663"/>
                <a:ext cx="759633" cy="389907"/>
              </a:xfrm>
              <a:prstGeom prst="rect">
                <a:avLst/>
              </a:prstGeom>
              <a:noFill/>
            </p:spPr>
            <p:txBody>
              <a:bodyPr wrap="square" lIns="0" tIns="0" rIns="0" bIns="0" rtlCol="0" anchor="ctr">
                <a:noAutofit/>
              </a:bodyPr>
              <a:lstStyle/>
              <a:p>
                <a:pPr marL="0" marR="0" lvl="0" indent="0" algn="ctr" defTabSz="914400">
                  <a:lnSpc>
                    <a:spcPct val="90000"/>
                  </a:lnSpc>
                  <a:spcBef>
                    <a:spcPts val="598"/>
                  </a:spcBef>
                  <a:spcAft>
                    <a:spcPts val="598"/>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cxnSp>
        <p:nvCxnSpPr>
          <p:cNvPr id="28336434" name=""/>
          <p:cNvCxnSpPr/>
          <p:nvPr/>
        </p:nvCxnSpPr>
        <p:spPr bwMode="auto">
          <a:xfrm flipH="0" flipV="1">
            <a:off x="5154467" y="2342212"/>
            <a:ext cx="640203" cy="1623933"/>
          </a:xfrm>
          <a:prstGeom prst="lin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cxnSp>
      <p:sp>
        <p:nvSpPr>
          <p:cNvPr id="175867369" name=""/>
          <p:cNvSpPr txBox="1"/>
          <p:nvPr/>
        </p:nvSpPr>
        <p:spPr bwMode="auto">
          <a:xfrm flipH="0" flipV="0">
            <a:off x="1638632" y="1630882"/>
            <a:ext cx="3632828"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a:p>
        </p:txBody>
      </p:sp>
      <p:pic>
        <p:nvPicPr>
          <p:cNvPr id="215396839" name=""/>
          <p:cNvPicPr>
            <a:picLocks noChangeAspect="1"/>
          </p:cNvPicPr>
          <p:nvPr/>
        </p:nvPicPr>
        <p:blipFill>
          <a:blip r:embed="rId3"/>
          <a:stretch/>
        </p:blipFill>
        <p:spPr bwMode="auto">
          <a:xfrm flipH="0" flipV="0">
            <a:off x="5318420" y="1310744"/>
            <a:ext cx="6231065" cy="3686871"/>
          </a:xfrm>
          <a:prstGeom prst="rect">
            <a:avLst/>
          </a:prstGeom>
        </p:spPr>
      </p:pic>
      <p:sp>
        <p:nvSpPr>
          <p:cNvPr id="987385328" name=""/>
          <p:cNvSpPr txBox="1"/>
          <p:nvPr/>
        </p:nvSpPr>
        <p:spPr bwMode="auto">
          <a:xfrm flipH="0" flipV="0">
            <a:off x="968905" y="1452171"/>
            <a:ext cx="3713828" cy="178278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a:t>To estimate mesh effect on the simulation results mesh convergence study was carried out using the refinement factor of </a:t>
            </a:r>
            <mc:AlternateContent xmlns:mc="http://schemas.openxmlformats.org/markup-compatibility/2006" xmlns:m="http://schemas.openxmlformats.org/officeDocument/2006/math">
              <mc:Choice xmlns:a14="http://schemas.microsoft.com/office/drawing/2010/main" Requires="a14">
                <a14:m>
                  <m:oMathPara>
                    <m:oMathParaPr/>
                    <m:oMath>
                      <m:rad>
                        <m:radPr>
                          <m:degHide m:val="on"/>
                          <m:ctrlPr>
                            <a:rPr lang="en-US" sz="1800" b="0" i="1" u="none" strike="noStrike" cap="none" spc="0">
                              <a:solidFill>
                                <a:schemeClr val="tx1"/>
                              </a:solidFill>
                              <a:latin typeface="Cambria Math"/>
                              <a:ea typeface="Cambria Math"/>
                              <a:cs typeface="Cambria Math"/>
                            </a:rPr>
                          </m:ctrlPr>
                        </m:radPr>
                        <m:deg>
                          <m:r>
                            <m:rPr>
                              <m:sty m:val="i"/>
                            </m:rPr>
                            <a:rPr lang="en-US" sz="1800" u="none" strike="noStrike" cap="none" spc="0">
                              <a:solidFill>
                                <a:schemeClr val="tx1"/>
                              </a:solidFill>
                              <a:latin typeface="Cambria Math"/>
                              <a:ea typeface="Cambria Math"/>
                              <a:cs typeface="Cambria Math"/>
                            </a:rPr>
                            <m:t/>
                          </m:r>
                        </m:deg>
                        <m:e>
                          <m:r>
                            <m:rPr>
                              <m:sty m:val="i"/>
                            </m:rPr>
                            <a:rPr lang="en-US" sz="1800" u="none" strike="noStrike" cap="none" spc="0">
                              <a:solidFill>
                                <a:schemeClr val="tx1"/>
                              </a:solidFill>
                              <a:latin typeface="Cambria Math"/>
                              <a:ea typeface="Cambria Math"/>
                              <a:cs typeface="Cambria Math"/>
                            </a:rPr>
                            <m:t>2</m:t>
                          </m:r>
                        </m:e>
                      </m:rad>
                    </m:oMath>
                  </m:oMathPara>
                </a14:m>
              </mc:Choice>
              <mc:Fallback/>
            </mc:AlternateContent>
            <a:r>
              <a:rPr lang="en-US"/>
              <a:t> . The mesh information is presented in the table. below.</a:t>
            </a:r>
            <a:endParaRPr/>
          </a:p>
        </p:txBody>
      </p:sp>
      <p:graphicFrame>
        <p:nvGraphicFramePr>
          <p:cNvPr id="659733388" name=""/>
          <p:cNvGraphicFramePr>
            <a:graphicFrameLocks xmlns:a="http://schemas.openxmlformats.org/drawingml/2006/main"/>
          </p:cNvGraphicFramePr>
          <p:nvPr/>
        </p:nvGraphicFramePr>
        <p:xfrm>
          <a:off x="5794670" y="5073184"/>
          <a:ext cx="5369317" cy="1332483"/>
        </p:xfrm>
        <a:graphic>
          <a:graphicData uri="http://schemas.openxmlformats.org/drawingml/2006/table">
            <a:tbl>
              <a:tblPr firstRow="1" firstCol="0" lastRow="0" lastCol="0" bandRow="1" bandCol="0">
                <a:tableStyleId>{5C22544A-7EE6-4342-B048-85BDC9FD1C3A}</a:tableStyleId>
              </a:tblPr>
              <a:tblGrid>
                <a:gridCol w="1339154"/>
                <a:gridCol w="1720845"/>
                <a:gridCol w="957463"/>
                <a:gridCol w="1339154"/>
              </a:tblGrid>
              <a:tr h="462700">
                <a:tc>
                  <a:txBody>
                    <a:bodyPr/>
                    <a:p>
                      <a:pPr algn="ctr">
                        <a:lnSpc>
                          <a:spcPct val="114999"/>
                        </a:lnSpc>
                        <a:defRPr/>
                      </a:pPr>
                      <a:endParaRPr sz="1400">
                        <a:latin typeface="Arial"/>
                        <a:cs typeface="Arial"/>
                      </a:endParaRPr>
                    </a:p>
                  </a:txBody>
                  <a:tcPr/>
                </a:tc>
                <a:tc>
                  <a:txBody>
                    <a:bodyPr/>
                    <a:p>
                      <a:pPr algn="ctr">
                        <a:lnSpc>
                          <a:spcPct val="114999"/>
                        </a:lnSpc>
                        <a:defRPr/>
                      </a:pPr>
                      <a:r>
                        <a:rPr lang="en-US" sz="1400">
                          <a:latin typeface="Arial"/>
                          <a:ea typeface="Arial"/>
                          <a:cs typeface="Arial"/>
                        </a:rPr>
                        <a:t>Number of cells [millions]</a:t>
                      </a:r>
                      <a:endParaRPr sz="1400">
                        <a:latin typeface="Arial"/>
                        <a:cs typeface="Arial"/>
                      </a:endParaRPr>
                    </a:p>
                  </a:txBody>
                  <a:tcPr/>
                </a:tc>
                <a:tc>
                  <a:txBody>
                    <a:bodyPr/>
                    <a:p>
                      <a:pPr algn="ctr">
                        <a:lnSpc>
                          <a:spcPct val="114999"/>
                        </a:lnSpc>
                        <a:defRPr/>
                      </a:pPr>
                      <a:r>
                        <a:rPr lang="en-US" sz="1400">
                          <a:latin typeface="Arial"/>
                          <a:ea typeface="Arial"/>
                          <a:cs typeface="Arial"/>
                        </a:rPr>
                        <a:t>Thrust [N]</a:t>
                      </a:r>
                      <a:endParaRPr sz="1400">
                        <a:latin typeface="Arial"/>
                        <a:cs typeface="Arial"/>
                      </a:endParaRPr>
                    </a:p>
                  </a:txBody>
                  <a:tcPr/>
                </a:tc>
                <a:tc>
                  <a:txBody>
                    <a:bodyPr/>
                    <a:p>
                      <a:pPr algn="ctr">
                        <a:lnSpc>
                          <a:spcPct val="114999"/>
                        </a:lnSpc>
                        <a:defRPr/>
                      </a:pPr>
                      <a:r>
                        <a:rPr lang="en-US" sz="1400">
                          <a:latin typeface="Arial"/>
                          <a:ea typeface="Arial"/>
                          <a:cs typeface="Arial"/>
                        </a:rPr>
                        <a:t>Torque [Nm]</a:t>
                      </a:r>
                      <a:endParaRPr sz="1400">
                        <a:latin typeface="Arial"/>
                        <a:cs typeface="Arial"/>
                      </a:endParaRPr>
                    </a:p>
                  </a:txBody>
                  <a:tcPr/>
                </a:tc>
              </a:tr>
              <a:tr h="365760">
                <a:tc>
                  <a:txBody>
                    <a:bodyPr/>
                    <a:p>
                      <a:pPr algn="ctr">
                        <a:lnSpc>
                          <a:spcPct val="114999"/>
                        </a:lnSpc>
                        <a:defRPr/>
                      </a:pPr>
                      <a:r>
                        <a:rPr lang="en-US" sz="1400">
                          <a:latin typeface="Arial"/>
                          <a:ea typeface="Arial"/>
                          <a:cs typeface="Arial"/>
                        </a:rPr>
                        <a:t>Coarse mesh</a:t>
                      </a:r>
                      <a:endParaRPr sz="1400">
                        <a:latin typeface="Arial"/>
                        <a:cs typeface="Arial"/>
                      </a:endParaRPr>
                    </a:p>
                  </a:txBody>
                  <a:tcPr/>
                </a:tc>
                <a:tc>
                  <a:txBody>
                    <a:bodyPr/>
                    <a:p>
                      <a:pPr algn="ctr">
                        <a:lnSpc>
                          <a:spcPct val="114999"/>
                        </a:lnSpc>
                        <a:defRPr/>
                      </a:pPr>
                      <a:r>
                        <a:rPr lang="en-US" sz="1400">
                          <a:latin typeface="Arial"/>
                          <a:ea typeface="Arial"/>
                          <a:cs typeface="Arial"/>
                        </a:rPr>
                        <a:t>6.59</a:t>
                      </a:r>
                      <a:endParaRPr sz="1400">
                        <a:latin typeface="Arial"/>
                        <a:cs typeface="Arial"/>
                      </a:endParaRPr>
                    </a:p>
                  </a:txBody>
                  <a:tcPr/>
                </a:tc>
                <a:tc>
                  <a:txBody>
                    <a:bodyPr/>
                    <a:p>
                      <a:pPr algn="ctr">
                        <a:lnSpc>
                          <a:spcPct val="114999"/>
                        </a:lnSpc>
                        <a:defRPr/>
                      </a:pPr>
                      <a:r>
                        <a:rPr lang="nl-NL" sz="1600" b="0" i="0" u="none" strike="noStrike" cap="none" spc="0">
                          <a:solidFill>
                            <a:schemeClr val="dk1"/>
                          </a:solidFill>
                          <a:latin typeface="Arial"/>
                          <a:ea typeface="Arial"/>
                          <a:cs typeface="Arial"/>
                        </a:rPr>
                        <a:t>72.1827</a:t>
                      </a:r>
                      <a:endParaRPr sz="1600">
                        <a:latin typeface="Arial"/>
                        <a:cs typeface="Arial"/>
                      </a:endParaRPr>
                    </a:p>
                  </a:txBody>
                  <a:tcPr/>
                </a:tc>
                <a:tc>
                  <a:txBody>
                    <a:bodyPr/>
                    <a:p>
                      <a:pPr algn="ctr">
                        <a:lnSpc>
                          <a:spcPct val="114999"/>
                        </a:lnSpc>
                        <a:defRPr/>
                      </a:pPr>
                      <a:r>
                        <a:rPr lang="nl-NL" sz="1400" b="0" i="0" u="none" strike="noStrike" cap="none" spc="0">
                          <a:solidFill>
                            <a:schemeClr val="dk1"/>
                          </a:solidFill>
                          <a:latin typeface="Arial"/>
                          <a:ea typeface="Arial"/>
                          <a:cs typeface="Arial"/>
                        </a:rPr>
                        <a:t>10.0017</a:t>
                      </a:r>
                      <a:endParaRPr sz="1400">
                        <a:latin typeface="Arial"/>
                        <a:cs typeface="Arial"/>
                      </a:endParaRPr>
                    </a:p>
                  </a:txBody>
                  <a:tcPr/>
                </a:tc>
              </a:tr>
              <a:tr h="365760">
                <a:tc>
                  <a:txBody>
                    <a:bodyPr/>
                    <a:p>
                      <a:pPr algn="ctr">
                        <a:lnSpc>
                          <a:spcPct val="114999"/>
                        </a:lnSpc>
                        <a:defRPr/>
                      </a:pPr>
                      <a:r>
                        <a:rPr lang="en-US" sz="1400">
                          <a:latin typeface="Arial"/>
                          <a:ea typeface="Arial"/>
                          <a:cs typeface="Arial"/>
                        </a:rPr>
                        <a:t>Fine mesh</a:t>
                      </a:r>
                      <a:endParaRPr sz="1400">
                        <a:latin typeface="Arial"/>
                        <a:cs typeface="Arial"/>
                      </a:endParaRPr>
                    </a:p>
                  </a:txBody>
                  <a:tcPr/>
                </a:tc>
                <a:tc>
                  <a:txBody>
                    <a:bodyPr/>
                    <a:p>
                      <a:pPr algn="ctr">
                        <a:lnSpc>
                          <a:spcPct val="114999"/>
                        </a:lnSpc>
                        <a:defRPr/>
                      </a:pPr>
                      <a:r>
                        <a:rPr lang="en-US" sz="1400">
                          <a:latin typeface="Arial"/>
                          <a:ea typeface="Arial"/>
                          <a:cs typeface="Arial"/>
                        </a:rPr>
                        <a:t>13.02</a:t>
                      </a:r>
                      <a:endParaRPr sz="1400">
                        <a:latin typeface="Arial"/>
                        <a:cs typeface="Arial"/>
                      </a:endParaRPr>
                    </a:p>
                  </a:txBody>
                  <a:tcPr/>
                </a:tc>
                <a:tc>
                  <a:txBody>
                    <a:bodyPr/>
                    <a:p>
                      <a:pPr algn="ctr">
                        <a:lnSpc>
                          <a:spcPct val="114999"/>
                        </a:lnSpc>
                        <a:defRPr/>
                      </a:pPr>
                      <a:r>
                        <a:rPr lang="nl-NL" sz="1400" b="0" i="0" u="none" strike="noStrike" cap="none" spc="0">
                          <a:solidFill>
                            <a:schemeClr val="dk1"/>
                          </a:solidFill>
                          <a:latin typeface="Arial"/>
                          <a:ea typeface="Arial"/>
                          <a:cs typeface="Arial"/>
                        </a:rPr>
                        <a:t>72.1809</a:t>
                      </a:r>
                      <a:endParaRPr sz="1400">
                        <a:latin typeface="Arial"/>
                        <a:cs typeface="Arial"/>
                      </a:endParaRPr>
                    </a:p>
                  </a:txBody>
                  <a:tcPr/>
                </a:tc>
                <a:tc>
                  <a:txBody>
                    <a:bodyPr/>
                    <a:p>
                      <a:pPr algn="ctr">
                        <a:lnSpc>
                          <a:spcPct val="114999"/>
                        </a:lnSpc>
                        <a:defRPr/>
                      </a:pPr>
                      <a:r>
                        <a:rPr lang="nl-NL" sz="1400" b="0" i="0" u="none" strike="noStrike" cap="none" spc="0">
                          <a:solidFill>
                            <a:schemeClr val="dk1"/>
                          </a:solidFill>
                          <a:latin typeface="Arial"/>
                          <a:ea typeface="Arial"/>
                          <a:cs typeface="Arial"/>
                        </a:rPr>
                        <a:t>10.0019</a:t>
                      </a:r>
                      <a:endParaRPr sz="1400">
                        <a:latin typeface="Arial"/>
                        <a:cs typeface="Arial"/>
                      </a:endParaRPr>
                    </a:p>
                  </a:txBody>
                  <a:tcPr/>
                </a:tc>
              </a:tr>
            </a:tbl>
          </a:graphicData>
        </a:graphic>
      </p:graphicFrame>
      <p:sp>
        <p:nvSpPr>
          <p:cNvPr id="1719064285" name=""/>
          <p:cNvSpPr txBox="1"/>
          <p:nvPr/>
        </p:nvSpPr>
        <p:spPr bwMode="auto">
          <a:xfrm flipH="0" flipV="0">
            <a:off x="968905" y="3777462"/>
            <a:ext cx="3790148" cy="17377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a:t>The study reveled that the mesh sensitivity is low and does not effect the results significantly with relative error for cumulative thrust and torque being  0.002% and 0.001%  respectively.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81493939" name="Tijdelijke aanduiding voor datum 4"/>
          <p:cNvSpPr>
            <a:spLocks noGrp="1"/>
          </p:cNvSpPr>
          <p:nvPr>
            <p:ph type="dt" sz="half" idx="18"/>
          </p:nvPr>
        </p:nvSpPr>
        <p:spPr bwMode="auto"/>
        <p:txBody>
          <a:bodyPr/>
          <a:lstStyle/>
          <a:p>
            <a:pPr>
              <a:defRPr/>
            </a:pPr>
            <a:fld id="{CEF5EB27-2187-90B7-B779-68BC8AD26AF5}" type="datetime1">
              <a:rPr lang="nl-NL"/>
              <a:t/>
            </a:fld>
            <a:endParaRPr lang="en-GB"/>
          </a:p>
        </p:txBody>
      </p:sp>
      <p:sp>
        <p:nvSpPr>
          <p:cNvPr id="1892955218" name="Titel 8"/>
          <p:cNvSpPr>
            <a:spLocks noGrp="1"/>
          </p:cNvSpPr>
          <p:nvPr>
            <p:ph type="title"/>
          </p:nvPr>
        </p:nvSpPr>
        <p:spPr bwMode="auto"/>
        <p:txBody>
          <a:bodyPr/>
          <a:lstStyle/>
          <a:p>
            <a:pPr>
              <a:defRPr/>
            </a:pPr>
            <a:r>
              <a:rPr lang="en-US"/>
              <a:t>LLM and CFD results comparison</a:t>
            </a:r>
            <a:r>
              <a:rPr lang="en-US"/>
              <a:t> (helicopter)</a:t>
            </a:r>
            <a:endParaRPr/>
          </a:p>
        </p:txBody>
      </p:sp>
      <p:sp>
        <p:nvSpPr>
          <p:cNvPr id="126373030" name="Tijdelijke aanduiding voor dianummer 1"/>
          <p:cNvSpPr>
            <a:spLocks noGrp="1"/>
          </p:cNvSpPr>
          <p:nvPr>
            <p:ph type="sldNum" sz="quarter" idx="20"/>
          </p:nvPr>
        </p:nvSpPr>
        <p:spPr bwMode="auto"/>
        <p:txBody>
          <a:bodyPr/>
          <a:lstStyle/>
          <a:p>
            <a:pPr>
              <a:defRPr/>
            </a:pPr>
            <a:fld id="{1F85626B-5E70-BB65-DB83-4B3D178D0BE3}" type="slidenum">
              <a:rPr lang="en-GB"/>
              <a:t/>
            </a:fld>
            <a:endParaRPr lang="en-GB"/>
          </a:p>
        </p:txBody>
      </p:sp>
      <p:sp>
        <p:nvSpPr>
          <p:cNvPr id="209528686" name="Tijdelijke aanduiding voor verticale tekst 33"/>
          <p:cNvSpPr txBox="1"/>
          <p:nvPr/>
        </p:nvSpPr>
        <p:spPr bwMode="auto">
          <a:xfrm>
            <a:off x="718665" y="1549994"/>
            <a:ext cx="4655998" cy="4431645"/>
          </a:xfrm>
          <a:prstGeom prst="rect">
            <a:avLst/>
          </a:prstGeom>
        </p:spPr>
        <p:txBody>
          <a:bodyPr lIns="0" tIns="0" rIns="0" bIns="0"/>
          <a:lstStyle>
            <a:lvl1pPr marL="361949" indent="-361949" algn="l" defTabSz="914400">
              <a:lnSpc>
                <a:spcPct val="90000"/>
              </a:lnSpc>
              <a:spcBef>
                <a:spcPts val="599"/>
              </a:spcBef>
              <a:spcAft>
                <a:spcPts val="599"/>
              </a:spcAft>
              <a:buClr>
                <a:schemeClr val="accent1"/>
              </a:buClr>
              <a:buSzPct val="120000"/>
              <a:buFont typeface="Arial"/>
              <a:buChar char="•"/>
              <a:defRPr sz="2000">
                <a:solidFill>
                  <a:schemeClr val="tx2"/>
                </a:solidFill>
                <a:latin typeface="+mn-lt"/>
                <a:ea typeface="+mn-ea"/>
                <a:cs typeface="+mn-cs"/>
              </a:defRPr>
            </a:lvl1pPr>
            <a:lvl2pPr marL="712787" indent="-350838" algn="l" defTabSz="914400">
              <a:lnSpc>
                <a:spcPct val="90000"/>
              </a:lnSpc>
              <a:spcBef>
                <a:spcPts val="599"/>
              </a:spcBef>
              <a:spcAft>
                <a:spcPts val="599"/>
              </a:spcAft>
              <a:buClr>
                <a:schemeClr val="accent1"/>
              </a:buClr>
              <a:buSzPct val="120000"/>
              <a:buFont typeface="Arial"/>
              <a:buChar char="•"/>
              <a:tabLst>
                <a:tab pos="712787" algn="l"/>
              </a:tabLst>
              <a:defRPr sz="2000">
                <a:solidFill>
                  <a:schemeClr val="tx2"/>
                </a:solidFill>
                <a:latin typeface="+mn-lt"/>
                <a:ea typeface="+mn-ea"/>
                <a:cs typeface="+mn-cs"/>
              </a:defRPr>
            </a:lvl2pPr>
            <a:lvl3pPr marL="0" indent="0" algn="l" defTabSz="914400">
              <a:lnSpc>
                <a:spcPct val="90000"/>
              </a:lnSpc>
              <a:spcBef>
                <a:spcPts val="599"/>
              </a:spcBef>
              <a:spcAft>
                <a:spcPts val="599"/>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9"/>
              </a:spcBef>
              <a:spcAft>
                <a:spcPts val="599"/>
              </a:spcAft>
              <a:buFont typeface="Arial"/>
              <a:buNone/>
              <a:defRPr sz="3600" b="1">
                <a:solidFill>
                  <a:schemeClr val="tx2"/>
                </a:solidFill>
                <a:latin typeface="+mj-lt"/>
                <a:ea typeface="+mn-ea"/>
                <a:cs typeface="+mn-cs"/>
              </a:defRPr>
            </a:lvl4pPr>
            <a:lvl5pPr marL="0" indent="0" algn="l" defTabSz="914400">
              <a:lnSpc>
                <a:spcPct val="90000"/>
              </a:lnSpc>
              <a:spcBef>
                <a:spcPts val="599"/>
              </a:spcBef>
              <a:spcAft>
                <a:spcPts val="599"/>
              </a:spcAft>
              <a:buFont typeface="Arial"/>
              <a:buNone/>
              <a:defRPr sz="2400" b="0">
                <a:solidFill>
                  <a:schemeClr val="accent1"/>
                </a:solidFill>
                <a:latin typeface="+mj-lt"/>
                <a:ea typeface="+mn-ea"/>
                <a:cs typeface="+mn-cs"/>
              </a:defRPr>
            </a:lvl5pPr>
            <a:lvl6pPr marL="0" indent="0" algn="l" defTabSz="914400">
              <a:lnSpc>
                <a:spcPct val="90000"/>
              </a:lnSpc>
              <a:spcBef>
                <a:spcPts val="599"/>
              </a:spcBef>
              <a:spcAft>
                <a:spcPts val="599"/>
              </a:spcAft>
              <a:buClr>
                <a:schemeClr val="accent1"/>
              </a:buClr>
              <a:buFont typeface="Arial"/>
              <a:buNone/>
              <a:defRPr sz="2000" b="0" cap="none">
                <a:solidFill>
                  <a:schemeClr val="tx1"/>
                </a:solidFill>
                <a:latin typeface="+mj-lt"/>
                <a:ea typeface="+mn-ea"/>
                <a:cs typeface="+mn-cs"/>
              </a:defRPr>
            </a:lvl6pPr>
            <a:lvl7pPr marL="361949" indent="-361949" algn="l" defTabSz="914400">
              <a:lnSpc>
                <a:spcPct val="90000"/>
              </a:lnSpc>
              <a:spcBef>
                <a:spcPts val="599"/>
              </a:spcBef>
              <a:spcAft>
                <a:spcPts val="599"/>
              </a:spcAft>
              <a:buClr>
                <a:schemeClr val="accent1"/>
              </a:buClr>
              <a:buFont typeface="+mj-lt"/>
              <a:buAutoNum type="arabicPeriod"/>
              <a:defRPr sz="2000">
                <a:solidFill>
                  <a:schemeClr val="tx1"/>
                </a:solidFill>
                <a:latin typeface="+mn-lt"/>
                <a:ea typeface="+mn-ea"/>
                <a:cs typeface="+mn-cs"/>
              </a:defRPr>
            </a:lvl7pPr>
            <a:lvl8pPr marL="361949" indent="-361949" algn="l" defTabSz="914400">
              <a:lnSpc>
                <a:spcPct val="90000"/>
              </a:lnSpc>
              <a:spcBef>
                <a:spcPts val="599"/>
              </a:spcBef>
              <a:spcAft>
                <a:spcPts val="599"/>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9"/>
              </a:spcBef>
              <a:spcAft>
                <a:spcPts val="599"/>
              </a:spcAft>
              <a:buClr>
                <a:schemeClr val="accent1"/>
              </a:buClr>
              <a:buFont typeface="Arial"/>
              <a:buNone/>
              <a:defRPr sz="1600" i="1">
                <a:solidFill>
                  <a:schemeClr val="tx1"/>
                </a:solidFill>
                <a:latin typeface="+mn-lt"/>
                <a:ea typeface="+mn-ea"/>
                <a:cs typeface="+mn-cs"/>
              </a:defRPr>
            </a:lvl9pPr>
          </a:lstStyle>
          <a:p>
            <a:pPr>
              <a:defRPr/>
            </a:pPr>
            <a:r>
              <a:rPr lang="en-US"/>
              <a:t>Axial forces (thrust) are in good agreement between CFD and LLM results</a:t>
            </a:r>
            <a:endParaRPr lang="en-US"/>
          </a:p>
          <a:p>
            <a:pPr>
              <a:defRPr/>
            </a:pPr>
            <a:r>
              <a:rPr lang="en-US"/>
              <a:t>Tangential forces (torque) are significantly underpredicted by the LLM. This was expected, as the viscous forces are not taken into account. </a:t>
            </a:r>
            <a:endParaRPr lang="en-US"/>
          </a:p>
          <a:p>
            <a:pPr>
              <a:defRPr/>
            </a:pPr>
            <a:endParaRPr/>
          </a:p>
        </p:txBody>
      </p:sp>
      <p:grpSp>
        <p:nvGrpSpPr>
          <p:cNvPr id="1063033809" name="INSTRUCTION"/>
          <p:cNvGrpSpPr>
            <a:grpSpLocks noGrp="1" noMove="1" noResize="1" noRot="1" noUngrp="1"/>
          </p:cNvGrpSpPr>
          <p:nvPr/>
        </p:nvGrpSpPr>
        <p:grpSpPr bwMode="auto">
          <a:xfrm>
            <a:off x="-3786436" y="0"/>
            <a:ext cx="3693385" cy="5359348"/>
            <a:chOff x="-3786436" y="0"/>
            <a:chExt cx="3693385" cy="5359348"/>
          </a:xfrm>
        </p:grpSpPr>
        <p:sp>
          <p:nvSpPr>
            <p:cNvPr id="1930456045"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699257871"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815096775"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1641005395"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901986237"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477855279"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1636067738"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546753816"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646753248"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188607895"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1012814649"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1109270907"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1902549378"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343779369"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1873542625"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1221919950"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73560849"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2002529477"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349049149"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317558575"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372413305"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627074080" name="ICOON_info"/>
            <p:cNvGrpSpPr>
              <a:grpSpLocks noGrp="1" noMove="1" noResize="1" noRot="1" noUngrp="1"/>
            </p:cNvGrpSpPr>
            <p:nvPr userDrawn="1"/>
          </p:nvGrpSpPr>
          <p:grpSpPr bwMode="auto">
            <a:xfrm>
              <a:off x="-376734" y="4400185"/>
              <a:ext cx="283684" cy="283684"/>
              <a:chOff x="-510741" y="5913712"/>
              <a:chExt cx="267554" cy="267554"/>
            </a:xfrm>
          </p:grpSpPr>
          <p:sp>
            <p:nvSpPr>
              <p:cNvPr id="550486184"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1419584416"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2101273678" name="VOORBEELD"/>
            <p:cNvGrpSpPr>
              <a:grpSpLocks noGrp="1" noMove="1" noResize="1" noRot="1" noUngrp="1"/>
            </p:cNvGrpSpPr>
            <p:nvPr userDrawn="1"/>
          </p:nvGrpSpPr>
          <p:grpSpPr bwMode="auto">
            <a:xfrm>
              <a:off x="-3605171" y="458673"/>
              <a:ext cx="3234310" cy="558874"/>
              <a:chOff x="-3605171" y="458673"/>
              <a:chExt cx="3234310" cy="558874"/>
            </a:xfrm>
          </p:grpSpPr>
          <p:sp>
            <p:nvSpPr>
              <p:cNvPr id="511729912"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329743471"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2147369422"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411976942"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1365998091"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1443623585"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990167249"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885617441"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773621462"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579874124"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175403428"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600098636"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1851454229"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275725349"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82621041"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505117549"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351088025"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681961635"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655038399"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72426476"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818841166"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1241266994"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397613054" name="Groep 310"/>
              <p:cNvGrpSpPr>
                <a:grpSpLocks noGrp="1" noMove="1" noResize="1" noRot="1" noUngrp="1"/>
              </p:cNvGrpSpPr>
              <p:nvPr userDrawn="1"/>
            </p:nvGrpSpPr>
            <p:grpSpPr bwMode="auto">
              <a:xfrm>
                <a:off x="-2916762" y="769167"/>
                <a:ext cx="268737" cy="248380"/>
                <a:chOff x="-2916762" y="769167"/>
                <a:chExt cx="268737" cy="248380"/>
              </a:xfrm>
            </p:grpSpPr>
            <p:sp>
              <p:nvSpPr>
                <p:cNvPr id="1946434344"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769887860"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1801736290"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709404913"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207498231"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617532998"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2112113632"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321772542"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298119597" name="Groep 311"/>
              <p:cNvGrpSpPr>
                <a:grpSpLocks noGrp="1" noMove="1" noResize="1" noRot="1" noUngrp="1"/>
              </p:cNvGrpSpPr>
              <p:nvPr userDrawn="1"/>
            </p:nvGrpSpPr>
            <p:grpSpPr bwMode="auto">
              <a:xfrm>
                <a:off x="-2916762" y="460170"/>
                <a:ext cx="268737" cy="248380"/>
                <a:chOff x="-2916762" y="460170"/>
                <a:chExt cx="268737" cy="248380"/>
              </a:xfrm>
            </p:grpSpPr>
            <p:sp>
              <p:nvSpPr>
                <p:cNvPr id="382591018"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34261991"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854182695"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709767345"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030969726"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802587500"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009655810"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499901720"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28769672"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1286462074"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1752166258"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155183857"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496391428"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1538148931"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graphicFrame>
        <p:nvGraphicFramePr>
          <p:cNvPr id="2019577277" name=""/>
          <p:cNvGraphicFramePr>
            <a:graphicFrameLocks xmlns:a="http://schemas.openxmlformats.org/drawingml/2006/main"/>
          </p:cNvGraphicFramePr>
          <p:nvPr/>
        </p:nvGraphicFramePr>
        <p:xfrm>
          <a:off x="601915" y="4542027"/>
          <a:ext cx="4889499" cy="1475739"/>
        </p:xfrm>
        <a:graphic>
          <a:graphicData uri="http://schemas.openxmlformats.org/drawingml/2006/table">
            <a:tbl>
              <a:tblPr firstRow="1" firstCol="0" lastRow="0" lastCol="0" bandRow="1" bandCol="0">
                <a:tableStyleId>{5C22544A-7EE6-4342-B048-85BDC9FD1C3A}</a:tableStyleId>
              </a:tblPr>
              <a:tblGrid>
                <a:gridCol w="1625599"/>
                <a:gridCol w="1625599"/>
                <a:gridCol w="1625599"/>
              </a:tblGrid>
              <a:tr h="365760">
                <a:tc>
                  <a:txBody>
                    <a:bodyPr/>
                    <a:p>
                      <a:pPr>
                        <a:defRPr/>
                      </a:pPr>
                      <a:endParaRPr/>
                    </a:p>
                  </a:txBody>
                  <a:tcPr/>
                </a:tc>
                <a:tc>
                  <a:txBody>
                    <a:bodyPr/>
                    <a:p>
                      <a:pPr>
                        <a:defRPr/>
                      </a:pPr>
                      <a:r>
                        <a:rPr lang="en-US"/>
                        <a:t>Thrust [N]</a:t>
                      </a:r>
                      <a:endParaRPr/>
                    </a:p>
                  </a:txBody>
                  <a:tcPr/>
                </a:tc>
                <a:tc>
                  <a:txBody>
                    <a:bodyPr/>
                    <a:p>
                      <a:pPr>
                        <a:defRPr/>
                      </a:pPr>
                      <a:r>
                        <a:rPr lang="en-US"/>
                        <a:t>Torque [Nm]</a:t>
                      </a:r>
                      <a:endParaRPr/>
                    </a:p>
                  </a:txBody>
                  <a:tcPr/>
                </a:tc>
              </a:tr>
              <a:tr h="365760">
                <a:tc>
                  <a:txBody>
                    <a:bodyPr/>
                    <a:p>
                      <a:pPr>
                        <a:defRPr/>
                      </a:pPr>
                      <a:r>
                        <a:rPr lang="en-US"/>
                        <a:t>LLM</a:t>
                      </a:r>
                      <a:endParaRPr/>
                    </a:p>
                  </a:txBody>
                  <a:tcPr/>
                </a:tc>
                <a:tc>
                  <a:txBody>
                    <a:bodyPr/>
                    <a:p>
                      <a:pPr>
                        <a:defRPr/>
                      </a:pPr>
                      <a:r>
                        <a:rPr lang="en-US"/>
                        <a:t>56.2865</a:t>
                      </a:r>
                      <a:endParaRPr/>
                    </a:p>
                  </a:txBody>
                  <a:tcPr/>
                </a:tc>
                <a:tc>
                  <a:txBody>
                    <a:bodyPr/>
                    <a:p>
                      <a:pPr>
                        <a:defRPr/>
                      </a:pPr>
                      <a:r>
                        <a:rPr lang="nl-NL" sz="1800" b="0" i="0" u="none" strike="noStrike" cap="none" spc="0">
                          <a:solidFill>
                            <a:schemeClr val="dk1"/>
                          </a:solidFill>
                          <a:latin typeface="Arial"/>
                          <a:ea typeface="Arial"/>
                          <a:cs typeface="Arial"/>
                        </a:rPr>
                        <a:t>4.39966</a:t>
                      </a:r>
                      <a:endParaRPr/>
                    </a:p>
                  </a:txBody>
                  <a:tcPr/>
                </a:tc>
              </a:tr>
              <a:tr h="365760">
                <a:tc>
                  <a:txBody>
                    <a:bodyPr/>
                    <a:p>
                      <a:pPr>
                        <a:defRPr/>
                      </a:pPr>
                      <a:r>
                        <a:rPr lang="en-US"/>
                        <a:t>CFD</a:t>
                      </a:r>
                      <a:endParaRPr/>
                    </a:p>
                  </a:txBody>
                  <a:tcPr/>
                </a:tc>
                <a:tc>
                  <a:txBody>
                    <a:bodyPr/>
                    <a:p>
                      <a:pPr>
                        <a:defRPr/>
                      </a:pPr>
                      <a:r>
                        <a:rPr lang="nl-NL" sz="1800" b="0" i="0" u="none" strike="noStrike" cap="none" spc="0">
                          <a:solidFill>
                            <a:schemeClr val="dk1"/>
                          </a:solidFill>
                          <a:latin typeface="Arial"/>
                          <a:ea typeface="Arial"/>
                          <a:cs typeface="Arial"/>
                        </a:rPr>
                        <a:t>57.021</a:t>
                      </a:r>
                      <a:endParaRPr/>
                    </a:p>
                  </a:txBody>
                  <a:tcPr/>
                </a:tc>
                <a:tc>
                  <a:txBody>
                    <a:bodyPr/>
                    <a:p>
                      <a:pPr>
                        <a:defRPr/>
                      </a:pPr>
                      <a:r>
                        <a:rPr lang="nl-NL" sz="1800" b="0" i="0" u="none" strike="noStrike" cap="none" spc="0">
                          <a:solidFill>
                            <a:schemeClr val="dk1"/>
                          </a:solidFill>
                          <a:latin typeface="Arial"/>
                          <a:ea typeface="Arial"/>
                          <a:cs typeface="Arial"/>
                        </a:rPr>
                        <a:t>5.554</a:t>
                      </a:r>
                      <a:endParaRPr/>
                    </a:p>
                  </a:txBody>
                  <a:tcPr/>
                </a:tc>
              </a:tr>
              <a:tr h="365760">
                <a:tc>
                  <a:txBody>
                    <a:bodyPr/>
                    <a:p>
                      <a:pPr>
                        <a:defRPr/>
                      </a:pPr>
                      <a:r>
                        <a:rPr lang="en-US"/>
                        <a:t>Rel error</a:t>
                      </a:r>
                      <a:endParaRPr lang="en-US"/>
                    </a:p>
                  </a:txBody>
                  <a:tcPr/>
                </a:tc>
                <a:tc>
                  <a:txBody>
                    <a:bodyPr/>
                    <a:p>
                      <a:pPr>
                        <a:defRPr/>
                      </a:pPr>
                      <a:r>
                        <a:rPr lang="en-US"/>
                        <a:t>1.288 %</a:t>
                      </a:r>
                      <a:endParaRPr/>
                    </a:p>
                  </a:txBody>
                  <a:tcPr/>
                </a:tc>
                <a:tc>
                  <a:txBody>
                    <a:bodyPr/>
                    <a:p>
                      <a:pPr>
                        <a:defRPr/>
                      </a:pPr>
                      <a:r>
                        <a:rPr lang="en-US"/>
                        <a:t>20 %</a:t>
                      </a:r>
                      <a:endParaRPr/>
                    </a:p>
                  </a:txBody>
                  <a:tcPr/>
                </a:tc>
              </a:tr>
            </a:tbl>
          </a:graphicData>
        </a:graphic>
      </p:graphicFrame>
      <p:pic>
        <p:nvPicPr>
          <p:cNvPr id="854729881" name=""/>
          <p:cNvPicPr>
            <a:picLocks noChangeAspect="1"/>
          </p:cNvPicPr>
          <p:nvPr/>
        </p:nvPicPr>
        <p:blipFill>
          <a:blip r:embed="rId3"/>
          <a:stretch/>
        </p:blipFill>
        <p:spPr bwMode="auto">
          <a:xfrm flipH="0" flipV="0">
            <a:off x="5743466" y="1347084"/>
            <a:ext cx="5871203" cy="467068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73408711" name="Tijdelijke aanduiding voor datum 4"/>
          <p:cNvSpPr>
            <a:spLocks noGrp="1"/>
          </p:cNvSpPr>
          <p:nvPr>
            <p:ph type="dt" sz="half" idx="18"/>
          </p:nvPr>
        </p:nvSpPr>
        <p:spPr bwMode="auto"/>
        <p:txBody>
          <a:bodyPr/>
          <a:lstStyle/>
          <a:p>
            <a:pPr>
              <a:defRPr/>
            </a:pPr>
            <a:fld id="{5D150429-FE73-642F-9D6B-0F9B814C5F60}" type="datetime1">
              <a:rPr lang="nl-NL"/>
              <a:t/>
            </a:fld>
            <a:endParaRPr lang="en-GB"/>
          </a:p>
        </p:txBody>
      </p:sp>
      <p:sp>
        <p:nvSpPr>
          <p:cNvPr id="326925803" name="Titel 8"/>
          <p:cNvSpPr>
            <a:spLocks noGrp="1"/>
          </p:cNvSpPr>
          <p:nvPr>
            <p:ph type="title"/>
          </p:nvPr>
        </p:nvSpPr>
        <p:spPr bwMode="auto"/>
        <p:txBody>
          <a:bodyPr/>
          <a:lstStyle/>
          <a:p>
            <a:pPr>
              <a:defRPr/>
            </a:pPr>
            <a:r>
              <a:rPr lang="en-US"/>
              <a:t>LLM and CFD results comparison</a:t>
            </a:r>
            <a:r>
              <a:rPr lang="en-US"/>
              <a:t> (main blade)</a:t>
            </a:r>
            <a:endParaRPr/>
          </a:p>
        </p:txBody>
      </p:sp>
      <p:sp>
        <p:nvSpPr>
          <p:cNvPr id="1167653850" name="Tijdelijke aanduiding voor dianummer 1"/>
          <p:cNvSpPr>
            <a:spLocks noGrp="1"/>
          </p:cNvSpPr>
          <p:nvPr>
            <p:ph type="sldNum" sz="quarter" idx="20"/>
          </p:nvPr>
        </p:nvSpPr>
        <p:spPr bwMode="auto"/>
        <p:txBody>
          <a:bodyPr/>
          <a:lstStyle/>
          <a:p>
            <a:pPr>
              <a:defRPr/>
            </a:pPr>
            <a:fld id="{DC4F158E-E13B-40B0-78B1-99B8C053573E}" type="slidenum">
              <a:rPr lang="en-GB"/>
              <a:t/>
            </a:fld>
            <a:endParaRPr lang="en-GB"/>
          </a:p>
        </p:txBody>
      </p:sp>
      <p:sp>
        <p:nvSpPr>
          <p:cNvPr id="229863542" name="Tijdelijke aanduiding voor verticale tekst 33"/>
          <p:cNvSpPr txBox="1"/>
          <p:nvPr/>
        </p:nvSpPr>
        <p:spPr bwMode="auto">
          <a:xfrm flipH="0" flipV="0">
            <a:off x="718665" y="1569103"/>
            <a:ext cx="4164419" cy="4431645"/>
          </a:xfrm>
          <a:prstGeom prst="rect">
            <a:avLst/>
          </a:prstGeom>
        </p:spPr>
        <p:txBody>
          <a:bodyPr lIns="0" tIns="0" rIns="0" bIns="0"/>
          <a:lstStyle>
            <a:lvl1pPr marL="361949" indent="-361949" algn="l" defTabSz="914400">
              <a:lnSpc>
                <a:spcPct val="90000"/>
              </a:lnSpc>
              <a:spcBef>
                <a:spcPts val="599"/>
              </a:spcBef>
              <a:spcAft>
                <a:spcPts val="599"/>
              </a:spcAft>
              <a:buClr>
                <a:schemeClr val="accent1"/>
              </a:buClr>
              <a:buSzPct val="120000"/>
              <a:buFont typeface="Arial"/>
              <a:buChar char="•"/>
              <a:defRPr sz="2000">
                <a:solidFill>
                  <a:schemeClr val="tx2"/>
                </a:solidFill>
                <a:latin typeface="+mn-lt"/>
                <a:ea typeface="+mn-ea"/>
                <a:cs typeface="+mn-cs"/>
              </a:defRPr>
            </a:lvl1pPr>
            <a:lvl2pPr marL="712787" indent="-350838" algn="l" defTabSz="914400">
              <a:lnSpc>
                <a:spcPct val="90000"/>
              </a:lnSpc>
              <a:spcBef>
                <a:spcPts val="599"/>
              </a:spcBef>
              <a:spcAft>
                <a:spcPts val="599"/>
              </a:spcAft>
              <a:buClr>
                <a:schemeClr val="accent1"/>
              </a:buClr>
              <a:buSzPct val="120000"/>
              <a:buFont typeface="Arial"/>
              <a:buChar char="•"/>
              <a:tabLst>
                <a:tab pos="712787" algn="l"/>
              </a:tabLst>
              <a:defRPr sz="2000">
                <a:solidFill>
                  <a:schemeClr val="tx2"/>
                </a:solidFill>
                <a:latin typeface="+mn-lt"/>
                <a:ea typeface="+mn-ea"/>
                <a:cs typeface="+mn-cs"/>
              </a:defRPr>
            </a:lvl2pPr>
            <a:lvl3pPr marL="0" indent="0" algn="l" defTabSz="914400">
              <a:lnSpc>
                <a:spcPct val="90000"/>
              </a:lnSpc>
              <a:spcBef>
                <a:spcPts val="599"/>
              </a:spcBef>
              <a:spcAft>
                <a:spcPts val="599"/>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9"/>
              </a:spcBef>
              <a:spcAft>
                <a:spcPts val="599"/>
              </a:spcAft>
              <a:buFont typeface="Arial"/>
              <a:buNone/>
              <a:defRPr sz="3600" b="1">
                <a:solidFill>
                  <a:schemeClr val="tx2"/>
                </a:solidFill>
                <a:latin typeface="+mj-lt"/>
                <a:ea typeface="+mn-ea"/>
                <a:cs typeface="+mn-cs"/>
              </a:defRPr>
            </a:lvl4pPr>
            <a:lvl5pPr marL="0" indent="0" algn="l" defTabSz="914400">
              <a:lnSpc>
                <a:spcPct val="90000"/>
              </a:lnSpc>
              <a:spcBef>
                <a:spcPts val="599"/>
              </a:spcBef>
              <a:spcAft>
                <a:spcPts val="599"/>
              </a:spcAft>
              <a:buFont typeface="Arial"/>
              <a:buNone/>
              <a:defRPr sz="2400" b="0">
                <a:solidFill>
                  <a:schemeClr val="accent1"/>
                </a:solidFill>
                <a:latin typeface="+mj-lt"/>
                <a:ea typeface="+mn-ea"/>
                <a:cs typeface="+mn-cs"/>
              </a:defRPr>
            </a:lvl5pPr>
            <a:lvl6pPr marL="0" indent="0" algn="l" defTabSz="914400">
              <a:lnSpc>
                <a:spcPct val="90000"/>
              </a:lnSpc>
              <a:spcBef>
                <a:spcPts val="599"/>
              </a:spcBef>
              <a:spcAft>
                <a:spcPts val="599"/>
              </a:spcAft>
              <a:buClr>
                <a:schemeClr val="accent1"/>
              </a:buClr>
              <a:buFont typeface="Arial"/>
              <a:buNone/>
              <a:defRPr sz="2000" b="0" cap="none">
                <a:solidFill>
                  <a:schemeClr val="tx1"/>
                </a:solidFill>
                <a:latin typeface="+mj-lt"/>
                <a:ea typeface="+mn-ea"/>
                <a:cs typeface="+mn-cs"/>
              </a:defRPr>
            </a:lvl6pPr>
            <a:lvl7pPr marL="361949" indent="-361949" algn="l" defTabSz="914400">
              <a:lnSpc>
                <a:spcPct val="90000"/>
              </a:lnSpc>
              <a:spcBef>
                <a:spcPts val="599"/>
              </a:spcBef>
              <a:spcAft>
                <a:spcPts val="599"/>
              </a:spcAft>
              <a:buClr>
                <a:schemeClr val="accent1"/>
              </a:buClr>
              <a:buFont typeface="+mj-lt"/>
              <a:buAutoNum type="arabicPeriod"/>
              <a:defRPr sz="2000">
                <a:solidFill>
                  <a:schemeClr val="tx1"/>
                </a:solidFill>
                <a:latin typeface="+mn-lt"/>
                <a:ea typeface="+mn-ea"/>
                <a:cs typeface="+mn-cs"/>
              </a:defRPr>
            </a:lvl7pPr>
            <a:lvl8pPr marL="361949" indent="-361949" algn="l" defTabSz="914400">
              <a:lnSpc>
                <a:spcPct val="90000"/>
              </a:lnSpc>
              <a:spcBef>
                <a:spcPts val="599"/>
              </a:spcBef>
              <a:spcAft>
                <a:spcPts val="599"/>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9"/>
              </a:spcBef>
              <a:spcAft>
                <a:spcPts val="599"/>
              </a:spcAft>
              <a:buClr>
                <a:schemeClr val="accent1"/>
              </a:buClr>
              <a:buFont typeface="Arial"/>
              <a:buNone/>
              <a:defRPr sz="1600" i="1">
                <a:solidFill>
                  <a:schemeClr val="tx1"/>
                </a:solidFill>
                <a:latin typeface="+mn-lt"/>
                <a:ea typeface="+mn-ea"/>
                <a:cs typeface="+mn-cs"/>
              </a:defRPr>
            </a:lvl9pPr>
          </a:lstStyle>
          <a:p>
            <a:pPr>
              <a:defRPr/>
            </a:pPr>
            <a:r>
              <a:rPr lang="en-US"/>
              <a:t>LLM heavily underpredicts both thrust and torque compared to the CFD results, yet it remains uncertain whether the CFD results are plausible. </a:t>
            </a:r>
            <a:endParaRPr lang="en-US"/>
          </a:p>
          <a:p>
            <a:pPr>
              <a:defRPr/>
            </a:pPr>
            <a:endParaRPr/>
          </a:p>
        </p:txBody>
      </p:sp>
      <p:grpSp>
        <p:nvGrpSpPr>
          <p:cNvPr id="344319002" name="INSTRUCTION"/>
          <p:cNvGrpSpPr>
            <a:grpSpLocks noGrp="1" noMove="1" noResize="1" noRot="1" noUngrp="1"/>
          </p:cNvGrpSpPr>
          <p:nvPr/>
        </p:nvGrpSpPr>
        <p:grpSpPr bwMode="auto">
          <a:xfrm>
            <a:off x="-3786436" y="0"/>
            <a:ext cx="3693385" cy="5359348"/>
            <a:chOff x="-3786436" y="0"/>
            <a:chExt cx="3693385" cy="5359348"/>
          </a:xfrm>
        </p:grpSpPr>
        <p:sp>
          <p:nvSpPr>
            <p:cNvPr id="1895836147"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666195012"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906577777"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538455688"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1600195024"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789407149"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1918409619"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138274930"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261617683"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778128009"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531616862"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927139426"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613832230"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2107620972"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917558156"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1222883708"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090923120"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802740161"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010051049"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1786620854"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125834065"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1821271961" name="ICOON_info"/>
            <p:cNvGrpSpPr>
              <a:grpSpLocks noGrp="1" noMove="1" noResize="1" noRot="1" noUngrp="1"/>
            </p:cNvGrpSpPr>
            <p:nvPr userDrawn="1"/>
          </p:nvGrpSpPr>
          <p:grpSpPr bwMode="auto">
            <a:xfrm>
              <a:off x="-376734" y="4400185"/>
              <a:ext cx="283684" cy="283684"/>
              <a:chOff x="-510741" y="5913712"/>
              <a:chExt cx="267554" cy="267554"/>
            </a:xfrm>
          </p:grpSpPr>
          <p:sp>
            <p:nvSpPr>
              <p:cNvPr id="2128388527"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891964407"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1975566848" name="VOORBEELD"/>
            <p:cNvGrpSpPr>
              <a:grpSpLocks noGrp="1" noMove="1" noResize="1" noRot="1" noUngrp="1"/>
            </p:cNvGrpSpPr>
            <p:nvPr userDrawn="1"/>
          </p:nvGrpSpPr>
          <p:grpSpPr bwMode="auto">
            <a:xfrm>
              <a:off x="-3605171" y="458673"/>
              <a:ext cx="3234310" cy="558874"/>
              <a:chOff x="-3605171" y="458673"/>
              <a:chExt cx="3234310" cy="558874"/>
            </a:xfrm>
          </p:grpSpPr>
          <p:sp>
            <p:nvSpPr>
              <p:cNvPr id="1881873071"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433582593"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1739879379"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1157839363"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409164237"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78165586"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66239447"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594651508"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122812754"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577389674"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552674294"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114692095"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701062438"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845620862"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499192573"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965203553"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036581018"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52478436"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1757190930"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1766423758"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353973017"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515349365"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544680952" name="Groep 310"/>
              <p:cNvGrpSpPr>
                <a:grpSpLocks noGrp="1" noMove="1" noResize="1" noRot="1" noUngrp="1"/>
              </p:cNvGrpSpPr>
              <p:nvPr userDrawn="1"/>
            </p:nvGrpSpPr>
            <p:grpSpPr bwMode="auto">
              <a:xfrm>
                <a:off x="-2916762" y="769167"/>
                <a:ext cx="268737" cy="248380"/>
                <a:chOff x="-2916762" y="769167"/>
                <a:chExt cx="268737" cy="248380"/>
              </a:xfrm>
            </p:grpSpPr>
            <p:sp>
              <p:nvSpPr>
                <p:cNvPr id="1594696296"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892321623"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1267607848"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2060513157"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655348507"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1542854031"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920230764"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904194606"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605858404" name="Groep 311"/>
              <p:cNvGrpSpPr>
                <a:grpSpLocks noGrp="1" noMove="1" noResize="1" noRot="1" noUngrp="1"/>
              </p:cNvGrpSpPr>
              <p:nvPr userDrawn="1"/>
            </p:nvGrpSpPr>
            <p:grpSpPr bwMode="auto">
              <a:xfrm>
                <a:off x="-2916762" y="460170"/>
                <a:ext cx="268737" cy="248380"/>
                <a:chOff x="-2916762" y="460170"/>
                <a:chExt cx="268737" cy="248380"/>
              </a:xfrm>
            </p:grpSpPr>
            <p:sp>
              <p:nvSpPr>
                <p:cNvPr id="787744525"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351583917"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259162712"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489217302"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250827923"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271005594"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824285977"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277233975"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238975669"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750808733"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628953879"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829950348"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148511426"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1386548269"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pic>
        <p:nvPicPr>
          <p:cNvPr id="1563955843" name=""/>
          <p:cNvPicPr>
            <a:picLocks noChangeAspect="1"/>
          </p:cNvPicPr>
          <p:nvPr/>
        </p:nvPicPr>
        <p:blipFill>
          <a:blip r:embed="rId3"/>
          <a:stretch/>
        </p:blipFill>
        <p:spPr bwMode="auto">
          <a:xfrm flipH="0" flipV="0">
            <a:off x="4950294" y="1302284"/>
            <a:ext cx="6519467" cy="5195717"/>
          </a:xfrm>
          <a:prstGeom prst="rect">
            <a:avLst/>
          </a:prstGeom>
        </p:spPr>
      </p:pic>
      <p:graphicFrame>
        <p:nvGraphicFramePr>
          <p:cNvPr id="1636650767" name=""/>
          <p:cNvGraphicFramePr>
            <a:graphicFrameLocks xmlns:a="http://schemas.openxmlformats.org/drawingml/2006/main"/>
          </p:cNvGraphicFramePr>
          <p:nvPr/>
        </p:nvGraphicFramePr>
        <p:xfrm>
          <a:off x="671585" y="4747750"/>
          <a:ext cx="4300797" cy="1475739"/>
        </p:xfrm>
        <a:graphic>
          <a:graphicData uri="http://schemas.openxmlformats.org/drawingml/2006/table">
            <a:tbl>
              <a:tblPr firstRow="1" firstCol="0" lastRow="0" lastCol="0" bandRow="1" bandCol="0">
                <a:tableStyleId>{5C22544A-7EE6-4342-B048-85BDC9FD1C3A}</a:tableStyleId>
              </a:tblPr>
              <a:tblGrid>
                <a:gridCol w="1429365"/>
                <a:gridCol w="1429365"/>
                <a:gridCol w="1429365"/>
              </a:tblGrid>
              <a:tr h="365760">
                <a:tc>
                  <a:txBody>
                    <a:bodyPr/>
                    <a:p>
                      <a:pPr>
                        <a:defRPr/>
                      </a:pPr>
                      <a:endParaRPr/>
                    </a:p>
                  </a:txBody>
                  <a:tcPr/>
                </a:tc>
                <a:tc>
                  <a:txBody>
                    <a:bodyPr/>
                    <a:p>
                      <a:pPr>
                        <a:defRPr/>
                      </a:pPr>
                      <a:r>
                        <a:rPr lang="en-US"/>
                        <a:t>Thrust</a:t>
                      </a:r>
                      <a:endParaRPr/>
                    </a:p>
                  </a:txBody>
                  <a:tcPr/>
                </a:tc>
                <a:tc>
                  <a:txBody>
                    <a:bodyPr/>
                    <a:p>
                      <a:pPr>
                        <a:defRPr/>
                      </a:pPr>
                      <a:r>
                        <a:rPr lang="en-US"/>
                        <a:t>Torque</a:t>
                      </a:r>
                      <a:endParaRPr/>
                    </a:p>
                  </a:txBody>
                  <a:tcPr/>
                </a:tc>
              </a:tr>
              <a:tr h="365760">
                <a:tc>
                  <a:txBody>
                    <a:bodyPr/>
                    <a:p>
                      <a:pPr>
                        <a:defRPr/>
                      </a:pPr>
                      <a:r>
                        <a:rPr lang="en-US"/>
                        <a:t>LLM</a:t>
                      </a:r>
                      <a:endParaRPr/>
                    </a:p>
                  </a:txBody>
                  <a:tcPr/>
                </a:tc>
                <a:tc>
                  <a:txBody>
                    <a:bodyPr/>
                    <a:p>
                      <a:pPr>
                        <a:defRPr/>
                      </a:pPr>
                      <a:r>
                        <a:rPr lang="en-US"/>
                        <a:t>57.8953</a:t>
                      </a:r>
                      <a:endParaRPr/>
                    </a:p>
                  </a:txBody>
                  <a:tcPr/>
                </a:tc>
                <a:tc>
                  <a:txBody>
                    <a:bodyPr/>
                    <a:p>
                      <a:pPr>
                        <a:defRPr/>
                      </a:pPr>
                      <a:r>
                        <a:rPr lang="en-US"/>
                        <a:t>4.4704</a:t>
                      </a:r>
                      <a:endParaRPr/>
                    </a:p>
                  </a:txBody>
                  <a:tcPr/>
                </a:tc>
              </a:tr>
              <a:tr h="365760">
                <a:tc>
                  <a:txBody>
                    <a:bodyPr/>
                    <a:p>
                      <a:pPr>
                        <a:defRPr/>
                      </a:pPr>
                      <a:r>
                        <a:rPr lang="en-US"/>
                        <a:t>CFD</a:t>
                      </a:r>
                      <a:endParaRPr/>
                    </a:p>
                  </a:txBody>
                  <a:tcPr/>
                </a:tc>
                <a:tc>
                  <a:txBody>
                    <a:bodyPr/>
                    <a:p>
                      <a:pPr>
                        <a:defRPr/>
                      </a:pPr>
                      <a:r>
                        <a:rPr lang="nl-NL" sz="1800" b="0" i="0" u="none" strike="noStrike" cap="none" spc="0">
                          <a:solidFill>
                            <a:schemeClr val="dk1"/>
                          </a:solidFill>
                          <a:latin typeface="Arial"/>
                          <a:ea typeface="Arial"/>
                          <a:cs typeface="Arial"/>
                        </a:rPr>
                        <a:t>72.1827</a:t>
                      </a:r>
                      <a:endParaRPr/>
                    </a:p>
                  </a:txBody>
                  <a:tcPr/>
                </a:tc>
                <a:tc>
                  <a:txBody>
                    <a:bodyPr/>
                    <a:p>
                      <a:pPr>
                        <a:defRPr/>
                      </a:pPr>
                      <a:r>
                        <a:rPr lang="nl-NL" sz="1800" b="0" i="0" u="none" strike="noStrike" cap="none" spc="0">
                          <a:solidFill>
                            <a:schemeClr val="dk1"/>
                          </a:solidFill>
                          <a:latin typeface="Arial"/>
                          <a:ea typeface="Arial"/>
                          <a:cs typeface="Arial"/>
                        </a:rPr>
                        <a:t>7.0519</a:t>
                      </a:r>
                      <a:endParaRPr/>
                    </a:p>
                  </a:txBody>
                  <a:tcPr/>
                </a:tc>
              </a:tr>
              <a:tr h="365760">
                <a:tc>
                  <a:txBody>
                    <a:bodyPr/>
                    <a:p>
                      <a:pPr>
                        <a:defRPr/>
                      </a:pPr>
                      <a:r>
                        <a:rPr lang="en-US"/>
                        <a:t>Rel error</a:t>
                      </a:r>
                      <a:endParaRPr lang="en-US"/>
                    </a:p>
                  </a:txBody>
                  <a:tcPr/>
                </a:tc>
                <a:tc>
                  <a:txBody>
                    <a:bodyPr/>
                    <a:p>
                      <a:pPr>
                        <a:defRPr/>
                      </a:pPr>
                      <a:r>
                        <a:rPr lang="en-US"/>
                        <a:t>19.79 %</a:t>
                      </a:r>
                      <a:endParaRPr/>
                    </a:p>
                  </a:txBody>
                  <a:tcPr/>
                </a:tc>
                <a:tc>
                  <a:txBody>
                    <a:bodyPr/>
                    <a:p>
                      <a:pPr>
                        <a:defRPr/>
                      </a:pPr>
                      <a:r>
                        <a:rPr lang="en-US"/>
                        <a:t> 36.3 %</a:t>
                      </a:r>
                      <a:endParaRPr/>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06360338" name="Tijdelijke aanduiding voor datum 4"/>
          <p:cNvSpPr>
            <a:spLocks noGrp="1"/>
          </p:cNvSpPr>
          <p:nvPr>
            <p:ph type="dt" sz="half" idx="18"/>
          </p:nvPr>
        </p:nvSpPr>
        <p:spPr bwMode="auto"/>
        <p:txBody>
          <a:bodyPr/>
          <a:lstStyle/>
          <a:p>
            <a:pPr>
              <a:defRPr/>
            </a:pPr>
            <a:fld id="{0A95F658-029A-D7E3-3EC0-3BE95A82D4A5}" type="datetime1">
              <a:rPr lang="nl-NL"/>
              <a:t/>
            </a:fld>
            <a:endParaRPr lang="en-GB"/>
          </a:p>
        </p:txBody>
      </p:sp>
      <p:sp>
        <p:nvSpPr>
          <p:cNvPr id="666877945" name="Titel 8"/>
          <p:cNvSpPr>
            <a:spLocks noGrp="1"/>
          </p:cNvSpPr>
          <p:nvPr>
            <p:ph type="title"/>
          </p:nvPr>
        </p:nvSpPr>
        <p:spPr bwMode="auto"/>
        <p:txBody>
          <a:bodyPr/>
          <a:lstStyle/>
          <a:p>
            <a:pPr>
              <a:defRPr/>
            </a:pPr>
            <a:r>
              <a:rPr lang="en-US"/>
              <a:t>LLM and CFD results comparison</a:t>
            </a:r>
            <a:r>
              <a:rPr lang="en-US"/>
              <a:t> (tip rotor)</a:t>
            </a:r>
            <a:endParaRPr/>
          </a:p>
        </p:txBody>
      </p:sp>
      <p:sp>
        <p:nvSpPr>
          <p:cNvPr id="1980129888" name="Tijdelijke aanduiding voor dianummer 1"/>
          <p:cNvSpPr>
            <a:spLocks noGrp="1"/>
          </p:cNvSpPr>
          <p:nvPr>
            <p:ph type="sldNum" sz="quarter" idx="20"/>
          </p:nvPr>
        </p:nvSpPr>
        <p:spPr bwMode="auto"/>
        <p:txBody>
          <a:bodyPr/>
          <a:lstStyle/>
          <a:p>
            <a:pPr>
              <a:defRPr/>
            </a:pPr>
            <a:fld id="{E2ECC556-F104-1034-666A-979E32D8917C}" type="slidenum">
              <a:rPr lang="en-GB"/>
              <a:t/>
            </a:fld>
            <a:endParaRPr lang="en-GB"/>
          </a:p>
        </p:txBody>
      </p:sp>
      <p:grpSp>
        <p:nvGrpSpPr>
          <p:cNvPr id="1815283543" name="INSTRUCTION"/>
          <p:cNvGrpSpPr>
            <a:grpSpLocks noGrp="1" noMove="1" noResize="1" noRot="1" noUngrp="1"/>
          </p:cNvGrpSpPr>
          <p:nvPr/>
        </p:nvGrpSpPr>
        <p:grpSpPr bwMode="auto">
          <a:xfrm>
            <a:off x="-3786436" y="0"/>
            <a:ext cx="3693385" cy="5359348"/>
            <a:chOff x="-3786436" y="0"/>
            <a:chExt cx="3693385" cy="5359348"/>
          </a:xfrm>
        </p:grpSpPr>
        <p:sp>
          <p:nvSpPr>
            <p:cNvPr id="1261116693"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1050603434"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2113067965"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586624048"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556003909"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85028046"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1969865837"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654548658"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583692174"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755185573"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1518849547"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2125219099"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1097174046"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604385160"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656638796"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779264254"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197864352"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775378554"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156344967"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955748505"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55870322"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1975458058" name="ICOON_info"/>
            <p:cNvGrpSpPr>
              <a:grpSpLocks noGrp="1" noMove="1" noResize="1" noRot="1" noUngrp="1"/>
            </p:cNvGrpSpPr>
            <p:nvPr userDrawn="1"/>
          </p:nvGrpSpPr>
          <p:grpSpPr bwMode="auto">
            <a:xfrm>
              <a:off x="-376734" y="4400185"/>
              <a:ext cx="283684" cy="283684"/>
              <a:chOff x="-510741" y="5913712"/>
              <a:chExt cx="267554" cy="267554"/>
            </a:xfrm>
          </p:grpSpPr>
          <p:sp>
            <p:nvSpPr>
              <p:cNvPr id="843584363"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855158837"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122298815" name="VOORBEELD"/>
            <p:cNvGrpSpPr>
              <a:grpSpLocks noGrp="1" noMove="1" noResize="1" noRot="1" noUngrp="1"/>
            </p:cNvGrpSpPr>
            <p:nvPr userDrawn="1"/>
          </p:nvGrpSpPr>
          <p:grpSpPr bwMode="auto">
            <a:xfrm>
              <a:off x="-3605171" y="458673"/>
              <a:ext cx="3234310" cy="558874"/>
              <a:chOff x="-3605171" y="458673"/>
              <a:chExt cx="3234310" cy="558874"/>
            </a:xfrm>
          </p:grpSpPr>
          <p:sp>
            <p:nvSpPr>
              <p:cNvPr id="171451738"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331142138"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1202695771"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1839113670"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1636216932"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2107585448"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278272444"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1782103531"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792054211"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570440286"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734785022"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1470224953"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304660952"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477475822"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543003259"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996184163"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817947990"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746469799"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355875880"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858362062"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870643091"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1263632240"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440721948" name="Groep 310"/>
              <p:cNvGrpSpPr>
                <a:grpSpLocks noGrp="1" noMove="1" noResize="1" noRot="1" noUngrp="1"/>
              </p:cNvGrpSpPr>
              <p:nvPr userDrawn="1"/>
            </p:nvGrpSpPr>
            <p:grpSpPr bwMode="auto">
              <a:xfrm>
                <a:off x="-2916762" y="769167"/>
                <a:ext cx="268737" cy="248380"/>
                <a:chOff x="-2916762" y="769167"/>
                <a:chExt cx="268737" cy="248380"/>
              </a:xfrm>
            </p:grpSpPr>
            <p:sp>
              <p:nvSpPr>
                <p:cNvPr id="622456585"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094432978"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1750270951"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2066746793"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269505426"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743732724"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035210307"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50585172"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366571877" name="Groep 311"/>
              <p:cNvGrpSpPr>
                <a:grpSpLocks noGrp="1" noMove="1" noResize="1" noRot="1" noUngrp="1"/>
              </p:cNvGrpSpPr>
              <p:nvPr userDrawn="1"/>
            </p:nvGrpSpPr>
            <p:grpSpPr bwMode="auto">
              <a:xfrm>
                <a:off x="-2916762" y="460170"/>
                <a:ext cx="268737" cy="248380"/>
                <a:chOff x="-2916762" y="460170"/>
                <a:chExt cx="268737" cy="248380"/>
              </a:xfrm>
            </p:grpSpPr>
            <p:sp>
              <p:nvSpPr>
                <p:cNvPr id="1489995547"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675035919"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1288968616"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285254154"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463813071"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80805617"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437619059"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379581241"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1068228838"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467234999"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668219410"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105644023"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909589924"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1077353062"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pic>
        <p:nvPicPr>
          <p:cNvPr id="1432035247" name=""/>
          <p:cNvPicPr>
            <a:picLocks noChangeAspect="1"/>
          </p:cNvPicPr>
          <p:nvPr/>
        </p:nvPicPr>
        <p:blipFill>
          <a:blip r:embed="rId3"/>
          <a:stretch/>
        </p:blipFill>
        <p:spPr bwMode="auto">
          <a:xfrm flipH="0" flipV="0">
            <a:off x="5019156" y="1269999"/>
            <a:ext cx="6304955" cy="4794249"/>
          </a:xfrm>
          <a:prstGeom prst="rect">
            <a:avLst/>
          </a:prstGeom>
        </p:spPr>
      </p:pic>
      <p:sp>
        <p:nvSpPr>
          <p:cNvPr id="1624318363" name=""/>
          <p:cNvSpPr txBox="1"/>
          <p:nvPr/>
        </p:nvSpPr>
        <p:spPr bwMode="auto">
          <a:xfrm flipH="0" flipV="0">
            <a:off x="718665" y="1587499"/>
            <a:ext cx="4030303" cy="1189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a:t>Tip rotor forces are in a better agreement between LLM and CFD. Yet this time torque is significantly </a:t>
            </a:r>
            <a:r>
              <a:rPr lang="en-US"/>
              <a:t>overpredicted by the LLM.</a:t>
            </a:r>
            <a:endParaRPr/>
          </a:p>
        </p:txBody>
      </p:sp>
      <p:graphicFrame>
        <p:nvGraphicFramePr>
          <p:cNvPr id="1007906199" name=""/>
          <p:cNvGraphicFramePr>
            <a:graphicFrameLocks xmlns:a="http://schemas.openxmlformats.org/drawingml/2006/main"/>
          </p:cNvGraphicFramePr>
          <p:nvPr/>
        </p:nvGraphicFramePr>
        <p:xfrm>
          <a:off x="671584" y="4747749"/>
          <a:ext cx="4300796" cy="1475739"/>
        </p:xfrm>
        <a:graphic>
          <a:graphicData uri="http://schemas.openxmlformats.org/drawingml/2006/table">
            <a:tbl>
              <a:tblPr firstRow="1" firstCol="0" lastRow="0" lastCol="0" bandRow="1" bandCol="0">
                <a:tableStyleId>{5C22544A-7EE6-4342-B048-85BDC9FD1C3A}</a:tableStyleId>
              </a:tblPr>
              <a:tblGrid>
                <a:gridCol w="1429364"/>
                <a:gridCol w="1429364"/>
                <a:gridCol w="1429364"/>
              </a:tblGrid>
              <a:tr h="365760">
                <a:tc>
                  <a:txBody>
                    <a:bodyPr/>
                    <a:p>
                      <a:pPr>
                        <a:defRPr/>
                      </a:pPr>
                      <a:endParaRPr/>
                    </a:p>
                  </a:txBody>
                  <a:tcPr/>
                </a:tc>
                <a:tc>
                  <a:txBody>
                    <a:bodyPr/>
                    <a:p>
                      <a:pPr>
                        <a:defRPr/>
                      </a:pPr>
                      <a:r>
                        <a:rPr lang="en-US"/>
                        <a:t>Thrust</a:t>
                      </a:r>
                      <a:endParaRPr/>
                    </a:p>
                  </a:txBody>
                  <a:tcPr/>
                </a:tc>
                <a:tc>
                  <a:txBody>
                    <a:bodyPr/>
                    <a:p>
                      <a:pPr>
                        <a:defRPr/>
                      </a:pPr>
                      <a:r>
                        <a:rPr lang="en-US"/>
                        <a:t>Torque</a:t>
                      </a:r>
                      <a:endParaRPr/>
                    </a:p>
                  </a:txBody>
                  <a:tcPr/>
                </a:tc>
              </a:tr>
              <a:tr h="365760">
                <a:tc>
                  <a:txBody>
                    <a:bodyPr/>
                    <a:p>
                      <a:pPr>
                        <a:defRPr/>
                      </a:pPr>
                      <a:r>
                        <a:rPr lang="en-US"/>
                        <a:t>LLM</a:t>
                      </a:r>
                      <a:endParaRPr/>
                    </a:p>
                  </a:txBody>
                  <a:tcPr/>
                </a:tc>
                <a:tc>
                  <a:txBody>
                    <a:bodyPr/>
                    <a:p>
                      <a:pPr>
                        <a:defRPr/>
                      </a:pPr>
                      <a:r>
                        <a:rPr lang="en-US" sz="1800" b="0" i="0" u="none" strike="noStrike" cap="none" spc="0">
                          <a:solidFill>
                            <a:schemeClr val="dk1"/>
                          </a:solidFill>
                          <a:latin typeface="Arial"/>
                          <a:ea typeface="Arial"/>
                          <a:cs typeface="Arial"/>
                        </a:rPr>
                        <a:t>6.8767</a:t>
                      </a:r>
                      <a:endParaRPr/>
                    </a:p>
                  </a:txBody>
                  <a:tcPr/>
                </a:tc>
                <a:tc>
                  <a:txBody>
                    <a:bodyPr/>
                    <a:p>
                      <a:pPr>
                        <a:defRPr/>
                      </a:pPr>
                      <a:r>
                        <a:rPr lang="nl-NL" sz="1800" b="0" i="0" u="none" strike="noStrike" cap="none" spc="0">
                          <a:solidFill>
                            <a:schemeClr val="dk1"/>
                          </a:solidFill>
                          <a:latin typeface="Arial"/>
                          <a:ea typeface="Arial"/>
                          <a:cs typeface="Arial"/>
                        </a:rPr>
                        <a:t>0.2147</a:t>
                      </a:r>
                      <a:endParaRPr/>
                    </a:p>
                  </a:txBody>
                  <a:tcPr/>
                </a:tc>
              </a:tr>
              <a:tr h="365760">
                <a:tc>
                  <a:txBody>
                    <a:bodyPr/>
                    <a:p>
                      <a:pPr>
                        <a:defRPr/>
                      </a:pPr>
                      <a:r>
                        <a:rPr lang="en-US"/>
                        <a:t>CFD</a:t>
                      </a:r>
                      <a:endParaRPr/>
                    </a:p>
                  </a:txBody>
                  <a:tcPr/>
                </a:tc>
                <a:tc>
                  <a:txBody>
                    <a:bodyPr/>
                    <a:p>
                      <a:pPr>
                        <a:defRPr/>
                      </a:pPr>
                      <a:r>
                        <a:rPr lang="nl-NL" sz="1800" b="0" i="0" u="none" strike="noStrike" cap="none" spc="0">
                          <a:solidFill>
                            <a:schemeClr val="dk1"/>
                          </a:solidFill>
                          <a:latin typeface="Arial"/>
                          <a:ea typeface="Arial"/>
                          <a:cs typeface="Arial"/>
                        </a:rPr>
                        <a:t>6.9092</a:t>
                      </a:r>
                      <a:endParaRPr/>
                    </a:p>
                  </a:txBody>
                  <a:tcPr/>
                </a:tc>
                <a:tc>
                  <a:txBody>
                    <a:bodyPr/>
                    <a:p>
                      <a:pPr>
                        <a:defRPr/>
                      </a:pPr>
                      <a:r>
                        <a:rPr lang="en-US" sz="1800" b="0" i="0" u="none" strike="noStrike" cap="none" spc="0">
                          <a:solidFill>
                            <a:schemeClr val="dk1"/>
                          </a:solidFill>
                          <a:latin typeface="Arial"/>
                          <a:ea typeface="Arial"/>
                          <a:cs typeface="Arial"/>
                        </a:rPr>
                        <a:t>0.1681</a:t>
                      </a:r>
                      <a:endParaRPr sz="1800"/>
                    </a:p>
                  </a:txBody>
                  <a:tcPr/>
                </a:tc>
              </a:tr>
              <a:tr h="365760">
                <a:tc>
                  <a:txBody>
                    <a:bodyPr/>
                    <a:p>
                      <a:pPr>
                        <a:defRPr/>
                      </a:pPr>
                      <a:r>
                        <a:rPr lang="en-US"/>
                        <a:t>Rel error</a:t>
                      </a:r>
                      <a:endParaRPr lang="en-US"/>
                    </a:p>
                  </a:txBody>
                  <a:tcPr/>
                </a:tc>
                <a:tc>
                  <a:txBody>
                    <a:bodyPr/>
                    <a:p>
                      <a:pPr>
                        <a:defRPr/>
                      </a:pPr>
                      <a:r>
                        <a:rPr lang="en-US"/>
                        <a:t>0.42 %</a:t>
                      </a:r>
                      <a:endParaRPr/>
                    </a:p>
                  </a:txBody>
                  <a:tcPr/>
                </a:tc>
                <a:tc>
                  <a:txBody>
                    <a:bodyPr/>
                    <a:p>
                      <a:pPr>
                        <a:defRPr/>
                      </a:pPr>
                      <a:r>
                        <a:rPr lang="en-US"/>
                        <a:t>27%</a:t>
                      </a:r>
                      <a:endParaRPr/>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80660286" name="Tijdelijke aanduiding voor datum 4"/>
          <p:cNvSpPr>
            <a:spLocks noGrp="1"/>
          </p:cNvSpPr>
          <p:nvPr>
            <p:ph type="dt" sz="half" idx="18"/>
          </p:nvPr>
        </p:nvSpPr>
        <p:spPr bwMode="auto"/>
        <p:txBody>
          <a:bodyPr/>
          <a:lstStyle/>
          <a:p>
            <a:pPr>
              <a:defRPr/>
            </a:pPr>
            <a:fld id="{4EA55703-36C1-B872-2CC2-B0C4DE11FC0B}" type="datetime1">
              <a:rPr lang="nl-NL"/>
              <a:t/>
            </a:fld>
            <a:endParaRPr lang="en-GB"/>
          </a:p>
        </p:txBody>
      </p:sp>
      <p:sp>
        <p:nvSpPr>
          <p:cNvPr id="1043842634" name="Titel 8"/>
          <p:cNvSpPr>
            <a:spLocks noGrp="1"/>
          </p:cNvSpPr>
          <p:nvPr>
            <p:ph type="title"/>
          </p:nvPr>
        </p:nvSpPr>
        <p:spPr bwMode="auto"/>
        <p:txBody>
          <a:bodyPr/>
          <a:lstStyle/>
          <a:p>
            <a:pPr>
              <a:defRPr/>
            </a:pPr>
            <a:r>
              <a:rPr lang="en-US"/>
              <a:t>Future steps</a:t>
            </a:r>
            <a:endParaRPr/>
          </a:p>
        </p:txBody>
      </p:sp>
      <p:sp>
        <p:nvSpPr>
          <p:cNvPr id="1092680249" name="Tijdelijke aanduiding voor dianummer 1"/>
          <p:cNvSpPr>
            <a:spLocks noGrp="1"/>
          </p:cNvSpPr>
          <p:nvPr>
            <p:ph type="sldNum" sz="quarter" idx="20"/>
          </p:nvPr>
        </p:nvSpPr>
        <p:spPr bwMode="auto"/>
        <p:txBody>
          <a:bodyPr/>
          <a:lstStyle/>
          <a:p>
            <a:pPr>
              <a:defRPr/>
            </a:pPr>
            <a:fld id="{F4ED7DEF-0963-E01B-5484-10FF2BF66749}" type="slidenum">
              <a:rPr lang="en-GB"/>
              <a:t/>
            </a:fld>
            <a:endParaRPr lang="en-GB"/>
          </a:p>
        </p:txBody>
      </p:sp>
      <p:sp>
        <p:nvSpPr>
          <p:cNvPr id="1857385512" name="Tijdelijke aanduiding voor verticale tekst 33"/>
          <p:cNvSpPr txBox="1"/>
          <p:nvPr/>
        </p:nvSpPr>
        <p:spPr bwMode="auto">
          <a:xfrm>
            <a:off x="719137" y="1569103"/>
            <a:ext cx="4655998" cy="4431645"/>
          </a:xfrm>
          <a:prstGeom prst="rect">
            <a:avLst/>
          </a:prstGeom>
        </p:spPr>
        <p:txBody>
          <a:bodyPr lIns="0" tIns="0" rIns="0" bIns="0"/>
          <a:lstStyle>
            <a:lvl1pPr marL="361949" indent="-361949" algn="l" defTabSz="914400">
              <a:lnSpc>
                <a:spcPct val="90000"/>
              </a:lnSpc>
              <a:spcBef>
                <a:spcPts val="599"/>
              </a:spcBef>
              <a:spcAft>
                <a:spcPts val="599"/>
              </a:spcAft>
              <a:buClr>
                <a:schemeClr val="accent1"/>
              </a:buClr>
              <a:buSzPct val="120000"/>
              <a:buFont typeface="Arial"/>
              <a:buChar char="•"/>
              <a:defRPr sz="2000">
                <a:solidFill>
                  <a:schemeClr val="tx2"/>
                </a:solidFill>
                <a:latin typeface="+mn-lt"/>
                <a:ea typeface="+mn-ea"/>
                <a:cs typeface="+mn-cs"/>
              </a:defRPr>
            </a:lvl1pPr>
            <a:lvl2pPr marL="712787" indent="-350838" algn="l" defTabSz="914400">
              <a:lnSpc>
                <a:spcPct val="90000"/>
              </a:lnSpc>
              <a:spcBef>
                <a:spcPts val="599"/>
              </a:spcBef>
              <a:spcAft>
                <a:spcPts val="599"/>
              </a:spcAft>
              <a:buClr>
                <a:schemeClr val="accent1"/>
              </a:buClr>
              <a:buSzPct val="120000"/>
              <a:buFont typeface="Arial"/>
              <a:buChar char="•"/>
              <a:tabLst>
                <a:tab pos="712787" algn="l"/>
              </a:tabLst>
              <a:defRPr sz="2000">
                <a:solidFill>
                  <a:schemeClr val="tx2"/>
                </a:solidFill>
                <a:latin typeface="+mn-lt"/>
                <a:ea typeface="+mn-ea"/>
                <a:cs typeface="+mn-cs"/>
              </a:defRPr>
            </a:lvl2pPr>
            <a:lvl3pPr marL="0" indent="0" algn="l" defTabSz="914400">
              <a:lnSpc>
                <a:spcPct val="90000"/>
              </a:lnSpc>
              <a:spcBef>
                <a:spcPts val="599"/>
              </a:spcBef>
              <a:spcAft>
                <a:spcPts val="599"/>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9"/>
              </a:spcBef>
              <a:spcAft>
                <a:spcPts val="599"/>
              </a:spcAft>
              <a:buFont typeface="Arial"/>
              <a:buNone/>
              <a:defRPr sz="3600" b="1">
                <a:solidFill>
                  <a:schemeClr val="tx2"/>
                </a:solidFill>
                <a:latin typeface="+mj-lt"/>
                <a:ea typeface="+mn-ea"/>
                <a:cs typeface="+mn-cs"/>
              </a:defRPr>
            </a:lvl4pPr>
            <a:lvl5pPr marL="0" indent="0" algn="l" defTabSz="914400">
              <a:lnSpc>
                <a:spcPct val="90000"/>
              </a:lnSpc>
              <a:spcBef>
                <a:spcPts val="599"/>
              </a:spcBef>
              <a:spcAft>
                <a:spcPts val="599"/>
              </a:spcAft>
              <a:buFont typeface="Arial"/>
              <a:buNone/>
              <a:defRPr sz="2400" b="0">
                <a:solidFill>
                  <a:schemeClr val="accent1"/>
                </a:solidFill>
                <a:latin typeface="+mj-lt"/>
                <a:ea typeface="+mn-ea"/>
                <a:cs typeface="+mn-cs"/>
              </a:defRPr>
            </a:lvl5pPr>
            <a:lvl6pPr marL="0" indent="0" algn="l" defTabSz="914400">
              <a:lnSpc>
                <a:spcPct val="90000"/>
              </a:lnSpc>
              <a:spcBef>
                <a:spcPts val="599"/>
              </a:spcBef>
              <a:spcAft>
                <a:spcPts val="599"/>
              </a:spcAft>
              <a:buClr>
                <a:schemeClr val="accent1"/>
              </a:buClr>
              <a:buFont typeface="Arial"/>
              <a:buNone/>
              <a:defRPr sz="2000" b="0" cap="none">
                <a:solidFill>
                  <a:schemeClr val="tx1"/>
                </a:solidFill>
                <a:latin typeface="+mj-lt"/>
                <a:ea typeface="+mn-ea"/>
                <a:cs typeface="+mn-cs"/>
              </a:defRPr>
            </a:lvl6pPr>
            <a:lvl7pPr marL="361949" indent="-361949" algn="l" defTabSz="914400">
              <a:lnSpc>
                <a:spcPct val="90000"/>
              </a:lnSpc>
              <a:spcBef>
                <a:spcPts val="599"/>
              </a:spcBef>
              <a:spcAft>
                <a:spcPts val="599"/>
              </a:spcAft>
              <a:buClr>
                <a:schemeClr val="accent1"/>
              </a:buClr>
              <a:buFont typeface="+mj-lt"/>
              <a:buAutoNum type="arabicPeriod"/>
              <a:defRPr sz="2000">
                <a:solidFill>
                  <a:schemeClr val="tx1"/>
                </a:solidFill>
                <a:latin typeface="+mn-lt"/>
                <a:ea typeface="+mn-ea"/>
                <a:cs typeface="+mn-cs"/>
              </a:defRPr>
            </a:lvl7pPr>
            <a:lvl8pPr marL="361949" indent="-361949" algn="l" defTabSz="914400">
              <a:lnSpc>
                <a:spcPct val="90000"/>
              </a:lnSpc>
              <a:spcBef>
                <a:spcPts val="599"/>
              </a:spcBef>
              <a:spcAft>
                <a:spcPts val="599"/>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9"/>
              </a:spcBef>
              <a:spcAft>
                <a:spcPts val="599"/>
              </a:spcAft>
              <a:buClr>
                <a:schemeClr val="accent1"/>
              </a:buClr>
              <a:buFont typeface="Arial"/>
              <a:buNone/>
              <a:defRPr sz="1600" i="1">
                <a:solidFill>
                  <a:schemeClr val="tx1"/>
                </a:solidFill>
                <a:latin typeface="+mn-lt"/>
                <a:ea typeface="+mn-ea"/>
                <a:cs typeface="+mn-cs"/>
              </a:defRPr>
            </a:lvl9pPr>
          </a:lstStyle>
          <a:p>
            <a:pPr>
              <a:defRPr/>
            </a:pPr>
            <a:r>
              <a:rPr lang="en-US"/>
              <a:t>Design/model optimization</a:t>
            </a:r>
            <a:endParaRPr lang="en-US"/>
          </a:p>
          <a:p>
            <a:pPr>
              <a:defRPr/>
            </a:pPr>
            <a:r>
              <a:rPr lang="en-US"/>
              <a:t>Forward flight </a:t>
            </a:r>
            <a:r>
              <a:rPr lang="en-US"/>
              <a:t>investigation</a:t>
            </a:r>
            <a:endParaRPr lang="en-US"/>
          </a:p>
          <a:p>
            <a:pPr>
              <a:defRPr/>
            </a:pPr>
            <a:endParaRPr/>
          </a:p>
        </p:txBody>
      </p:sp>
      <p:grpSp>
        <p:nvGrpSpPr>
          <p:cNvPr id="320815260" name="INSTRUCTION"/>
          <p:cNvGrpSpPr>
            <a:grpSpLocks noGrp="1" noMove="1" noResize="1" noRot="1" noUngrp="1"/>
          </p:cNvGrpSpPr>
          <p:nvPr/>
        </p:nvGrpSpPr>
        <p:grpSpPr bwMode="auto">
          <a:xfrm>
            <a:off x="-3786436" y="0"/>
            <a:ext cx="3693385" cy="5359348"/>
            <a:chOff x="-3786436" y="0"/>
            <a:chExt cx="3693385" cy="5359348"/>
          </a:xfrm>
        </p:grpSpPr>
        <p:sp>
          <p:nvSpPr>
            <p:cNvPr id="852813283"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127197192"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744346492"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1111247816"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736582434"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17355577"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633336206"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397911406"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977671723"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1636760370"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385889957"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868851191"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1836436523"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446194550"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2112462763"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448795915"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205814522"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474602775"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688422178"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1566567031"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77146263"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588964315" name="ICOON_info"/>
            <p:cNvGrpSpPr>
              <a:grpSpLocks noGrp="1" noMove="1" noResize="1" noRot="1" noUngrp="1"/>
            </p:cNvGrpSpPr>
            <p:nvPr userDrawn="1"/>
          </p:nvGrpSpPr>
          <p:grpSpPr bwMode="auto">
            <a:xfrm>
              <a:off x="-376734" y="4400185"/>
              <a:ext cx="283684" cy="283684"/>
              <a:chOff x="-510741" y="5913712"/>
              <a:chExt cx="267554" cy="267554"/>
            </a:xfrm>
          </p:grpSpPr>
          <p:sp>
            <p:nvSpPr>
              <p:cNvPr id="1617219824"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446659230"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776544506" name="VOORBEELD"/>
            <p:cNvGrpSpPr>
              <a:grpSpLocks noGrp="1" noMove="1" noResize="1" noRot="1" noUngrp="1"/>
            </p:cNvGrpSpPr>
            <p:nvPr userDrawn="1"/>
          </p:nvGrpSpPr>
          <p:grpSpPr bwMode="auto">
            <a:xfrm>
              <a:off x="-3605171" y="458673"/>
              <a:ext cx="3234310" cy="558874"/>
              <a:chOff x="-3605171" y="458673"/>
              <a:chExt cx="3234310" cy="558874"/>
            </a:xfrm>
          </p:grpSpPr>
          <p:sp>
            <p:nvSpPr>
              <p:cNvPr id="1735009707"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916496568"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578729101"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275832356"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119574244"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559109154"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96854106"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2141717169"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228324445"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235919715"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686644454"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1547174399"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1354489627"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453492813"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474810450"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794533184"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302700852"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900263225"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1210689203"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1102185978"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1953304010"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885279518"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487077831" name="Groep 310"/>
              <p:cNvGrpSpPr>
                <a:grpSpLocks noGrp="1" noMove="1" noResize="1" noRot="1" noUngrp="1"/>
              </p:cNvGrpSpPr>
              <p:nvPr userDrawn="1"/>
            </p:nvGrpSpPr>
            <p:grpSpPr bwMode="auto">
              <a:xfrm>
                <a:off x="-2916762" y="769167"/>
                <a:ext cx="268737" cy="248380"/>
                <a:chOff x="-2916762" y="769167"/>
                <a:chExt cx="268737" cy="248380"/>
              </a:xfrm>
            </p:grpSpPr>
            <p:sp>
              <p:nvSpPr>
                <p:cNvPr id="1248043512"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898478737"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2036032400"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1955487577"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392529309"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1704441991"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375767215"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301363028"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812066321" name="Groep 311"/>
              <p:cNvGrpSpPr>
                <a:grpSpLocks noGrp="1" noMove="1" noResize="1" noRot="1" noUngrp="1"/>
              </p:cNvGrpSpPr>
              <p:nvPr userDrawn="1"/>
            </p:nvGrpSpPr>
            <p:grpSpPr bwMode="auto">
              <a:xfrm>
                <a:off x="-2916762" y="460170"/>
                <a:ext cx="268737" cy="248380"/>
                <a:chOff x="-2916762" y="460170"/>
                <a:chExt cx="268737" cy="248380"/>
              </a:xfrm>
            </p:grpSpPr>
            <p:sp>
              <p:nvSpPr>
                <p:cNvPr id="1952700286"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600094682"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491447793"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584075284"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2025561639"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564482095"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898040455"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862034760"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329991830"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1000071488"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350161429"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713330926"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653245745"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1157266655"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pic>
        <p:nvPicPr>
          <p:cNvPr id="2018321809" name=""/>
          <p:cNvPicPr>
            <a:picLocks noChangeAspect="1"/>
          </p:cNvPicPr>
          <p:nvPr/>
        </p:nvPicPr>
        <p:blipFill>
          <a:blip r:embed="rId3"/>
          <a:stretch/>
        </p:blipFill>
        <p:spPr bwMode="auto">
          <a:xfrm flipH="0" flipV="0">
            <a:off x="4771201" y="1549364"/>
            <a:ext cx="7047459" cy="443164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TU DELFT | TEMPLATE (SLIDEBUILDER)">
  <a:themeElements>
    <a:clrScheme name="Aangepast 43">
      <a:dk1>
        <a:srgbClr val="000000"/>
      </a:dk1>
      <a:lt1>
        <a:srgbClr val="FFFFFF"/>
      </a:lt1>
      <a:dk2>
        <a:srgbClr val="000000"/>
      </a:dk2>
      <a:lt2>
        <a:srgbClr val="FFFFFF"/>
      </a:lt2>
      <a:accent1>
        <a:srgbClr val="00A6D6"/>
      </a:accent1>
      <a:accent2>
        <a:srgbClr val="0C2340"/>
      </a:accent2>
      <a:accent3>
        <a:srgbClr val="EF60A3"/>
      </a:accent3>
      <a:accent4>
        <a:srgbClr val="EC6842"/>
      </a:accent4>
      <a:accent5>
        <a:srgbClr val="FFB81C"/>
      </a:accent5>
      <a:accent6>
        <a:srgbClr val="6CC24A"/>
      </a:accent6>
      <a:hlink>
        <a:srgbClr val="00A6D6"/>
      </a:hlink>
      <a:folHlink>
        <a:srgbClr val="00A6D6"/>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prstGeom prst="rect">
          <a:avLst/>
        </a:prstGeom>
        <a:solidFill>
          <a:schemeClr val="accent1"/>
        </a:solidFill>
        <a:ln>
          <a:noFill/>
        </a:ln>
      </a:spPr>
      <a:bodyPr/>
      <a:lstStyle/>
      <a:style>
        <a:lnRef idx="2">
          <a:schemeClr val="accent1">
            <a:shade val="50000"/>
          </a:schemeClr>
        </a:lnRef>
        <a:fillRef idx="1">
          <a:schemeClr val="accent1"/>
        </a:fillRef>
        <a:effectRef idx="0">
          <a:schemeClr val="accent1"/>
        </a:effectRef>
        <a:fontRef idx="minor">
          <a:schemeClr val="lt1"/>
        </a:fontRef>
      </a:style>
    </a:spDef>
    <a:lnDef>
      <a:spPr bwMode="auto">
        <a:prstGeom prst="rect">
          <a:avLst/>
        </a:prstGeom>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bwMode="auto">
        <a:prstGeom prst="rect">
          <a:avLst/>
        </a:prstGeom>
        <a:noFill/>
      </a:spPr>
      <a:bodyPr/>
      <a:lstStyle/>
    </a:tx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customXml/_rels/item1.xml.rels><?xml version="1.0" encoding="UTF-8" standalone="yes"?><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F8CCD81E9B8EC4AA9F37098270FA7B2" ma:contentTypeVersion="4" ma:contentTypeDescription="Create a new document." ma:contentTypeScope="" ma:versionID="9ce5ff8de277547019f95db8a51cce4b">
  <xsd:schema xmlns:xsd="http://www.w3.org/2001/XMLSchema" xmlns:xs="http://www.w3.org/2001/XMLSchema" xmlns:p="http://schemas.microsoft.com/office/2006/metadata/properties" xmlns:ns2="5495e808-e183-4a7a-9118-4955941b014f" targetNamespace="http://schemas.microsoft.com/office/2006/metadata/properties" ma:root="true" ma:fieldsID="a5e672448a10a9fa3db7d336141638ff" ns2:_="">
    <xsd:import namespace="5495e808-e183-4a7a-9118-4955941b014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95e808-e183-4a7a-9118-4955941b01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B1BE96A-004D-462B-9683-1ED8D109FF11}">
  <ds:schemaRefs>
    <ds:schemaRef ds:uri="http://schemas.microsoft.com/sharepoint/v3/contenttype/forms"/>
  </ds:schemaRefs>
</ds:datastoreItem>
</file>

<file path=customXml/itemProps2.xml><?xml version="1.0" encoding="utf-8"?>
<ds:datastoreItem xmlns:ds="http://schemas.openxmlformats.org/officeDocument/2006/customXml" ds:itemID="{6C60251D-6FF0-4793-A20E-73F86C34C07D}">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2FC8290-00E3-448B-9B15-87007C7044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495e808-e183-4a7a-9118-4955941b014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Basis template - TU Delft huisstijl</Template>
  <TotalTime>0</TotalTime>
  <Words>0</Words>
  <Application>ONLYOFFICE/8.3.3.21</Application>
  <PresentationFormat>On-screen Show (4:3)</PresentationFormat>
  <Paragraphs>0</Paragraphs>
  <Slides>17</Slides>
  <Notes>17</Notes>
  <HiddenSlides>0</HiddenSlides>
  <MMClips>2</MMClips>
  <ScaleCrop>0</ScaleCrop>
  <HeadingPairs>
    <vt:vector size="4" baseType="variant">
      <vt:variant>
        <vt:lpstr>Theme</vt:lpstr>
      </vt:variant>
      <vt:variant>
        <vt:i4>1</vt:i4>
      </vt:variant>
      <vt:variant>
        <vt:lpstr>Slide Titles</vt:lpstr>
      </vt:variant>
      <vt:variant>
        <vt:i4>17</vt:i4>
      </vt:variant>
    </vt:vector>
  </HeadingPairs>
  <TitlesOfParts>
    <vt:vector size="18"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Ellie Boyd</dc:creator>
  <cp:lastModifiedBy/>
  <cp:revision>2</cp:revision>
  <dcterms:created xsi:type="dcterms:W3CDTF">2025-03-10T09:36:58Z</dcterms:created>
  <dcterms:modified xsi:type="dcterms:W3CDTF">2025-06-23T14:47:59Z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0x0101006F8CCD81E9B8EC4AA9F37098270FA7B2</vt:lpwstr>
  </property>
</Properties>
</file>