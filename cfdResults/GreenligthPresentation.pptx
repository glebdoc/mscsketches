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_rels/presentation.xml.rels" ContentType="application/vnd.openxmlformats-package.relationships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5.png" ContentType="image/png"/>
  <Override PartName="/ppt/media/image4.png" ContentType="image/png"/>
  <Override PartName="/ppt/media/image3.png" ContentType="image/png"/>
  <Override PartName="/ppt/media/image26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4.png" ContentType="image/png"/>
  <Override PartName="/ppt/media/image2.png" ContentType="image/png"/>
  <Override PartName="/ppt/media/image25.png" ContentType="image/png"/>
  <Override PartName="/ppt/slideLayouts/_rels/slideLayout34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70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nl-NL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8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981" name="PlaceHolder 4"/>
          <p:cNvSpPr>
            <a:spLocks noGrp="1"/>
          </p:cNvSpPr>
          <p:nvPr>
            <p:ph type="dt" idx="1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982" name="PlaceHolder 5"/>
          <p:cNvSpPr>
            <a:spLocks noGrp="1"/>
          </p:cNvSpPr>
          <p:nvPr>
            <p:ph type="ftr" idx="1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983" name="PlaceHolder 6"/>
          <p:cNvSpPr>
            <a:spLocks noGrp="1"/>
          </p:cNvSpPr>
          <p:nvPr>
            <p:ph type="sldNum" idx="1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7DE736D-C326-468D-9D06-2D606A9C40E8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6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nl-NL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D53FEBC-21D5-4DA0-9E8C-3A6E01A56C10}" type="slidenum">
              <a:rPr b="0" lang="nl-NL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70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73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76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79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82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85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88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91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94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97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100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103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106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ubTitle"/>
          </p:nvPr>
        </p:nvSpPr>
        <p:spPr>
          <a:xfrm>
            <a:off x="719280" y="1565280"/>
            <a:ext cx="1075176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1075176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ubTitle"/>
          </p:nvPr>
        </p:nvSpPr>
        <p:spPr>
          <a:xfrm>
            <a:off x="718560" y="722520"/>
            <a:ext cx="10752120" cy="149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/>
          </p:nvPr>
        </p:nvSpPr>
        <p:spPr>
          <a:xfrm>
            <a:off x="719280" y="38818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/>
          </p:nvPr>
        </p:nvSpPr>
        <p:spPr>
          <a:xfrm>
            <a:off x="6228720" y="38818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/>
          </p:nvPr>
        </p:nvSpPr>
        <p:spPr>
          <a:xfrm>
            <a:off x="719280" y="3881880"/>
            <a:ext cx="1075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1075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719280" y="3881880"/>
            <a:ext cx="1075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/>
          </p:nvPr>
        </p:nvSpPr>
        <p:spPr>
          <a:xfrm>
            <a:off x="719280" y="38818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/>
          </p:nvPr>
        </p:nvSpPr>
        <p:spPr>
          <a:xfrm>
            <a:off x="6228720" y="38818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4354560" y="15652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/>
          </p:nvPr>
        </p:nvSpPr>
        <p:spPr>
          <a:xfrm>
            <a:off x="7989840" y="15652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5"/>
          <p:cNvSpPr>
            <a:spLocks noGrp="1"/>
          </p:cNvSpPr>
          <p:nvPr>
            <p:ph/>
          </p:nvPr>
        </p:nvSpPr>
        <p:spPr>
          <a:xfrm>
            <a:off x="719280" y="38818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6"/>
          <p:cNvSpPr>
            <a:spLocks noGrp="1"/>
          </p:cNvSpPr>
          <p:nvPr>
            <p:ph/>
          </p:nvPr>
        </p:nvSpPr>
        <p:spPr>
          <a:xfrm>
            <a:off x="4354560" y="38818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7"/>
          <p:cNvSpPr>
            <a:spLocks noGrp="1"/>
          </p:cNvSpPr>
          <p:nvPr>
            <p:ph/>
          </p:nvPr>
        </p:nvSpPr>
        <p:spPr>
          <a:xfrm>
            <a:off x="7989840" y="38818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386902-8DF0-4B69-B5BF-26A7A43551E7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subTitle"/>
          </p:nvPr>
        </p:nvSpPr>
        <p:spPr>
          <a:xfrm>
            <a:off x="719280" y="1565280"/>
            <a:ext cx="1075176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BEFA71-F691-4451-AF67-E591534306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1075176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5A8D19-DC5D-4975-9857-6A0D59CC815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4DBB66-8365-47D9-A379-0862504FC1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DD43E7-1BC9-4802-80B0-0485D9FD40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ubTitle"/>
          </p:nvPr>
        </p:nvSpPr>
        <p:spPr>
          <a:xfrm>
            <a:off x="718560" y="722520"/>
            <a:ext cx="10752120" cy="149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CA1E72-C344-47B1-9E0D-7E2B8B33777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4"/>
          <p:cNvSpPr>
            <a:spLocks noGrp="1"/>
          </p:cNvSpPr>
          <p:nvPr>
            <p:ph/>
          </p:nvPr>
        </p:nvSpPr>
        <p:spPr>
          <a:xfrm>
            <a:off x="719280" y="38818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5CD2A5-DAB0-4510-B865-BC34E0B7A8C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4"/>
          <p:cNvSpPr>
            <a:spLocks noGrp="1"/>
          </p:cNvSpPr>
          <p:nvPr>
            <p:ph/>
          </p:nvPr>
        </p:nvSpPr>
        <p:spPr>
          <a:xfrm>
            <a:off x="6228720" y="38818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115B2A-292A-43A5-A881-6E04F53EC7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4"/>
          <p:cNvSpPr>
            <a:spLocks noGrp="1"/>
          </p:cNvSpPr>
          <p:nvPr>
            <p:ph/>
          </p:nvPr>
        </p:nvSpPr>
        <p:spPr>
          <a:xfrm>
            <a:off x="719280" y="3881880"/>
            <a:ext cx="1075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78294E-C626-4BEF-9173-4DAA4AB28A9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1075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/>
          </p:nvPr>
        </p:nvSpPr>
        <p:spPr>
          <a:xfrm>
            <a:off x="719280" y="3881880"/>
            <a:ext cx="1075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826808-5CCF-474F-98E7-AFCF546829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4"/>
          <p:cNvSpPr>
            <a:spLocks noGrp="1"/>
          </p:cNvSpPr>
          <p:nvPr>
            <p:ph/>
          </p:nvPr>
        </p:nvSpPr>
        <p:spPr>
          <a:xfrm>
            <a:off x="719280" y="38818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5"/>
          <p:cNvSpPr>
            <a:spLocks noGrp="1"/>
          </p:cNvSpPr>
          <p:nvPr>
            <p:ph/>
          </p:nvPr>
        </p:nvSpPr>
        <p:spPr>
          <a:xfrm>
            <a:off x="6228720" y="38818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33FA8F-FA54-426C-B034-52B5F6B6A1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/>
          </p:nvPr>
        </p:nvSpPr>
        <p:spPr>
          <a:xfrm>
            <a:off x="4354560" y="15652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4"/>
          <p:cNvSpPr>
            <a:spLocks noGrp="1"/>
          </p:cNvSpPr>
          <p:nvPr>
            <p:ph/>
          </p:nvPr>
        </p:nvSpPr>
        <p:spPr>
          <a:xfrm>
            <a:off x="7989840" y="15652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5"/>
          <p:cNvSpPr>
            <a:spLocks noGrp="1"/>
          </p:cNvSpPr>
          <p:nvPr>
            <p:ph/>
          </p:nvPr>
        </p:nvSpPr>
        <p:spPr>
          <a:xfrm>
            <a:off x="719280" y="38818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6"/>
          <p:cNvSpPr>
            <a:spLocks noGrp="1"/>
          </p:cNvSpPr>
          <p:nvPr>
            <p:ph/>
          </p:nvPr>
        </p:nvSpPr>
        <p:spPr>
          <a:xfrm>
            <a:off x="4354560" y="38818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7"/>
          <p:cNvSpPr>
            <a:spLocks noGrp="1"/>
          </p:cNvSpPr>
          <p:nvPr>
            <p:ph/>
          </p:nvPr>
        </p:nvSpPr>
        <p:spPr>
          <a:xfrm>
            <a:off x="7989840" y="38818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99EE0F-FCE7-4C67-AEF4-8344B0FC53E4}" type="slidenum">
              <a:t>&lt;#&gt;</a:t>
            </a:fld>
          </a:p>
        </p:txBody>
      </p:sp>
      <p:sp>
        <p:nvSpPr>
          <p:cNvPr id="10" name="PlaceHolder 9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1C3347A-323A-41E3-B91C-3F8732217FD9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 type="subTitle"/>
          </p:nvPr>
        </p:nvSpPr>
        <p:spPr>
          <a:xfrm>
            <a:off x="719280" y="1565280"/>
            <a:ext cx="1075176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BC89A60-FDE2-4428-9DC3-4067ADCC2F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1075176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BFB4602-DAD9-4A9E-9BC7-1943BED6E9E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42B4AE9-D5D7-4E9C-82E1-14524C7B3A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2627CF7-19FE-405A-9844-23938F34EEB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ubTitle"/>
          </p:nvPr>
        </p:nvSpPr>
        <p:spPr>
          <a:xfrm>
            <a:off x="718560" y="722520"/>
            <a:ext cx="10752120" cy="149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5683610-DBBD-4E7B-B404-3190FD4CF03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4"/>
          <p:cNvSpPr>
            <a:spLocks noGrp="1"/>
          </p:cNvSpPr>
          <p:nvPr>
            <p:ph/>
          </p:nvPr>
        </p:nvSpPr>
        <p:spPr>
          <a:xfrm>
            <a:off x="719280" y="38818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F3A6459-A7A5-411B-94AC-D14A46E5CB2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PlaceHolder 4"/>
          <p:cNvSpPr>
            <a:spLocks noGrp="1"/>
          </p:cNvSpPr>
          <p:nvPr>
            <p:ph/>
          </p:nvPr>
        </p:nvSpPr>
        <p:spPr>
          <a:xfrm>
            <a:off x="6228720" y="38818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CE033C3-4C7F-4453-B6BC-69D00CD42FA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PlaceHolder 4"/>
          <p:cNvSpPr>
            <a:spLocks noGrp="1"/>
          </p:cNvSpPr>
          <p:nvPr>
            <p:ph/>
          </p:nvPr>
        </p:nvSpPr>
        <p:spPr>
          <a:xfrm>
            <a:off x="719280" y="3881880"/>
            <a:ext cx="1075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64D62ED-E49B-4621-A4E2-A9179FEAB37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1075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/>
          </p:nvPr>
        </p:nvSpPr>
        <p:spPr>
          <a:xfrm>
            <a:off x="719280" y="3881880"/>
            <a:ext cx="1075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14C1F69-FA62-4F57-9167-D5822BEB20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PlaceHolder 4"/>
          <p:cNvSpPr>
            <a:spLocks noGrp="1"/>
          </p:cNvSpPr>
          <p:nvPr>
            <p:ph/>
          </p:nvPr>
        </p:nvSpPr>
        <p:spPr>
          <a:xfrm>
            <a:off x="719280" y="38818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laceHolder 5"/>
          <p:cNvSpPr>
            <a:spLocks noGrp="1"/>
          </p:cNvSpPr>
          <p:nvPr>
            <p:ph/>
          </p:nvPr>
        </p:nvSpPr>
        <p:spPr>
          <a:xfrm>
            <a:off x="6228720" y="38818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69370B3-DE62-42CF-AC89-2651FE34ED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/>
          </p:nvPr>
        </p:nvSpPr>
        <p:spPr>
          <a:xfrm>
            <a:off x="4354560" y="15652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PlaceHolder 4"/>
          <p:cNvSpPr>
            <a:spLocks noGrp="1"/>
          </p:cNvSpPr>
          <p:nvPr>
            <p:ph/>
          </p:nvPr>
        </p:nvSpPr>
        <p:spPr>
          <a:xfrm>
            <a:off x="7989840" y="15652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PlaceHolder 5"/>
          <p:cNvSpPr>
            <a:spLocks noGrp="1"/>
          </p:cNvSpPr>
          <p:nvPr>
            <p:ph/>
          </p:nvPr>
        </p:nvSpPr>
        <p:spPr>
          <a:xfrm>
            <a:off x="719280" y="38818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6"/>
          <p:cNvSpPr>
            <a:spLocks noGrp="1"/>
          </p:cNvSpPr>
          <p:nvPr>
            <p:ph/>
          </p:nvPr>
        </p:nvSpPr>
        <p:spPr>
          <a:xfrm>
            <a:off x="4354560" y="38818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PlaceHolder 7"/>
          <p:cNvSpPr>
            <a:spLocks noGrp="1"/>
          </p:cNvSpPr>
          <p:nvPr>
            <p:ph/>
          </p:nvPr>
        </p:nvSpPr>
        <p:spPr>
          <a:xfrm>
            <a:off x="7989840" y="38818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B938AFC-BD9A-4A66-AE29-387A2495E11C}" type="slidenum">
              <a:t>&lt;#&gt;</a:t>
            </a:fld>
          </a:p>
        </p:txBody>
      </p:sp>
      <p:sp>
        <p:nvSpPr>
          <p:cNvPr id="10" name="PlaceHolder 9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CE228769-A02D-4714-9DBD-0F78930948D2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PlaceHolder 2"/>
          <p:cNvSpPr>
            <a:spLocks noGrp="1"/>
          </p:cNvSpPr>
          <p:nvPr>
            <p:ph type="subTitle"/>
          </p:nvPr>
        </p:nvSpPr>
        <p:spPr>
          <a:xfrm>
            <a:off x="719280" y="1565280"/>
            <a:ext cx="1075176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096A237B-54B5-44B5-A165-0271772AE7A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1075176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5198DA92-6888-47E8-8DBF-47AEEFCD03E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DFEE221A-C897-4651-ACD9-F19515EE49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9BF9B1B4-7098-4E78-B195-DB0887292F2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subTitle"/>
          </p:nvPr>
        </p:nvSpPr>
        <p:spPr>
          <a:xfrm>
            <a:off x="718560" y="722520"/>
            <a:ext cx="10752120" cy="149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D53FCFF6-E65A-46C0-B782-52FDD75EBCC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PlaceHolder 4"/>
          <p:cNvSpPr>
            <a:spLocks noGrp="1"/>
          </p:cNvSpPr>
          <p:nvPr>
            <p:ph/>
          </p:nvPr>
        </p:nvSpPr>
        <p:spPr>
          <a:xfrm>
            <a:off x="719280" y="38818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2421622B-6426-45C8-9B73-8D4A0E403E3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PlaceHolder 4"/>
          <p:cNvSpPr>
            <a:spLocks noGrp="1"/>
          </p:cNvSpPr>
          <p:nvPr>
            <p:ph/>
          </p:nvPr>
        </p:nvSpPr>
        <p:spPr>
          <a:xfrm>
            <a:off x="6228720" y="38818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D498126B-D18F-4C49-96B9-17A8B9CC8C6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PlaceHolder 4"/>
          <p:cNvSpPr>
            <a:spLocks noGrp="1"/>
          </p:cNvSpPr>
          <p:nvPr>
            <p:ph/>
          </p:nvPr>
        </p:nvSpPr>
        <p:spPr>
          <a:xfrm>
            <a:off x="719280" y="3881880"/>
            <a:ext cx="1075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A55ACC94-DCB3-4DCE-A36B-FDE770D2E7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1075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/>
          </p:nvPr>
        </p:nvSpPr>
        <p:spPr>
          <a:xfrm>
            <a:off x="719280" y="3881880"/>
            <a:ext cx="1075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5F0DAB3E-6243-43A1-B62B-5793033729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PlaceHolder 4"/>
          <p:cNvSpPr>
            <a:spLocks noGrp="1"/>
          </p:cNvSpPr>
          <p:nvPr>
            <p:ph/>
          </p:nvPr>
        </p:nvSpPr>
        <p:spPr>
          <a:xfrm>
            <a:off x="719280" y="38818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PlaceHolder 5"/>
          <p:cNvSpPr>
            <a:spLocks noGrp="1"/>
          </p:cNvSpPr>
          <p:nvPr>
            <p:ph/>
          </p:nvPr>
        </p:nvSpPr>
        <p:spPr>
          <a:xfrm>
            <a:off x="6228720" y="38818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E08F64B2-11F6-4B2D-9C85-0A26FCCB54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/>
          </p:nvPr>
        </p:nvSpPr>
        <p:spPr>
          <a:xfrm>
            <a:off x="4354560" y="15652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PlaceHolder 4"/>
          <p:cNvSpPr>
            <a:spLocks noGrp="1"/>
          </p:cNvSpPr>
          <p:nvPr>
            <p:ph/>
          </p:nvPr>
        </p:nvSpPr>
        <p:spPr>
          <a:xfrm>
            <a:off x="7989840" y="15652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PlaceHolder 5"/>
          <p:cNvSpPr>
            <a:spLocks noGrp="1"/>
          </p:cNvSpPr>
          <p:nvPr>
            <p:ph/>
          </p:nvPr>
        </p:nvSpPr>
        <p:spPr>
          <a:xfrm>
            <a:off x="719280" y="38818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PlaceHolder 6"/>
          <p:cNvSpPr>
            <a:spLocks noGrp="1"/>
          </p:cNvSpPr>
          <p:nvPr>
            <p:ph/>
          </p:nvPr>
        </p:nvSpPr>
        <p:spPr>
          <a:xfrm>
            <a:off x="4354560" y="38818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PlaceHolder 7"/>
          <p:cNvSpPr>
            <a:spLocks noGrp="1"/>
          </p:cNvSpPr>
          <p:nvPr>
            <p:ph/>
          </p:nvPr>
        </p:nvSpPr>
        <p:spPr>
          <a:xfrm>
            <a:off x="7989840" y="38818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76F5B178-BFA7-4498-87A9-96AEB1C0C2F0}" type="slidenum">
              <a:t>&lt;#&gt;</a:t>
            </a:fld>
          </a:p>
        </p:txBody>
      </p:sp>
      <p:sp>
        <p:nvSpPr>
          <p:cNvPr id="10" name="PlaceHolder 9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PlaceHolder 2"/>
          <p:cNvSpPr>
            <a:spLocks noGrp="1"/>
          </p:cNvSpPr>
          <p:nvPr>
            <p:ph type="subTitle"/>
          </p:nvPr>
        </p:nvSpPr>
        <p:spPr>
          <a:xfrm>
            <a:off x="719280" y="1565280"/>
            <a:ext cx="1075176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1075176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PlaceHolder 1"/>
          <p:cNvSpPr>
            <a:spLocks noGrp="1"/>
          </p:cNvSpPr>
          <p:nvPr>
            <p:ph type="subTitle"/>
          </p:nvPr>
        </p:nvSpPr>
        <p:spPr>
          <a:xfrm>
            <a:off x="718560" y="722520"/>
            <a:ext cx="10752120" cy="149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PlaceHolder 4"/>
          <p:cNvSpPr>
            <a:spLocks noGrp="1"/>
          </p:cNvSpPr>
          <p:nvPr>
            <p:ph/>
          </p:nvPr>
        </p:nvSpPr>
        <p:spPr>
          <a:xfrm>
            <a:off x="719280" y="38818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PlaceHolder 4"/>
          <p:cNvSpPr>
            <a:spLocks noGrp="1"/>
          </p:cNvSpPr>
          <p:nvPr>
            <p:ph/>
          </p:nvPr>
        </p:nvSpPr>
        <p:spPr>
          <a:xfrm>
            <a:off x="6228720" y="38818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PlaceHolder 4"/>
          <p:cNvSpPr>
            <a:spLocks noGrp="1"/>
          </p:cNvSpPr>
          <p:nvPr>
            <p:ph/>
          </p:nvPr>
        </p:nvSpPr>
        <p:spPr>
          <a:xfrm>
            <a:off x="719280" y="3881880"/>
            <a:ext cx="1075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1075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PlaceHolder 3"/>
          <p:cNvSpPr>
            <a:spLocks noGrp="1"/>
          </p:cNvSpPr>
          <p:nvPr>
            <p:ph/>
          </p:nvPr>
        </p:nvSpPr>
        <p:spPr>
          <a:xfrm>
            <a:off x="719280" y="3881880"/>
            <a:ext cx="1075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PlaceHolder 4"/>
          <p:cNvSpPr>
            <a:spLocks noGrp="1"/>
          </p:cNvSpPr>
          <p:nvPr>
            <p:ph/>
          </p:nvPr>
        </p:nvSpPr>
        <p:spPr>
          <a:xfrm>
            <a:off x="719280" y="38818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PlaceHolder 5"/>
          <p:cNvSpPr>
            <a:spLocks noGrp="1"/>
          </p:cNvSpPr>
          <p:nvPr>
            <p:ph/>
          </p:nvPr>
        </p:nvSpPr>
        <p:spPr>
          <a:xfrm>
            <a:off x="6228720" y="38818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PlaceHolder 3"/>
          <p:cNvSpPr>
            <a:spLocks noGrp="1"/>
          </p:cNvSpPr>
          <p:nvPr>
            <p:ph/>
          </p:nvPr>
        </p:nvSpPr>
        <p:spPr>
          <a:xfrm>
            <a:off x="4354560" y="15652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PlaceHolder 4"/>
          <p:cNvSpPr>
            <a:spLocks noGrp="1"/>
          </p:cNvSpPr>
          <p:nvPr>
            <p:ph/>
          </p:nvPr>
        </p:nvSpPr>
        <p:spPr>
          <a:xfrm>
            <a:off x="7989840" y="15652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PlaceHolder 5"/>
          <p:cNvSpPr>
            <a:spLocks noGrp="1"/>
          </p:cNvSpPr>
          <p:nvPr>
            <p:ph/>
          </p:nvPr>
        </p:nvSpPr>
        <p:spPr>
          <a:xfrm>
            <a:off x="719280" y="38818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PlaceHolder 6"/>
          <p:cNvSpPr>
            <a:spLocks noGrp="1"/>
          </p:cNvSpPr>
          <p:nvPr>
            <p:ph/>
          </p:nvPr>
        </p:nvSpPr>
        <p:spPr>
          <a:xfrm>
            <a:off x="4354560" y="38818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PlaceHolder 7"/>
          <p:cNvSpPr>
            <a:spLocks noGrp="1"/>
          </p:cNvSpPr>
          <p:nvPr>
            <p:ph/>
          </p:nvPr>
        </p:nvSpPr>
        <p:spPr>
          <a:xfrm>
            <a:off x="7989840" y="38818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3B326DF3-369A-4627-8E40-7C78E1F065EA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PlaceHolder 2"/>
          <p:cNvSpPr>
            <a:spLocks noGrp="1"/>
          </p:cNvSpPr>
          <p:nvPr>
            <p:ph type="subTitle"/>
          </p:nvPr>
        </p:nvSpPr>
        <p:spPr>
          <a:xfrm>
            <a:off x="719280" y="1565280"/>
            <a:ext cx="1075176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4558CDFC-77F4-4125-93F2-780312702EE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1075176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4410C0BD-A5AE-4845-976D-51D61BE1B35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62931A84-5C0B-4CA0-8146-480713B3419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51A2A720-31F9-4769-893D-990AFF44116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PlaceHolder 1"/>
          <p:cNvSpPr>
            <a:spLocks noGrp="1"/>
          </p:cNvSpPr>
          <p:nvPr>
            <p:ph type="subTitle"/>
          </p:nvPr>
        </p:nvSpPr>
        <p:spPr>
          <a:xfrm>
            <a:off x="718560" y="722520"/>
            <a:ext cx="10752120" cy="149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244D737B-8BC8-4DB4-8ED6-DC24A9AB17E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PlaceHolder 4"/>
          <p:cNvSpPr>
            <a:spLocks noGrp="1"/>
          </p:cNvSpPr>
          <p:nvPr>
            <p:ph/>
          </p:nvPr>
        </p:nvSpPr>
        <p:spPr>
          <a:xfrm>
            <a:off x="719280" y="38818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02697F70-92C6-430C-9229-0EFF9DC1539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PlaceHolder 4"/>
          <p:cNvSpPr>
            <a:spLocks noGrp="1"/>
          </p:cNvSpPr>
          <p:nvPr>
            <p:ph/>
          </p:nvPr>
        </p:nvSpPr>
        <p:spPr>
          <a:xfrm>
            <a:off x="6228720" y="38818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010A56CF-B319-4C6C-B33F-524BE4648AC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PlaceHolder 4"/>
          <p:cNvSpPr>
            <a:spLocks noGrp="1"/>
          </p:cNvSpPr>
          <p:nvPr>
            <p:ph/>
          </p:nvPr>
        </p:nvSpPr>
        <p:spPr>
          <a:xfrm>
            <a:off x="719280" y="3881880"/>
            <a:ext cx="1075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A36A0353-1860-4177-82F9-B0D8DC08927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1075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PlaceHolder 3"/>
          <p:cNvSpPr>
            <a:spLocks noGrp="1"/>
          </p:cNvSpPr>
          <p:nvPr>
            <p:ph/>
          </p:nvPr>
        </p:nvSpPr>
        <p:spPr>
          <a:xfrm>
            <a:off x="719280" y="3881880"/>
            <a:ext cx="1075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254B5E30-C8B0-4EF5-A17B-F5E0C7C3FC4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PlaceHolder 4"/>
          <p:cNvSpPr>
            <a:spLocks noGrp="1"/>
          </p:cNvSpPr>
          <p:nvPr>
            <p:ph/>
          </p:nvPr>
        </p:nvSpPr>
        <p:spPr>
          <a:xfrm>
            <a:off x="719280" y="38818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PlaceHolder 5"/>
          <p:cNvSpPr>
            <a:spLocks noGrp="1"/>
          </p:cNvSpPr>
          <p:nvPr>
            <p:ph/>
          </p:nvPr>
        </p:nvSpPr>
        <p:spPr>
          <a:xfrm>
            <a:off x="6228720" y="38818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5117F4CC-F163-49AC-9AFC-296F194AAB7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PlaceHolder 3"/>
          <p:cNvSpPr>
            <a:spLocks noGrp="1"/>
          </p:cNvSpPr>
          <p:nvPr>
            <p:ph/>
          </p:nvPr>
        </p:nvSpPr>
        <p:spPr>
          <a:xfrm>
            <a:off x="4354560" y="15652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PlaceHolder 4"/>
          <p:cNvSpPr>
            <a:spLocks noGrp="1"/>
          </p:cNvSpPr>
          <p:nvPr>
            <p:ph/>
          </p:nvPr>
        </p:nvSpPr>
        <p:spPr>
          <a:xfrm>
            <a:off x="7989840" y="15652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PlaceHolder 5"/>
          <p:cNvSpPr>
            <a:spLocks noGrp="1"/>
          </p:cNvSpPr>
          <p:nvPr>
            <p:ph/>
          </p:nvPr>
        </p:nvSpPr>
        <p:spPr>
          <a:xfrm>
            <a:off x="719280" y="38818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PlaceHolder 6"/>
          <p:cNvSpPr>
            <a:spLocks noGrp="1"/>
          </p:cNvSpPr>
          <p:nvPr>
            <p:ph/>
          </p:nvPr>
        </p:nvSpPr>
        <p:spPr>
          <a:xfrm>
            <a:off x="4354560" y="38818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PlaceHolder 7"/>
          <p:cNvSpPr>
            <a:spLocks noGrp="1"/>
          </p:cNvSpPr>
          <p:nvPr>
            <p:ph/>
          </p:nvPr>
        </p:nvSpPr>
        <p:spPr>
          <a:xfrm>
            <a:off x="7989840" y="38818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84571DC9-35D0-42AB-A034-C80D344A93BA}" type="slidenum">
              <a:t>&lt;#&gt;</a:t>
            </a:fld>
          </a:p>
        </p:txBody>
      </p:sp>
      <p:sp>
        <p:nvSpPr>
          <p:cNvPr id="10" name="PlaceHolder 9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5871EF4-FC64-4EEE-B94B-E91D5BDDBCDB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3" name="PlaceHolder 2"/>
          <p:cNvSpPr>
            <a:spLocks noGrp="1"/>
          </p:cNvSpPr>
          <p:nvPr>
            <p:ph type="subTitle"/>
          </p:nvPr>
        </p:nvSpPr>
        <p:spPr>
          <a:xfrm>
            <a:off x="719280" y="1565280"/>
            <a:ext cx="1075176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7C0A734-BBE1-4F2F-9988-395EECFF312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5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1075176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1874D6B-4670-4B56-88A3-7FFCCAC1CDC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7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8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9AE5F89-3CD0-41C3-8676-F9A18E23A3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E136D14-533A-45CC-8796-BCA318945D5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PlaceHolder 1"/>
          <p:cNvSpPr>
            <a:spLocks noGrp="1"/>
          </p:cNvSpPr>
          <p:nvPr>
            <p:ph type="subTitle"/>
          </p:nvPr>
        </p:nvSpPr>
        <p:spPr>
          <a:xfrm>
            <a:off x="718560" y="722520"/>
            <a:ext cx="10752120" cy="149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A49A679-9A62-4014-9B06-6D7C7B0743B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2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3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4" name="PlaceHolder 4"/>
          <p:cNvSpPr>
            <a:spLocks noGrp="1"/>
          </p:cNvSpPr>
          <p:nvPr>
            <p:ph/>
          </p:nvPr>
        </p:nvSpPr>
        <p:spPr>
          <a:xfrm>
            <a:off x="719280" y="38818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01EAA05-0781-4854-8BD3-EFC03E3C5C1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6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7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8" name="PlaceHolder 4"/>
          <p:cNvSpPr>
            <a:spLocks noGrp="1"/>
          </p:cNvSpPr>
          <p:nvPr>
            <p:ph/>
          </p:nvPr>
        </p:nvSpPr>
        <p:spPr>
          <a:xfrm>
            <a:off x="6228720" y="38818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CBEB982-6F86-41D9-BCE1-2F05B097189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0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1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2" name="PlaceHolder 4"/>
          <p:cNvSpPr>
            <a:spLocks noGrp="1"/>
          </p:cNvSpPr>
          <p:nvPr>
            <p:ph/>
          </p:nvPr>
        </p:nvSpPr>
        <p:spPr>
          <a:xfrm>
            <a:off x="719280" y="3881880"/>
            <a:ext cx="1075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2C61689-5A3C-4690-B616-A4049BB6FC5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4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1075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5" name="PlaceHolder 3"/>
          <p:cNvSpPr>
            <a:spLocks noGrp="1"/>
          </p:cNvSpPr>
          <p:nvPr>
            <p:ph/>
          </p:nvPr>
        </p:nvSpPr>
        <p:spPr>
          <a:xfrm>
            <a:off x="719280" y="3881880"/>
            <a:ext cx="1075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ABDCE92-416A-4250-B6FA-6A9786167B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7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8" name="PlaceHolder 3"/>
          <p:cNvSpPr>
            <a:spLocks noGrp="1"/>
          </p:cNvSpPr>
          <p:nvPr>
            <p:ph/>
          </p:nvPr>
        </p:nvSpPr>
        <p:spPr>
          <a:xfrm>
            <a:off x="6228720" y="15652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9" name="PlaceHolder 4"/>
          <p:cNvSpPr>
            <a:spLocks noGrp="1"/>
          </p:cNvSpPr>
          <p:nvPr>
            <p:ph/>
          </p:nvPr>
        </p:nvSpPr>
        <p:spPr>
          <a:xfrm>
            <a:off x="719280" y="38818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0" name="PlaceHolder 5"/>
          <p:cNvSpPr>
            <a:spLocks noGrp="1"/>
          </p:cNvSpPr>
          <p:nvPr>
            <p:ph/>
          </p:nvPr>
        </p:nvSpPr>
        <p:spPr>
          <a:xfrm>
            <a:off x="6228720" y="3881880"/>
            <a:ext cx="524664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C8CFF61-0FD9-4480-B267-A957CB20CD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PlaceHolder 1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2" name="PlaceHolder 2"/>
          <p:cNvSpPr>
            <a:spLocks noGrp="1"/>
          </p:cNvSpPr>
          <p:nvPr>
            <p:ph/>
          </p:nvPr>
        </p:nvSpPr>
        <p:spPr>
          <a:xfrm>
            <a:off x="719280" y="15652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3" name="PlaceHolder 3"/>
          <p:cNvSpPr>
            <a:spLocks noGrp="1"/>
          </p:cNvSpPr>
          <p:nvPr>
            <p:ph/>
          </p:nvPr>
        </p:nvSpPr>
        <p:spPr>
          <a:xfrm>
            <a:off x="4354560" y="15652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4" name="PlaceHolder 4"/>
          <p:cNvSpPr>
            <a:spLocks noGrp="1"/>
          </p:cNvSpPr>
          <p:nvPr>
            <p:ph/>
          </p:nvPr>
        </p:nvSpPr>
        <p:spPr>
          <a:xfrm>
            <a:off x="7989840" y="15652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5" name="PlaceHolder 5"/>
          <p:cNvSpPr>
            <a:spLocks noGrp="1"/>
          </p:cNvSpPr>
          <p:nvPr>
            <p:ph/>
          </p:nvPr>
        </p:nvSpPr>
        <p:spPr>
          <a:xfrm>
            <a:off x="719280" y="38818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6" name="PlaceHolder 6"/>
          <p:cNvSpPr>
            <a:spLocks noGrp="1"/>
          </p:cNvSpPr>
          <p:nvPr>
            <p:ph/>
          </p:nvPr>
        </p:nvSpPr>
        <p:spPr>
          <a:xfrm>
            <a:off x="4354560" y="38818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7" name="PlaceHolder 7"/>
          <p:cNvSpPr>
            <a:spLocks noGrp="1"/>
          </p:cNvSpPr>
          <p:nvPr>
            <p:ph/>
          </p:nvPr>
        </p:nvSpPr>
        <p:spPr>
          <a:xfrm>
            <a:off x="7989840" y="3881880"/>
            <a:ext cx="3461760" cy="211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71280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4FBB341-FDA2-4B88-AD97-9D5ECE38D8B1}" type="slidenum">
              <a:t>&lt;#&gt;</a:t>
            </a:fld>
          </a:p>
        </p:txBody>
      </p:sp>
      <p:sp>
        <p:nvSpPr>
          <p:cNvPr id="10" name="PlaceHolder 9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a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ID"/>
          <p:cNvGrpSpPr/>
          <p:nvPr/>
        </p:nvGrpSpPr>
        <p:grpSpPr>
          <a:xfrm>
            <a:off x="-11880" y="0"/>
            <a:ext cx="12203640" cy="6857640"/>
            <a:chOff x="-11880" y="0"/>
            <a:chExt cx="12203640" cy="6857640"/>
          </a:xfrm>
        </p:grpSpPr>
        <p:sp>
          <p:nvSpPr>
            <p:cNvPr id="1" name="Rechthoek 7"/>
            <p:cNvSpPr/>
            <p:nvPr/>
          </p:nvSpPr>
          <p:spPr>
            <a:xfrm>
              <a:off x="-11880" y="0"/>
              <a:ext cx="12191760" cy="719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" name="Rechthoek 11"/>
            <p:cNvSpPr/>
            <p:nvPr/>
          </p:nvSpPr>
          <p:spPr>
            <a:xfrm>
              <a:off x="0" y="0"/>
              <a:ext cx="719640" cy="6857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" name="Rechthoek 12"/>
            <p:cNvSpPr/>
            <p:nvPr/>
          </p:nvSpPr>
          <p:spPr>
            <a:xfrm>
              <a:off x="11472120" y="0"/>
              <a:ext cx="719640" cy="6857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" name="Rechthoek 15"/>
            <p:cNvSpPr/>
            <p:nvPr/>
          </p:nvSpPr>
          <p:spPr>
            <a:xfrm>
              <a:off x="0" y="1064520"/>
              <a:ext cx="12191760" cy="539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" name="Rechthoek 16"/>
            <p:cNvSpPr/>
            <p:nvPr/>
          </p:nvSpPr>
          <p:spPr>
            <a:xfrm>
              <a:off x="0" y="6498000"/>
              <a:ext cx="12191760" cy="359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" name="Rechthoek 17"/>
            <p:cNvSpPr/>
            <p:nvPr/>
          </p:nvSpPr>
          <p:spPr>
            <a:xfrm>
              <a:off x="0" y="5806080"/>
              <a:ext cx="12191760" cy="539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7" name="Tekstvak 19"/>
          <p:cNvSpPr/>
          <p:nvPr/>
        </p:nvSpPr>
        <p:spPr>
          <a:xfrm>
            <a:off x="7200" y="-636120"/>
            <a:ext cx="5511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GB" sz="1100" spc="-1" strike="noStrike" cap="all">
                <a:solidFill>
                  <a:srgbClr val="00a6d6"/>
                </a:solidFill>
                <a:latin typeface="Arial"/>
                <a:ea typeface="Arial"/>
              </a:rPr>
              <a:t>layout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" name="Tekstvak 3"/>
          <p:cNvSpPr/>
          <p:nvPr/>
        </p:nvSpPr>
        <p:spPr>
          <a:xfrm>
            <a:off x="10918800" y="-1277640"/>
            <a:ext cx="126612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GB" sz="1100" spc="-1" strike="noStrike" cap="all">
                <a:solidFill>
                  <a:srgbClr val="00a6d6"/>
                </a:solidFill>
                <a:latin typeface="Arial"/>
                <a:ea typeface="Arial"/>
              </a:rPr>
              <a:t>Primary colors</a:t>
            </a:r>
            <a:endParaRPr b="0" lang="en-US" sz="1100" spc="-1" strike="noStrike">
              <a:latin typeface="Arial"/>
            </a:endParaRPr>
          </a:p>
        </p:txBody>
      </p:sp>
      <p:grpSp>
        <p:nvGrpSpPr>
          <p:cNvPr id="9" name="Groep 33"/>
          <p:cNvGrpSpPr/>
          <p:nvPr/>
        </p:nvGrpSpPr>
        <p:grpSpPr>
          <a:xfrm>
            <a:off x="11552040" y="-1016280"/>
            <a:ext cx="639720" cy="179640"/>
            <a:chOff x="11552040" y="-1016280"/>
            <a:chExt cx="639720" cy="179640"/>
          </a:xfrm>
        </p:grpSpPr>
        <p:sp>
          <p:nvSpPr>
            <p:cNvPr id="10" name="Rechthoek 4"/>
            <p:cNvSpPr/>
            <p:nvPr/>
          </p:nvSpPr>
          <p:spPr>
            <a:xfrm>
              <a:off x="12012120" y="-1016280"/>
              <a:ext cx="179640" cy="179640"/>
            </a:xfrm>
            <a:prstGeom prst="rect">
              <a:avLst/>
            </a:prstGeom>
            <a:solidFill>
              <a:schemeClr val="tx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" name="Rechthoek 6"/>
            <p:cNvSpPr/>
            <p:nvPr/>
          </p:nvSpPr>
          <p:spPr>
            <a:xfrm>
              <a:off x="11782080" y="-1016280"/>
              <a:ext cx="179640" cy="179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" name="Rechthoek 8"/>
            <p:cNvSpPr/>
            <p:nvPr/>
          </p:nvSpPr>
          <p:spPr>
            <a:xfrm>
              <a:off x="11552040" y="-1016280"/>
              <a:ext cx="179640" cy="179640"/>
            </a:xfrm>
            <a:prstGeom prst="rect">
              <a:avLst/>
            </a:prstGeom>
            <a:solidFill>
              <a:schemeClr val="accent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3" name="Tekstvak 9"/>
          <p:cNvSpPr/>
          <p:nvPr/>
        </p:nvSpPr>
        <p:spPr>
          <a:xfrm>
            <a:off x="10669320" y="-672840"/>
            <a:ext cx="151272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GB" sz="1100" spc="-1" strike="noStrike" cap="all">
                <a:solidFill>
                  <a:srgbClr val="00a6d6"/>
                </a:solidFill>
                <a:latin typeface="Arial"/>
                <a:ea typeface="Arial"/>
              </a:rPr>
              <a:t>secondary colors</a:t>
            </a:r>
            <a:endParaRPr b="0" lang="en-US" sz="1100" spc="-1" strike="noStrike">
              <a:latin typeface="Arial"/>
            </a:endParaRPr>
          </a:p>
        </p:txBody>
      </p:sp>
      <p:grpSp>
        <p:nvGrpSpPr>
          <p:cNvPr id="14" name="Groep 32"/>
          <p:cNvGrpSpPr/>
          <p:nvPr/>
        </p:nvGrpSpPr>
        <p:grpSpPr>
          <a:xfrm>
            <a:off x="9687960" y="-411120"/>
            <a:ext cx="2503800" cy="179640"/>
            <a:chOff x="9687960" y="-411120"/>
            <a:chExt cx="2503800" cy="179640"/>
          </a:xfrm>
        </p:grpSpPr>
        <p:sp>
          <p:nvSpPr>
            <p:cNvPr id="15" name="Rechthoek 10"/>
            <p:cNvSpPr/>
            <p:nvPr/>
          </p:nvSpPr>
          <p:spPr>
            <a:xfrm>
              <a:off x="12012120" y="-411120"/>
              <a:ext cx="179640" cy="179640"/>
            </a:xfrm>
            <a:prstGeom prst="rect">
              <a:avLst/>
            </a:prstGeom>
            <a:solidFill>
              <a:srgbClr val="009b77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6" name="Rechthoek 13"/>
            <p:cNvSpPr/>
            <p:nvPr/>
          </p:nvSpPr>
          <p:spPr>
            <a:xfrm>
              <a:off x="11782080" y="-411120"/>
              <a:ext cx="179640" cy="179640"/>
            </a:xfrm>
            <a:prstGeom prst="rect">
              <a:avLst/>
            </a:prstGeom>
            <a:solidFill>
              <a:srgbClr val="6cc24a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" name="Rechthoek 18"/>
            <p:cNvSpPr/>
            <p:nvPr/>
          </p:nvSpPr>
          <p:spPr>
            <a:xfrm>
              <a:off x="11552040" y="-411120"/>
              <a:ext cx="179640" cy="179640"/>
            </a:xfrm>
            <a:prstGeom prst="rect">
              <a:avLst/>
            </a:prstGeom>
            <a:solidFill>
              <a:srgbClr val="ffb81c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" name="Rechthoek 21"/>
            <p:cNvSpPr/>
            <p:nvPr/>
          </p:nvSpPr>
          <p:spPr>
            <a:xfrm>
              <a:off x="11315880" y="-411120"/>
              <a:ext cx="179640" cy="179640"/>
            </a:xfrm>
            <a:prstGeom prst="rect">
              <a:avLst/>
            </a:prstGeom>
            <a:solidFill>
              <a:srgbClr val="ec684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" name="Rechthoek 22"/>
            <p:cNvSpPr/>
            <p:nvPr/>
          </p:nvSpPr>
          <p:spPr>
            <a:xfrm>
              <a:off x="11086200" y="-411120"/>
              <a:ext cx="179640" cy="179640"/>
            </a:xfrm>
            <a:prstGeom prst="rect">
              <a:avLst/>
            </a:prstGeom>
            <a:solidFill>
              <a:srgbClr val="e03c3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0" name="Rechthoek 23"/>
            <p:cNvSpPr/>
            <p:nvPr/>
          </p:nvSpPr>
          <p:spPr>
            <a:xfrm>
              <a:off x="10856160" y="-411120"/>
              <a:ext cx="179640" cy="179640"/>
            </a:xfrm>
            <a:prstGeom prst="rect">
              <a:avLst/>
            </a:prstGeom>
            <a:solidFill>
              <a:srgbClr val="a50034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1" name="Rechthoek 24"/>
            <p:cNvSpPr/>
            <p:nvPr/>
          </p:nvSpPr>
          <p:spPr>
            <a:xfrm>
              <a:off x="10620000" y="-411120"/>
              <a:ext cx="179640" cy="179640"/>
            </a:xfrm>
            <a:prstGeom prst="rect">
              <a:avLst/>
            </a:prstGeom>
            <a:solidFill>
              <a:srgbClr val="ef60a3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2" name="Rechthoek 25"/>
            <p:cNvSpPr/>
            <p:nvPr/>
          </p:nvSpPr>
          <p:spPr>
            <a:xfrm>
              <a:off x="10383840" y="-411120"/>
              <a:ext cx="179640" cy="179640"/>
            </a:xfrm>
            <a:prstGeom prst="rect">
              <a:avLst/>
            </a:prstGeom>
            <a:solidFill>
              <a:srgbClr val="6f1d77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" name="Rechthoek 26"/>
            <p:cNvSpPr/>
            <p:nvPr/>
          </p:nvSpPr>
          <p:spPr>
            <a:xfrm>
              <a:off x="10153800" y="-411120"/>
              <a:ext cx="179640" cy="179640"/>
            </a:xfrm>
            <a:prstGeom prst="rect">
              <a:avLst/>
            </a:prstGeom>
            <a:solidFill>
              <a:srgbClr val="0076c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4" name="Rechthoek 30"/>
            <p:cNvSpPr/>
            <p:nvPr/>
          </p:nvSpPr>
          <p:spPr>
            <a:xfrm>
              <a:off x="9924120" y="-411120"/>
              <a:ext cx="179640" cy="179640"/>
            </a:xfrm>
            <a:prstGeom prst="rect">
              <a:avLst/>
            </a:prstGeom>
            <a:solidFill>
              <a:srgbClr val="00b8c8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5" name="Rechthoek 31"/>
            <p:cNvSpPr/>
            <p:nvPr/>
          </p:nvSpPr>
          <p:spPr>
            <a:xfrm>
              <a:off x="9687960" y="-411120"/>
              <a:ext cx="179640" cy="179640"/>
            </a:xfrm>
            <a:prstGeom prst="rect">
              <a:avLst/>
            </a:prstGeom>
            <a:solidFill>
              <a:srgbClr val="0c2340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26" name="Groep 50"/>
          <p:cNvGrpSpPr/>
          <p:nvPr/>
        </p:nvGrpSpPr>
        <p:grpSpPr>
          <a:xfrm>
            <a:off x="721080" y="6216840"/>
            <a:ext cx="960840" cy="381240"/>
            <a:chOff x="721080" y="6216840"/>
            <a:chExt cx="960840" cy="381240"/>
          </a:xfrm>
        </p:grpSpPr>
        <p:sp>
          <p:nvSpPr>
            <p:cNvPr id="27" name="Vrije vorm: vorm 42"/>
            <p:cNvSpPr/>
            <p:nvPr/>
          </p:nvSpPr>
          <p:spPr>
            <a:xfrm>
              <a:off x="911520" y="6405480"/>
              <a:ext cx="176760" cy="192240"/>
            </a:xfrm>
            <a:custGeom>
              <a:avLst/>
              <a:gdLst/>
              <a:ahLst/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solidFill>
              <a:srgbClr val="00a6d6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" name="Vrije vorm: vorm 43"/>
            <p:cNvSpPr/>
            <p:nvPr/>
          </p:nvSpPr>
          <p:spPr>
            <a:xfrm>
              <a:off x="721080" y="6405480"/>
              <a:ext cx="165960" cy="188280"/>
            </a:xfrm>
            <a:custGeom>
              <a:avLst/>
              <a:gdLst/>
              <a:ahLst/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" name="Vrije vorm: vorm 44"/>
            <p:cNvSpPr/>
            <p:nvPr/>
          </p:nvSpPr>
          <p:spPr>
            <a:xfrm>
              <a:off x="771120" y="6216840"/>
              <a:ext cx="174960" cy="176760"/>
            </a:xfrm>
            <a:custGeom>
              <a:avLst/>
              <a:gdLst/>
              <a:ahLst/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" name="Vrije vorm: vorm 45"/>
            <p:cNvSpPr/>
            <p:nvPr/>
          </p:nvSpPr>
          <p:spPr>
            <a:xfrm>
              <a:off x="1315080" y="6459120"/>
              <a:ext cx="116280" cy="138960"/>
            </a:xfrm>
            <a:custGeom>
              <a:avLst/>
              <a:gdLst/>
              <a:ahLst/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" name="Vrije vorm: vorm 46"/>
            <p:cNvSpPr/>
            <p:nvPr/>
          </p:nvSpPr>
          <p:spPr>
            <a:xfrm>
              <a:off x="1461240" y="6405480"/>
              <a:ext cx="24120" cy="188280"/>
            </a:xfrm>
            <a:custGeom>
              <a:avLst/>
              <a:gdLst/>
              <a:ahLst/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" name="Vrije vorm: vorm 47"/>
            <p:cNvSpPr/>
            <p:nvPr/>
          </p:nvSpPr>
          <p:spPr>
            <a:xfrm>
              <a:off x="1512720" y="6401520"/>
              <a:ext cx="82440" cy="192240"/>
            </a:xfrm>
            <a:custGeom>
              <a:avLst/>
              <a:gdLst/>
              <a:ahLst/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" name="Vrije vorm: vorm 48"/>
            <p:cNvSpPr/>
            <p:nvPr/>
          </p:nvSpPr>
          <p:spPr>
            <a:xfrm>
              <a:off x="1605960" y="6427440"/>
              <a:ext cx="75960" cy="170640"/>
            </a:xfrm>
            <a:custGeom>
              <a:avLst/>
              <a:gdLst/>
              <a:ahLst/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" name="Vrije vorm: vorm 49"/>
            <p:cNvSpPr/>
            <p:nvPr/>
          </p:nvSpPr>
          <p:spPr>
            <a:xfrm>
              <a:off x="1140480" y="6405480"/>
              <a:ext cx="150840" cy="188280"/>
            </a:xfrm>
            <a:custGeom>
              <a:avLst/>
              <a:gdLst/>
              <a:ahLst/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5" name="Vrije vorm: vorm 19"/>
          <p:cNvSpPr/>
          <p:nvPr/>
        </p:nvSpPr>
        <p:spPr>
          <a:xfrm>
            <a:off x="-10800" y="0"/>
            <a:ext cx="12202560" cy="6857640"/>
          </a:xfrm>
          <a:custGeom>
            <a:avLst/>
            <a:gdLst/>
            <a:ahLst/>
            <a:rect l="l" t="t" r="r" b="b"/>
            <a:pathLst>
              <a:path w="12202751" h="6858000">
                <a:moveTo>
                  <a:pt x="9196825" y="6253791"/>
                </a:moveTo>
                <a:cubicBezTo>
                  <a:pt x="9207202" y="6254820"/>
                  <a:pt x="9217676" y="6257130"/>
                  <a:pt x="9228283" y="6260764"/>
                </a:cubicBezTo>
                <a:cubicBezTo>
                  <a:pt x="9307834" y="6289395"/>
                  <a:pt x="9333091" y="6516346"/>
                  <a:pt x="9319129" y="6797771"/>
                </a:cubicBezTo>
                <a:lnTo>
                  <a:pt x="9315062" y="6858000"/>
                </a:lnTo>
                <a:lnTo>
                  <a:pt x="8712780" y="6858000"/>
                </a:lnTo>
                <a:lnTo>
                  <a:pt x="8752852" y="6786092"/>
                </a:lnTo>
                <a:cubicBezTo>
                  <a:pt x="8924836" y="6476801"/>
                  <a:pt x="9040774" y="6272774"/>
                  <a:pt x="9165949" y="6254507"/>
                </a:cubicBezTo>
                <a:cubicBezTo>
                  <a:pt x="9176167" y="6253017"/>
                  <a:pt x="9186447" y="6252763"/>
                  <a:pt x="9196825" y="6253791"/>
                </a:cubicBezTo>
                <a:close/>
                <a:moveTo>
                  <a:pt x="6322661" y="860036"/>
                </a:moveTo>
                <a:cubicBezTo>
                  <a:pt x="6359190" y="857387"/>
                  <a:pt x="6388114" y="876530"/>
                  <a:pt x="6406295" y="923793"/>
                </a:cubicBezTo>
                <a:cubicBezTo>
                  <a:pt x="6454783" y="1049825"/>
                  <a:pt x="6420842" y="1229178"/>
                  <a:pt x="6343263" y="1578190"/>
                </a:cubicBezTo>
                <a:cubicBezTo>
                  <a:pt x="5856638" y="3709453"/>
                  <a:pt x="3958041" y="5234882"/>
                  <a:pt x="3612233" y="6735009"/>
                </a:cubicBezTo>
                <a:lnTo>
                  <a:pt x="3592717" y="6858000"/>
                </a:lnTo>
                <a:lnTo>
                  <a:pt x="0" y="6858000"/>
                </a:lnTo>
                <a:lnTo>
                  <a:pt x="0" y="6632489"/>
                </a:lnTo>
                <a:lnTo>
                  <a:pt x="339610" y="6322172"/>
                </a:lnTo>
                <a:cubicBezTo>
                  <a:pt x="2196386" y="4691797"/>
                  <a:pt x="4577580" y="3447091"/>
                  <a:pt x="5674132" y="1607274"/>
                </a:cubicBezTo>
                <a:cubicBezTo>
                  <a:pt x="5863234" y="1292194"/>
                  <a:pt x="6164370" y="871513"/>
                  <a:pt x="6322661" y="860036"/>
                </a:cubicBezTo>
                <a:close/>
                <a:moveTo>
                  <a:pt x="11650950" y="0"/>
                </a:moveTo>
                <a:lnTo>
                  <a:pt x="12202751" y="0"/>
                </a:lnTo>
                <a:lnTo>
                  <a:pt x="12202751" y="4442690"/>
                </a:lnTo>
                <a:lnTo>
                  <a:pt x="12090669" y="4422014"/>
                </a:lnTo>
                <a:cubicBezTo>
                  <a:pt x="11211465" y="4223417"/>
                  <a:pt x="10568413" y="3552240"/>
                  <a:pt x="10571396" y="2213198"/>
                </a:cubicBezTo>
                <a:cubicBezTo>
                  <a:pt x="10572439" y="1498198"/>
                  <a:pt x="10939503" y="807920"/>
                  <a:pt x="11525799" y="135882"/>
                </a:cubicBezTo>
                <a:close/>
                <a:moveTo>
                  <a:pt x="0" y="0"/>
                </a:moveTo>
                <a:lnTo>
                  <a:pt x="2054194" y="0"/>
                </a:lnTo>
                <a:lnTo>
                  <a:pt x="1941123" y="75811"/>
                </a:lnTo>
                <a:cubicBezTo>
                  <a:pt x="1355823" y="476321"/>
                  <a:pt x="767225" y="928929"/>
                  <a:pt x="206525" y="1437904"/>
                </a:cubicBezTo>
                <a:lnTo>
                  <a:pt x="0" y="1632346"/>
                </a:lnTo>
                <a:close/>
              </a:path>
            </a:pathLst>
          </a:custGeom>
          <a:solidFill>
            <a:srgbClr val="00b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44000" rIns="144000" tIns="144000" bIns="144000" anchor="ctr">
            <a:noAutofit/>
          </a:bodyPr>
          <a:p>
            <a:pPr algn="ctr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None/>
            </a:pPr>
            <a:r>
              <a:rPr b="0" lang="en-GB" sz="1600" spc="-1" strike="noStrike">
                <a:solidFill>
                  <a:srgbClr val="ffffff"/>
                </a:solidFill>
                <a:latin typeface="Arial"/>
                <a:ea typeface="Arial"/>
              </a:rPr>
              <a:t> 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0" y="-863280"/>
            <a:ext cx="1989720" cy="1145160"/>
          </a:xfrm>
          <a:prstGeom prst="rect">
            <a:avLst/>
          </a:prstGeom>
          <a:noFill/>
          <a:ln w="12600">
            <a:noFill/>
          </a:ln>
        </p:spPr>
        <p:txBody>
          <a:bodyPr numCol="1" spcCol="0"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GB" sz="1800" spc="-1" strike="noStrike">
                <a:solidFill>
                  <a:srgbClr val="00a6d6"/>
                </a:solidFill>
                <a:latin typeface="Arial"/>
                <a:ea typeface="Arial"/>
              </a:rPr>
              <a:t>Title slide + image</a:t>
            </a:r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7" name="Graphic 4"/>
          <p:cNvGrpSpPr/>
          <p:nvPr/>
        </p:nvGrpSpPr>
        <p:grpSpPr>
          <a:xfrm>
            <a:off x="721080" y="437400"/>
            <a:ext cx="1530000" cy="594000"/>
            <a:chOff x="721080" y="437400"/>
            <a:chExt cx="1530000" cy="594000"/>
          </a:xfrm>
        </p:grpSpPr>
        <p:sp>
          <p:nvSpPr>
            <p:cNvPr id="38" name="Vrije vorm: vorm 8"/>
            <p:cNvSpPr/>
            <p:nvPr/>
          </p:nvSpPr>
          <p:spPr>
            <a:xfrm>
              <a:off x="1026000" y="730080"/>
              <a:ext cx="279720" cy="299880"/>
            </a:xfrm>
            <a:custGeom>
              <a:avLst/>
              <a:gdLst/>
              <a:ahLst/>
              <a:rect l="l" t="t" r="r" b="b"/>
              <a:pathLst>
                <a:path w="258644" h="277455">
                  <a:moveTo>
                    <a:pt x="129322" y="224847"/>
                  </a:moveTo>
                  <a:cubicBezTo>
                    <a:pt x="164907" y="224847"/>
                    <a:pt x="183307" y="200713"/>
                    <a:pt x="183307" y="167897"/>
                  </a:cubicBezTo>
                  <a:lnTo>
                    <a:pt x="183307" y="0"/>
                  </a:lnTo>
                  <a:lnTo>
                    <a:pt x="258644" y="0"/>
                  </a:lnTo>
                  <a:lnTo>
                    <a:pt x="258644" y="172238"/>
                  </a:lnTo>
                  <a:cubicBezTo>
                    <a:pt x="257255" y="247592"/>
                    <a:pt x="197542" y="277456"/>
                    <a:pt x="129322" y="277456"/>
                  </a:cubicBezTo>
                  <a:cubicBezTo>
                    <a:pt x="61102" y="277456"/>
                    <a:pt x="0" y="247592"/>
                    <a:pt x="0" y="172238"/>
                  </a:cubicBezTo>
                  <a:lnTo>
                    <a:pt x="0" y="174"/>
                  </a:lnTo>
                  <a:lnTo>
                    <a:pt x="75337" y="174"/>
                  </a:lnTo>
                  <a:lnTo>
                    <a:pt x="75337" y="168071"/>
                  </a:lnTo>
                  <a:cubicBezTo>
                    <a:pt x="73948" y="200713"/>
                    <a:pt x="93910" y="224847"/>
                    <a:pt x="129322" y="224847"/>
                  </a:cubicBezTo>
                  <a:close/>
                </a:path>
              </a:pathLst>
            </a:custGeom>
            <a:solidFill>
              <a:srgbClr val="ffffff"/>
            </a:solidFill>
            <a:ln w="1731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" name="Vrije vorm: vorm 9"/>
            <p:cNvSpPr/>
            <p:nvPr/>
          </p:nvSpPr>
          <p:spPr>
            <a:xfrm>
              <a:off x="721080" y="730080"/>
              <a:ext cx="264600" cy="293760"/>
            </a:xfrm>
            <a:custGeom>
              <a:avLst/>
              <a:gdLst/>
              <a:ahLst/>
              <a:rect l="l" t="t" r="r" b="b"/>
              <a:pathLst>
                <a:path w="244583" h="271726">
                  <a:moveTo>
                    <a:pt x="85405" y="271726"/>
                  </a:moveTo>
                  <a:lnTo>
                    <a:pt x="160741" y="271726"/>
                  </a:lnTo>
                  <a:lnTo>
                    <a:pt x="160741" y="52609"/>
                  </a:lnTo>
                  <a:lnTo>
                    <a:pt x="244583" y="52609"/>
                  </a:lnTo>
                  <a:lnTo>
                    <a:pt x="244583" y="0"/>
                  </a:lnTo>
                  <a:lnTo>
                    <a:pt x="0" y="0"/>
                  </a:lnTo>
                  <a:lnTo>
                    <a:pt x="0" y="52609"/>
                  </a:lnTo>
                  <a:lnTo>
                    <a:pt x="85405" y="52609"/>
                  </a:lnTo>
                  <a:close/>
                </a:path>
              </a:pathLst>
            </a:custGeom>
            <a:solidFill>
              <a:srgbClr val="ffffff"/>
            </a:solidFill>
            <a:ln w="1731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" name="Vrije vorm: vorm 10"/>
            <p:cNvSpPr/>
            <p:nvPr/>
          </p:nvSpPr>
          <p:spPr>
            <a:xfrm>
              <a:off x="802440" y="437400"/>
              <a:ext cx="277920" cy="274680"/>
            </a:xfrm>
            <a:custGeom>
              <a:avLst/>
              <a:gdLst/>
              <a:ahLst/>
              <a:rect l="l" t="t" r="r" b="b"/>
              <a:pathLst>
                <a:path w="256862" h="254189">
                  <a:moveTo>
                    <a:pt x="190726" y="138033"/>
                  </a:moveTo>
                  <a:cubicBezTo>
                    <a:pt x="172326" y="143763"/>
                    <a:pt x="153752" y="139422"/>
                    <a:pt x="153752" y="115288"/>
                  </a:cubicBezTo>
                  <a:cubicBezTo>
                    <a:pt x="153752" y="78306"/>
                    <a:pt x="241934" y="47053"/>
                    <a:pt x="254780" y="14237"/>
                  </a:cubicBezTo>
                  <a:cubicBezTo>
                    <a:pt x="257557" y="5730"/>
                    <a:pt x="257557" y="0"/>
                    <a:pt x="254780" y="0"/>
                  </a:cubicBezTo>
                  <a:cubicBezTo>
                    <a:pt x="252002" y="0"/>
                    <a:pt x="254780" y="4341"/>
                    <a:pt x="247663" y="9897"/>
                  </a:cubicBezTo>
                  <a:cubicBezTo>
                    <a:pt x="210689" y="46879"/>
                    <a:pt x="149586" y="46879"/>
                    <a:pt x="102718" y="66846"/>
                  </a:cubicBezTo>
                  <a:cubicBezTo>
                    <a:pt x="71472" y="81084"/>
                    <a:pt x="-18098" y="123796"/>
                    <a:pt x="3253" y="217555"/>
                  </a:cubicBezTo>
                  <a:cubicBezTo>
                    <a:pt x="4642" y="221895"/>
                    <a:pt x="7593" y="237522"/>
                    <a:pt x="10370" y="237522"/>
                  </a:cubicBezTo>
                  <a:cubicBezTo>
                    <a:pt x="13147" y="237522"/>
                    <a:pt x="13147" y="229014"/>
                    <a:pt x="13147" y="217555"/>
                  </a:cubicBezTo>
                  <a:cubicBezTo>
                    <a:pt x="13147" y="160605"/>
                    <a:pt x="78589" y="144978"/>
                    <a:pt x="101329" y="107996"/>
                  </a:cubicBezTo>
                  <a:cubicBezTo>
                    <a:pt x="104107" y="103655"/>
                    <a:pt x="108446" y="98099"/>
                    <a:pt x="109835" y="100877"/>
                  </a:cubicBezTo>
                  <a:cubicBezTo>
                    <a:pt x="109835" y="102266"/>
                    <a:pt x="109835" y="103655"/>
                    <a:pt x="109835" y="107996"/>
                  </a:cubicBezTo>
                  <a:cubicBezTo>
                    <a:pt x="102718" y="137860"/>
                    <a:pt x="71472" y="157827"/>
                    <a:pt x="79978" y="179183"/>
                  </a:cubicBezTo>
                  <a:cubicBezTo>
                    <a:pt x="91435" y="207658"/>
                    <a:pt x="125458" y="186302"/>
                    <a:pt x="135352" y="167724"/>
                  </a:cubicBezTo>
                  <a:cubicBezTo>
                    <a:pt x="138130" y="163383"/>
                    <a:pt x="139692" y="159216"/>
                    <a:pt x="141081" y="160605"/>
                  </a:cubicBezTo>
                  <a:cubicBezTo>
                    <a:pt x="142469" y="160605"/>
                    <a:pt x="142469" y="166335"/>
                    <a:pt x="141081" y="172064"/>
                  </a:cubicBezTo>
                  <a:cubicBezTo>
                    <a:pt x="135352" y="204706"/>
                    <a:pt x="128235" y="223284"/>
                    <a:pt x="104107" y="241689"/>
                  </a:cubicBezTo>
                  <a:cubicBezTo>
                    <a:pt x="96990" y="247418"/>
                    <a:pt x="84144" y="248807"/>
                    <a:pt x="85706" y="253148"/>
                  </a:cubicBezTo>
                  <a:cubicBezTo>
                    <a:pt x="85706" y="254537"/>
                    <a:pt x="91435" y="254537"/>
                    <a:pt x="95601" y="253148"/>
                  </a:cubicBezTo>
                  <a:cubicBezTo>
                    <a:pt x="159654" y="248807"/>
                    <a:pt x="212251" y="174842"/>
                    <a:pt x="226485" y="125185"/>
                  </a:cubicBezTo>
                  <a:cubicBezTo>
                    <a:pt x="227874" y="122407"/>
                    <a:pt x="227874" y="118066"/>
                    <a:pt x="226485" y="116677"/>
                  </a:cubicBezTo>
                  <a:cubicBezTo>
                    <a:pt x="225097" y="115288"/>
                    <a:pt x="222146" y="118066"/>
                    <a:pt x="219368" y="121018"/>
                  </a:cubicBezTo>
                  <a:cubicBezTo>
                    <a:pt x="209127" y="128137"/>
                    <a:pt x="200621" y="133866"/>
                    <a:pt x="190726" y="138033"/>
                  </a:cubicBezTo>
                  <a:close/>
                </a:path>
              </a:pathLst>
            </a:custGeom>
            <a:solidFill>
              <a:srgbClr val="ffffff"/>
            </a:solidFill>
            <a:ln w="1731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" name="Vrije vorm: vorm 11"/>
            <p:cNvSpPr/>
            <p:nvPr/>
          </p:nvSpPr>
          <p:spPr>
            <a:xfrm>
              <a:off x="1664640" y="813600"/>
              <a:ext cx="185760" cy="216720"/>
            </a:xfrm>
            <a:custGeom>
              <a:avLst/>
              <a:gdLst/>
              <a:ahLst/>
              <a:rect l="l" t="t" r="r" b="b"/>
              <a:pathLst>
                <a:path w="172024" h="200539">
                  <a:moveTo>
                    <a:pt x="38363" y="82299"/>
                  </a:moveTo>
                  <a:cubicBezTo>
                    <a:pt x="38363" y="52435"/>
                    <a:pt x="56763" y="25350"/>
                    <a:pt x="86620" y="25350"/>
                  </a:cubicBezTo>
                  <a:cubicBezTo>
                    <a:pt x="120816" y="25350"/>
                    <a:pt x="134877" y="49484"/>
                    <a:pt x="134877" y="82299"/>
                  </a:cubicBezTo>
                  <a:lnTo>
                    <a:pt x="38363" y="82299"/>
                  </a:lnTo>
                  <a:close/>
                  <a:moveTo>
                    <a:pt x="172024" y="106607"/>
                  </a:moveTo>
                  <a:lnTo>
                    <a:pt x="172024" y="89591"/>
                  </a:lnTo>
                  <a:cubicBezTo>
                    <a:pt x="172024" y="36983"/>
                    <a:pt x="142167" y="0"/>
                    <a:pt x="88182" y="0"/>
                  </a:cubicBezTo>
                  <a:cubicBezTo>
                    <a:pt x="28468" y="0"/>
                    <a:pt x="0" y="46879"/>
                    <a:pt x="0" y="102440"/>
                  </a:cubicBezTo>
                  <a:cubicBezTo>
                    <a:pt x="0" y="158001"/>
                    <a:pt x="24128" y="200539"/>
                    <a:pt x="85231" y="200539"/>
                  </a:cubicBezTo>
                  <a:cubicBezTo>
                    <a:pt x="130711" y="200539"/>
                    <a:pt x="163518" y="179183"/>
                    <a:pt x="169073" y="136471"/>
                  </a:cubicBezTo>
                  <a:lnTo>
                    <a:pt x="130711" y="136471"/>
                  </a:lnTo>
                  <a:cubicBezTo>
                    <a:pt x="126371" y="163557"/>
                    <a:pt x="112310" y="174842"/>
                    <a:pt x="85231" y="174842"/>
                  </a:cubicBezTo>
                  <a:cubicBezTo>
                    <a:pt x="48257" y="174842"/>
                    <a:pt x="36974" y="142200"/>
                    <a:pt x="36974" y="107996"/>
                  </a:cubicBezTo>
                  <a:lnTo>
                    <a:pt x="172024" y="107996"/>
                  </a:lnTo>
                  <a:lnTo>
                    <a:pt x="172024" y="106607"/>
                  </a:lnTo>
                  <a:close/>
                </a:path>
              </a:pathLst>
            </a:custGeom>
            <a:solidFill>
              <a:srgbClr val="ffffff"/>
            </a:solidFill>
            <a:ln w="1731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" name="Vrije vorm: vorm 12"/>
            <p:cNvSpPr/>
            <p:nvPr/>
          </p:nvSpPr>
          <p:spPr>
            <a:xfrm>
              <a:off x="1897200" y="730080"/>
              <a:ext cx="38160" cy="293760"/>
            </a:xfrm>
            <a:custGeom>
              <a:avLst/>
              <a:gdLst/>
              <a:ahLst/>
              <a:rect l="l" t="t" r="r" b="b"/>
              <a:pathLst>
                <a:path w="35585" h="271552">
                  <a:moveTo>
                    <a:pt x="0" y="0"/>
                  </a:moveTo>
                  <a:lnTo>
                    <a:pt x="35585" y="0"/>
                  </a:lnTo>
                  <a:lnTo>
                    <a:pt x="35585" y="271552"/>
                  </a:lnTo>
                  <a:lnTo>
                    <a:pt x="0" y="271552"/>
                  </a:lnTo>
                  <a:close/>
                </a:path>
              </a:pathLst>
            </a:custGeom>
            <a:solidFill>
              <a:srgbClr val="ffffff"/>
            </a:solidFill>
            <a:ln w="1731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" name="Vrije vorm: vorm 13"/>
            <p:cNvSpPr/>
            <p:nvPr/>
          </p:nvSpPr>
          <p:spPr>
            <a:xfrm>
              <a:off x="1980360" y="722520"/>
              <a:ext cx="132120" cy="301320"/>
            </a:xfrm>
            <a:custGeom>
              <a:avLst/>
              <a:gdLst/>
              <a:ahLst/>
              <a:rect l="l" t="t" r="r" b="b"/>
              <a:pathLst>
                <a:path w="122204" h="278671">
                  <a:moveTo>
                    <a:pt x="72559" y="278671"/>
                  </a:moveTo>
                  <a:lnTo>
                    <a:pt x="72559" y="113726"/>
                  </a:lnTo>
                  <a:lnTo>
                    <a:pt x="116650" y="113726"/>
                  </a:lnTo>
                  <a:lnTo>
                    <a:pt x="116650" y="88202"/>
                  </a:lnTo>
                  <a:lnTo>
                    <a:pt x="72559" y="88202"/>
                  </a:lnTo>
                  <a:lnTo>
                    <a:pt x="72559" y="58339"/>
                  </a:lnTo>
                  <a:cubicBezTo>
                    <a:pt x="72559" y="36983"/>
                    <a:pt x="82454" y="32816"/>
                    <a:pt x="103805" y="32816"/>
                  </a:cubicBezTo>
                  <a:cubicBezTo>
                    <a:pt x="109533" y="32816"/>
                    <a:pt x="115262" y="34205"/>
                    <a:pt x="122205" y="34205"/>
                  </a:cubicBezTo>
                  <a:lnTo>
                    <a:pt x="122205" y="4341"/>
                  </a:lnTo>
                  <a:cubicBezTo>
                    <a:pt x="113699" y="2952"/>
                    <a:pt x="105194" y="0"/>
                    <a:pt x="96688" y="0"/>
                  </a:cubicBezTo>
                  <a:cubicBezTo>
                    <a:pt x="62491" y="0"/>
                    <a:pt x="36974" y="17015"/>
                    <a:pt x="36974" y="52609"/>
                  </a:cubicBezTo>
                  <a:lnTo>
                    <a:pt x="36974" y="88202"/>
                  </a:lnTo>
                  <a:lnTo>
                    <a:pt x="0" y="88202"/>
                  </a:lnTo>
                  <a:lnTo>
                    <a:pt x="0" y="113726"/>
                  </a:lnTo>
                  <a:lnTo>
                    <a:pt x="36974" y="113726"/>
                  </a:lnTo>
                  <a:lnTo>
                    <a:pt x="36974" y="278671"/>
                  </a:lnTo>
                  <a:lnTo>
                    <a:pt x="72559" y="278671"/>
                  </a:lnTo>
                  <a:close/>
                </a:path>
              </a:pathLst>
            </a:custGeom>
            <a:solidFill>
              <a:srgbClr val="ffffff"/>
            </a:solidFill>
            <a:ln w="1731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" name="Vrije vorm: vorm 14"/>
            <p:cNvSpPr/>
            <p:nvPr/>
          </p:nvSpPr>
          <p:spPr>
            <a:xfrm>
              <a:off x="2128320" y="765720"/>
              <a:ext cx="122760" cy="265680"/>
            </a:xfrm>
            <a:custGeom>
              <a:avLst/>
              <a:gdLst/>
              <a:ahLst/>
              <a:rect l="l" t="t" r="r" b="b"/>
              <a:pathLst>
                <a:path w="113699" h="245855">
                  <a:moveTo>
                    <a:pt x="0" y="49657"/>
                  </a:moveTo>
                  <a:lnTo>
                    <a:pt x="0" y="75180"/>
                  </a:lnTo>
                  <a:lnTo>
                    <a:pt x="32634" y="75180"/>
                  </a:lnTo>
                  <a:lnTo>
                    <a:pt x="32634" y="196025"/>
                  </a:lnTo>
                  <a:cubicBezTo>
                    <a:pt x="32634" y="221548"/>
                    <a:pt x="32634" y="245856"/>
                    <a:pt x="86620" y="245856"/>
                  </a:cubicBezTo>
                  <a:cubicBezTo>
                    <a:pt x="95125" y="245856"/>
                    <a:pt x="102243" y="244467"/>
                    <a:pt x="110748" y="243078"/>
                  </a:cubicBezTo>
                  <a:lnTo>
                    <a:pt x="110748" y="215992"/>
                  </a:lnTo>
                  <a:cubicBezTo>
                    <a:pt x="105020" y="217381"/>
                    <a:pt x="97903" y="218770"/>
                    <a:pt x="92348" y="218770"/>
                  </a:cubicBezTo>
                  <a:cubicBezTo>
                    <a:pt x="79503" y="218770"/>
                    <a:pt x="69608" y="211651"/>
                    <a:pt x="69608" y="198803"/>
                  </a:cubicBezTo>
                  <a:lnTo>
                    <a:pt x="69608" y="76743"/>
                  </a:lnTo>
                  <a:lnTo>
                    <a:pt x="113699" y="76743"/>
                  </a:lnTo>
                  <a:lnTo>
                    <a:pt x="113699" y="51220"/>
                  </a:lnTo>
                  <a:lnTo>
                    <a:pt x="69608" y="51220"/>
                  </a:lnTo>
                  <a:lnTo>
                    <a:pt x="69608" y="0"/>
                  </a:lnTo>
                  <a:lnTo>
                    <a:pt x="34023" y="11459"/>
                  </a:lnTo>
                  <a:lnTo>
                    <a:pt x="34023" y="51220"/>
                  </a:lnTo>
                  <a:lnTo>
                    <a:pt x="0" y="49657"/>
                  </a:lnTo>
                  <a:close/>
                </a:path>
              </a:pathLst>
            </a:custGeom>
            <a:solidFill>
              <a:srgbClr val="ffffff"/>
            </a:solidFill>
            <a:ln w="1731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" name="Vrije vorm: vorm 15"/>
            <p:cNvSpPr/>
            <p:nvPr/>
          </p:nvSpPr>
          <p:spPr>
            <a:xfrm>
              <a:off x="1387800" y="729000"/>
              <a:ext cx="239760" cy="295200"/>
            </a:xfrm>
            <a:custGeom>
              <a:avLst/>
              <a:gdLst/>
              <a:ahLst/>
              <a:rect l="l" t="t" r="r" b="b"/>
              <a:pathLst>
                <a:path w="221843" h="272941">
                  <a:moveTo>
                    <a:pt x="0" y="272941"/>
                  </a:moveTo>
                  <a:lnTo>
                    <a:pt x="93910" y="272941"/>
                  </a:lnTo>
                  <a:cubicBezTo>
                    <a:pt x="210561" y="272941"/>
                    <a:pt x="221844" y="174842"/>
                    <a:pt x="221844" y="136471"/>
                  </a:cubicBezTo>
                  <a:cubicBezTo>
                    <a:pt x="221844" y="99488"/>
                    <a:pt x="208998" y="0"/>
                    <a:pt x="93910" y="0"/>
                  </a:cubicBezTo>
                  <a:lnTo>
                    <a:pt x="0" y="0"/>
                  </a:lnTo>
                  <a:lnTo>
                    <a:pt x="0" y="272941"/>
                  </a:lnTo>
                  <a:close/>
                  <a:moveTo>
                    <a:pt x="38363" y="32468"/>
                  </a:moveTo>
                  <a:lnTo>
                    <a:pt x="93737" y="32468"/>
                  </a:lnTo>
                  <a:cubicBezTo>
                    <a:pt x="156228" y="32468"/>
                    <a:pt x="183307" y="79347"/>
                    <a:pt x="183307" y="136297"/>
                  </a:cubicBezTo>
                  <a:cubicBezTo>
                    <a:pt x="183307" y="193247"/>
                    <a:pt x="157790" y="240126"/>
                    <a:pt x="93737" y="240126"/>
                  </a:cubicBezTo>
                  <a:lnTo>
                    <a:pt x="38363" y="240126"/>
                  </a:lnTo>
                  <a:cubicBezTo>
                    <a:pt x="38363" y="240126"/>
                    <a:pt x="38363" y="32468"/>
                    <a:pt x="38363" y="32468"/>
                  </a:cubicBezTo>
                  <a:close/>
                </a:path>
              </a:pathLst>
            </a:custGeom>
            <a:solidFill>
              <a:srgbClr val="ffffff"/>
            </a:solidFill>
            <a:ln w="1731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719280" y="1306080"/>
            <a:ext cx="5865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ts val="5199"/>
              </a:lnSpc>
              <a:buNone/>
              <a:tabLst>
                <a:tab algn="l" pos="0"/>
              </a:tabLst>
            </a:pPr>
            <a:r>
              <a:rPr b="1" lang="en-GB" sz="4800" spc="-1" strike="noStrike">
                <a:solidFill>
                  <a:srgbClr val="ffffff"/>
                </a:solidFill>
                <a:latin typeface="Arial"/>
                <a:ea typeface="Arial"/>
              </a:rPr>
              <a:t>Title slide</a:t>
            </a:r>
            <a:br>
              <a:rPr sz="4800"/>
            </a:br>
            <a:r>
              <a:rPr b="1" lang="en-GB" sz="4800" spc="-1" strike="noStrike">
                <a:solidFill>
                  <a:srgbClr val="ffffff"/>
                </a:solidFill>
                <a:latin typeface="Arial"/>
                <a:ea typeface="Arial"/>
              </a:rPr>
              <a:t>max. 3 lines</a:t>
            </a:r>
            <a:endParaRPr b="0" lang="nl-NL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719280" y="5404320"/>
            <a:ext cx="587124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  <a:ea typeface="Arial"/>
              </a:rPr>
              <a:t>Subtitle | Name speaker</a:t>
            </a: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1"/>
          </p:nvPr>
        </p:nvSpPr>
        <p:spPr>
          <a:xfrm>
            <a:off x="719280" y="5813640"/>
            <a:ext cx="76572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nl-NL" sz="12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nl-NL" sz="1200" spc="-1" strike="noStrike">
                <a:solidFill>
                  <a:srgbClr val="000000"/>
                </a:solidFill>
                <a:latin typeface="Arial"/>
                <a:ea typeface="Arial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7308360" y="0"/>
            <a:ext cx="4883400" cy="6857640"/>
          </a:xfrm>
          <a:prstGeom prst="rect">
            <a:avLst/>
          </a:prstGeom>
          <a:pattFill prst="openDmnd">
            <a:fgClr>
              <a:srgbClr val="f2f2f2"/>
            </a:fgClr>
            <a:bgClr>
              <a:srgbClr val="d9d9d9"/>
            </a:bgClr>
          </a:pattFill>
          <a:ln w="0">
            <a:noFill/>
          </a:ln>
        </p:spPr>
        <p:txBody>
          <a:bodyPr lIns="90000" rIns="90000" tIns="0" bIns="1260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GB" sz="1200" spc="-1" strike="noStrike">
                <a:solidFill>
                  <a:srgbClr val="808080"/>
                </a:solidFill>
                <a:latin typeface="Arial"/>
                <a:ea typeface="Arial"/>
              </a:rPr>
              <a:t>Select this placeholder, go to the tab ‘Slidebuilder’, </a:t>
            </a:r>
            <a:br>
              <a:rPr sz="1200"/>
            </a:br>
            <a:r>
              <a:rPr b="0" i="1" lang="en-GB" sz="1200" spc="-1" strike="noStrike">
                <a:solidFill>
                  <a:srgbClr val="808080"/>
                </a:solidFill>
                <a:latin typeface="Arial"/>
                <a:ea typeface="Arial"/>
              </a:rPr>
              <a:t>click on ‘Images’, select the preferred image </a:t>
            </a:r>
            <a:br>
              <a:rPr sz="1200"/>
            </a:br>
            <a:r>
              <a:rPr b="0" i="1" lang="en-GB" sz="1200" spc="-1" strike="noStrike">
                <a:solidFill>
                  <a:srgbClr val="808080"/>
                </a:solidFill>
                <a:latin typeface="Arial"/>
                <a:ea typeface="Arial"/>
              </a:rPr>
              <a:t>and click on ‘Insert’.</a:t>
            </a:r>
            <a:endParaRPr b="0" lang="nl-NL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0" name="INSTRUCTION"/>
          <p:cNvGrpSpPr/>
          <p:nvPr/>
        </p:nvGrpSpPr>
        <p:grpSpPr>
          <a:xfrm>
            <a:off x="12377520" y="0"/>
            <a:ext cx="3693240" cy="6639840"/>
            <a:chOff x="12377520" y="0"/>
            <a:chExt cx="3693240" cy="6639840"/>
          </a:xfrm>
        </p:grpSpPr>
        <p:sp>
          <p:nvSpPr>
            <p:cNvPr id="51" name="Rechthoek 6"/>
            <p:cNvSpPr/>
            <p:nvPr/>
          </p:nvSpPr>
          <p:spPr>
            <a:xfrm>
              <a:off x="12377520" y="0"/>
              <a:ext cx="3592800" cy="59914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vertOverflow="overflow" lIns="180000" rIns="180000" tIns="144000" bIns="144000" anchor="t">
              <a:noAutofit/>
            </a:bodyPr>
            <a:p>
              <a:pPr>
                <a:lnSpc>
                  <a:spcPct val="90000"/>
                </a:lnSpc>
                <a:spcBef>
                  <a:spcPts val="601"/>
                </a:spcBef>
                <a:spcAft>
                  <a:spcPts val="601"/>
                </a:spcAft>
                <a:buNone/>
              </a:pPr>
              <a:r>
                <a:rPr b="1" lang="en-GB" sz="1400" spc="-1" strike="noStrike" cap="all">
                  <a:solidFill>
                    <a:srgbClr val="00a6d6"/>
                  </a:solidFill>
                  <a:latin typeface="Calibri"/>
                  <a:ea typeface="Arial"/>
                </a:rPr>
                <a:t>Insert/edit an image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52" name="Ovaal 17"/>
            <p:cNvSpPr/>
            <p:nvPr/>
          </p:nvSpPr>
          <p:spPr>
            <a:xfrm>
              <a:off x="12560040" y="46548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1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53" name="Rechthoek 18"/>
            <p:cNvSpPr/>
            <p:nvPr/>
          </p:nvSpPr>
          <p:spPr>
            <a:xfrm>
              <a:off x="12844440" y="465480"/>
              <a:ext cx="2962440" cy="66780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90000"/>
                </a:lnSpc>
                <a:spcBef>
                  <a:spcPts val="601"/>
                </a:spcBef>
                <a:spcAft>
                  <a:spcPts val="601"/>
                </a:spcAft>
                <a:buNone/>
                <a:tabLst>
                  <a:tab algn="l" pos="0"/>
                </a:tabLst>
              </a:pP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If necessary, delete the existing image</a:t>
              </a:r>
              <a:br>
                <a:rPr sz="1200"/>
              </a:b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by using the </a:t>
              </a:r>
              <a:r>
                <a:rPr b="1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‘Backspace key’</a:t>
              </a: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. Select the placeholder, go to the tab </a:t>
              </a:r>
              <a:r>
                <a:rPr b="1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‘Slidebuilder’</a:t>
              </a: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 and click on the button </a:t>
              </a:r>
              <a:r>
                <a:rPr b="1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‘Images’</a:t>
              </a: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54" name="Ovaal 20"/>
            <p:cNvSpPr/>
            <p:nvPr/>
          </p:nvSpPr>
          <p:spPr>
            <a:xfrm>
              <a:off x="12560040" y="263376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3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55" name="Rechthoek 21"/>
            <p:cNvSpPr/>
            <p:nvPr/>
          </p:nvSpPr>
          <p:spPr>
            <a:xfrm>
              <a:off x="12844440" y="2633760"/>
              <a:ext cx="3125880" cy="46260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90000"/>
                </a:lnSpc>
                <a:spcBef>
                  <a:spcPts val="601"/>
                </a:spcBef>
                <a:spcAft>
                  <a:spcPts val="601"/>
                </a:spcAft>
                <a:buNone/>
                <a:tabLst>
                  <a:tab algn="l" pos="0"/>
                </a:tabLst>
              </a:pP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Click with the right mouse button on the thumbnail display of the slide on the left side </a:t>
              </a:r>
              <a:br>
                <a:rPr sz="1200"/>
              </a:b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of the screen and choose </a:t>
              </a:r>
              <a:r>
                <a:rPr b="1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‘Reset slide’</a:t>
              </a: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56" name="Ovaal 22"/>
            <p:cNvSpPr/>
            <p:nvPr/>
          </p:nvSpPr>
          <p:spPr>
            <a:xfrm>
              <a:off x="12560040" y="422640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4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57" name="Rechthoek 23"/>
            <p:cNvSpPr/>
            <p:nvPr/>
          </p:nvSpPr>
          <p:spPr>
            <a:xfrm>
              <a:off x="12844440" y="4226400"/>
              <a:ext cx="2944440" cy="8204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90000"/>
                </a:lnSpc>
                <a:spcBef>
                  <a:spcPts val="601"/>
                </a:spcBef>
                <a:spcAft>
                  <a:spcPts val="601"/>
                </a:spcAft>
                <a:buNone/>
                <a:tabLst>
                  <a:tab algn="l" pos="0"/>
                </a:tabLst>
              </a:pP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To scale or drag the image, go to the tab </a:t>
              </a:r>
              <a:r>
                <a:rPr b="1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‘Picture Tools - Format’</a:t>
              </a: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 and click on</a:t>
              </a:r>
              <a:br>
                <a:rPr sz="1200"/>
              </a:b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the button </a:t>
              </a:r>
              <a:r>
                <a:rPr b="1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‘Crop’</a:t>
              </a: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. Scale the image itself with</a:t>
              </a:r>
              <a:br>
                <a:rPr sz="1200"/>
              </a:b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the spheres and scale the image frame with the brackets.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58" name="Rechthoek 24"/>
            <p:cNvSpPr/>
            <p:nvPr/>
          </p:nvSpPr>
          <p:spPr>
            <a:xfrm>
              <a:off x="12846960" y="3200400"/>
              <a:ext cx="1238760" cy="719640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>
              <a:solidFill>
                <a:srgbClr val="d3d3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59" name="Groep 25"/>
            <p:cNvGrpSpPr/>
            <p:nvPr/>
          </p:nvGrpSpPr>
          <p:grpSpPr>
            <a:xfrm>
              <a:off x="13677840" y="3479760"/>
              <a:ext cx="1222560" cy="563760"/>
              <a:chOff x="13677840" y="3479760"/>
              <a:chExt cx="1222560" cy="563760"/>
            </a:xfrm>
          </p:grpSpPr>
          <p:sp>
            <p:nvSpPr>
              <p:cNvPr id="60" name="Rechthoek 64"/>
              <p:cNvSpPr/>
              <p:nvPr/>
            </p:nvSpPr>
            <p:spPr>
              <a:xfrm>
                <a:off x="13677840" y="3479760"/>
                <a:ext cx="1176120" cy="5043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61" name="Rechthoek 65"/>
              <p:cNvSpPr/>
              <p:nvPr/>
            </p:nvSpPr>
            <p:spPr>
              <a:xfrm>
                <a:off x="13684320" y="3733560"/>
                <a:ext cx="1163520" cy="24624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62" name="Groep 66"/>
              <p:cNvGrpSpPr/>
              <p:nvPr/>
            </p:nvGrpSpPr>
            <p:grpSpPr>
              <a:xfrm>
                <a:off x="13759920" y="3540960"/>
                <a:ext cx="155520" cy="131400"/>
                <a:chOff x="13759920" y="3540960"/>
                <a:chExt cx="155520" cy="131400"/>
              </a:xfrm>
            </p:grpSpPr>
            <p:sp>
              <p:nvSpPr>
                <p:cNvPr id="63" name="Rechthoek: afgeronde hoeken 79"/>
                <p:cNvSpPr/>
                <p:nvPr/>
              </p:nvSpPr>
              <p:spPr>
                <a:xfrm>
                  <a:off x="13759920" y="3540960"/>
                  <a:ext cx="155520" cy="131400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64" name="Rechthoek 80"/>
                <p:cNvSpPr/>
                <p:nvPr/>
              </p:nvSpPr>
              <p:spPr>
                <a:xfrm>
                  <a:off x="13781520" y="3559320"/>
                  <a:ext cx="117360" cy="15480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65" name="Rechthoek 81"/>
                <p:cNvSpPr/>
                <p:nvPr/>
              </p:nvSpPr>
              <p:spPr>
                <a:xfrm>
                  <a:off x="13781520" y="3586320"/>
                  <a:ext cx="45360" cy="69480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66" name="Rechthoek 82"/>
                <p:cNvSpPr/>
                <p:nvPr/>
              </p:nvSpPr>
              <p:spPr>
                <a:xfrm>
                  <a:off x="13841640" y="3590280"/>
                  <a:ext cx="51840" cy="79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67" name="Rechthoek 83"/>
                <p:cNvSpPr/>
                <p:nvPr/>
              </p:nvSpPr>
              <p:spPr>
                <a:xfrm>
                  <a:off x="13841640" y="3618360"/>
                  <a:ext cx="26280" cy="79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68" name="Rechthoek 84"/>
                <p:cNvSpPr/>
                <p:nvPr/>
              </p:nvSpPr>
              <p:spPr>
                <a:xfrm>
                  <a:off x="13841640" y="3646440"/>
                  <a:ext cx="26280" cy="79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grpSp>
            <p:nvGrpSpPr>
              <p:cNvPr id="69" name="Groep 67"/>
              <p:cNvGrpSpPr/>
              <p:nvPr/>
            </p:nvGrpSpPr>
            <p:grpSpPr>
              <a:xfrm>
                <a:off x="13699800" y="3762000"/>
                <a:ext cx="206640" cy="237240"/>
                <a:chOff x="13699800" y="3762000"/>
                <a:chExt cx="206640" cy="237240"/>
              </a:xfrm>
            </p:grpSpPr>
            <p:grpSp>
              <p:nvGrpSpPr>
                <p:cNvPr id="70" name="Groep 71"/>
                <p:cNvGrpSpPr/>
                <p:nvPr/>
              </p:nvGrpSpPr>
              <p:grpSpPr>
                <a:xfrm>
                  <a:off x="13763160" y="3792600"/>
                  <a:ext cx="143280" cy="121320"/>
                  <a:chOff x="13763160" y="3792600"/>
                  <a:chExt cx="143280" cy="121320"/>
                </a:xfrm>
              </p:grpSpPr>
              <p:sp>
                <p:nvSpPr>
                  <p:cNvPr id="71" name="Rechthoek: afgeronde hoeken 73"/>
                  <p:cNvSpPr/>
                  <p:nvPr/>
                </p:nvSpPr>
                <p:spPr>
                  <a:xfrm>
                    <a:off x="13763160" y="3792600"/>
                    <a:ext cx="143280" cy="121320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</p:sp>
              <p:sp>
                <p:nvSpPr>
                  <p:cNvPr id="72" name="Rechthoek 74"/>
                  <p:cNvSpPr/>
                  <p:nvPr/>
                </p:nvSpPr>
                <p:spPr>
                  <a:xfrm>
                    <a:off x="13783320" y="3809160"/>
                    <a:ext cx="108000" cy="14400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</p:sp>
              <p:sp>
                <p:nvSpPr>
                  <p:cNvPr id="73" name="Rechthoek 75"/>
                  <p:cNvSpPr/>
                  <p:nvPr/>
                </p:nvSpPr>
                <p:spPr>
                  <a:xfrm>
                    <a:off x="13783320" y="3834000"/>
                    <a:ext cx="41760" cy="64080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</p:sp>
              <p:sp>
                <p:nvSpPr>
                  <p:cNvPr id="74" name="Rechthoek 76"/>
                  <p:cNvSpPr/>
                  <p:nvPr/>
                </p:nvSpPr>
                <p:spPr>
                  <a:xfrm>
                    <a:off x="13838400" y="3837960"/>
                    <a:ext cx="47520" cy="720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</p:sp>
              <p:sp>
                <p:nvSpPr>
                  <p:cNvPr id="75" name="Rechthoek 77"/>
                  <p:cNvSpPr/>
                  <p:nvPr/>
                </p:nvSpPr>
                <p:spPr>
                  <a:xfrm>
                    <a:off x="13838400" y="3863880"/>
                    <a:ext cx="24120" cy="720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</p:sp>
              <p:sp>
                <p:nvSpPr>
                  <p:cNvPr id="76" name="Rechthoek 78"/>
                  <p:cNvSpPr/>
                  <p:nvPr/>
                </p:nvSpPr>
                <p:spPr>
                  <a:xfrm>
                    <a:off x="13838400" y="3889440"/>
                    <a:ext cx="24120" cy="720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</p:sp>
            </p:grpSp>
            <p:sp>
              <p:nvSpPr>
                <p:cNvPr id="77" name="Boog 72"/>
                <p:cNvSpPr/>
                <p:nvPr/>
              </p:nvSpPr>
              <p:spPr>
                <a:xfrm rot="17637000">
                  <a:off x="13676760" y="3834360"/>
                  <a:ext cx="218520" cy="91800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>
                  <a:solidFill>
                    <a:srgbClr val="4d82b8"/>
                  </a:solidFill>
                  <a:round/>
                  <a:headEnd len="sm" type="arrow" w="med"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78" name="Tekstvak 68"/>
              <p:cNvSpPr/>
              <p:nvPr/>
            </p:nvSpPr>
            <p:spPr>
              <a:xfrm>
                <a:off x="13918320" y="3540960"/>
                <a:ext cx="895680" cy="134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0000" bIns="9000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601"/>
                  </a:spcBef>
                  <a:spcAft>
                    <a:spcPts val="601"/>
                  </a:spcAft>
                  <a:buNone/>
                </a:pPr>
                <a:r>
                  <a:rPr b="0" lang="en-GB" sz="900" spc="-1" strike="noStrike">
                    <a:solidFill>
                      <a:srgbClr val="211f26"/>
                    </a:solidFill>
                    <a:latin typeface="Calibri"/>
                    <a:ea typeface="Arial"/>
                  </a:rPr>
                  <a:t>Layout</a:t>
                </a:r>
                <a:endParaRPr b="0" lang="en-US" sz="900" spc="-1" strike="noStrike">
                  <a:latin typeface="Arial"/>
                </a:endParaRPr>
              </a:p>
            </p:txBody>
          </p:sp>
          <p:sp>
            <p:nvSpPr>
              <p:cNvPr id="79" name="Tekstvak 69"/>
              <p:cNvSpPr/>
              <p:nvPr/>
            </p:nvSpPr>
            <p:spPr>
              <a:xfrm>
                <a:off x="13905000" y="3793680"/>
                <a:ext cx="909360" cy="126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0000" bIns="9000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601"/>
                  </a:spcBef>
                  <a:spcAft>
                    <a:spcPts val="601"/>
                  </a:spcAft>
                  <a:buNone/>
                </a:pPr>
                <a:r>
                  <a:rPr b="0" lang="en-GB" sz="900" spc="-1" strike="noStrike">
                    <a:solidFill>
                      <a:srgbClr val="211f26"/>
                    </a:solidFill>
                    <a:latin typeface="Calibri"/>
                    <a:ea typeface="Arial"/>
                  </a:rPr>
                  <a:t>Reset slide</a:t>
                </a:r>
                <a:endParaRPr b="0" lang="en-US" sz="900" spc="-1" strike="noStrike">
                  <a:latin typeface="Arial"/>
                </a:endParaRPr>
              </a:p>
            </p:txBody>
          </p:sp>
          <p:sp>
            <p:nvSpPr>
              <p:cNvPr id="80" name="Vrije vorm: vorm 70"/>
              <p:cNvSpPr/>
              <p:nvPr/>
            </p:nvSpPr>
            <p:spPr>
              <a:xfrm>
                <a:off x="14803200" y="3863880"/>
                <a:ext cx="97200" cy="179640"/>
              </a:xfrm>
              <a:custGeom>
                <a:avLst/>
                <a:gdLst/>
                <a:ahLst/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81" name="Groep 26"/>
            <p:cNvGrpSpPr/>
            <p:nvPr/>
          </p:nvGrpSpPr>
          <p:grpSpPr>
            <a:xfrm>
              <a:off x="12377520" y="5680800"/>
              <a:ext cx="3693240" cy="959040"/>
              <a:chOff x="12377520" y="5680800"/>
              <a:chExt cx="3693240" cy="959040"/>
            </a:xfrm>
          </p:grpSpPr>
          <p:sp>
            <p:nvSpPr>
              <p:cNvPr id="82" name="Rechthoek 54"/>
              <p:cNvSpPr/>
              <p:nvPr/>
            </p:nvSpPr>
            <p:spPr>
              <a:xfrm>
                <a:off x="12377520" y="5812200"/>
                <a:ext cx="3593160" cy="82764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numCol="1" spcCol="0" horzOverflow="overflow" vertOverflow="overflow" lIns="180000" rIns="180000" tIns="144000" bIns="14400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601"/>
                  </a:spcBef>
                  <a:spcAft>
                    <a:spcPts val="601"/>
                  </a:spcAft>
                  <a:buNone/>
                </a:pPr>
                <a:r>
                  <a:rPr b="1" lang="en-GB" sz="1200" spc="-1" strike="noStrike" cap="all">
                    <a:solidFill>
                      <a:srgbClr val="211f26"/>
                    </a:solidFill>
                    <a:latin typeface="Calibri"/>
                    <a:ea typeface="Arial"/>
                  </a:rPr>
                  <a:t>Want to know more?</a:t>
                </a:r>
                <a:br>
                  <a:rPr sz="1200"/>
                </a:br>
                <a:r>
                  <a:rPr b="0" lang="en-GB" sz="1200" spc="-1" strike="noStrike">
                    <a:solidFill>
                      <a:srgbClr val="211f26"/>
                    </a:solidFill>
                    <a:latin typeface="Calibri"/>
                    <a:ea typeface="Arial"/>
                  </a:rPr>
                  <a:t>Go to the tab</a:t>
                </a:r>
                <a:r>
                  <a:rPr b="1" lang="en-GB" sz="1200" spc="-1" strike="noStrike" cap="all">
                    <a:solidFill>
                      <a:srgbClr val="211f26"/>
                    </a:solidFill>
                    <a:latin typeface="Calibri"/>
                    <a:ea typeface="Arial"/>
                  </a:rPr>
                  <a:t> 'SLIDEBUILDER’ </a:t>
                </a:r>
                <a:r>
                  <a:rPr b="0" lang="en-GB" sz="1200" spc="-1" strike="noStrike">
                    <a:solidFill>
                      <a:srgbClr val="211f26"/>
                    </a:solidFill>
                    <a:latin typeface="Calibri"/>
                    <a:ea typeface="Arial"/>
                  </a:rPr>
                  <a:t>and click</a:t>
                </a:r>
                <a:br>
                  <a:rPr sz="1200"/>
                </a:br>
                <a:r>
                  <a:rPr b="0" lang="en-GB" sz="1200" spc="-1" strike="noStrike">
                    <a:solidFill>
                      <a:srgbClr val="211f26"/>
                    </a:solidFill>
                    <a:latin typeface="Calibri"/>
                    <a:ea typeface="Arial"/>
                  </a:rPr>
                  <a:t>on the button </a:t>
                </a:r>
                <a:r>
                  <a:rPr b="1" lang="en-GB" sz="1200" spc="-1" strike="noStrike" cap="all">
                    <a:solidFill>
                      <a:srgbClr val="211f26"/>
                    </a:solidFill>
                    <a:latin typeface="Calibri"/>
                    <a:ea typeface="Arial"/>
                  </a:rPr>
                  <a:t>‘Inspiration'</a:t>
                </a:r>
                <a:endParaRPr b="0" lang="en-US" sz="1200" spc="-1" strike="noStrike">
                  <a:latin typeface="Arial"/>
                </a:endParaRPr>
              </a:p>
            </p:txBody>
          </p:sp>
          <p:grpSp>
            <p:nvGrpSpPr>
              <p:cNvPr id="83" name="ICOON_info"/>
              <p:cNvGrpSpPr/>
              <p:nvPr/>
            </p:nvGrpSpPr>
            <p:grpSpPr>
              <a:xfrm>
                <a:off x="15787440" y="5680800"/>
                <a:ext cx="283320" cy="283320"/>
                <a:chOff x="15787440" y="5680800"/>
                <a:chExt cx="283320" cy="283320"/>
              </a:xfrm>
            </p:grpSpPr>
            <p:sp>
              <p:nvSpPr>
                <p:cNvPr id="84" name="Ovaal 62"/>
                <p:cNvSpPr/>
                <p:nvPr/>
              </p:nvSpPr>
              <p:spPr>
                <a:xfrm>
                  <a:off x="15807240" y="5700240"/>
                  <a:ext cx="244440" cy="244440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85" name="Graphic 163"/>
                <p:cNvSpPr/>
                <p:nvPr/>
              </p:nvSpPr>
              <p:spPr>
                <a:xfrm>
                  <a:off x="15787440" y="5680800"/>
                  <a:ext cx="283320" cy="283320"/>
                </a:xfrm>
                <a:custGeom>
                  <a:avLst/>
                  <a:gdLst/>
                  <a:ahLst/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86" name="Groep 56"/>
              <p:cNvGrpSpPr/>
              <p:nvPr/>
            </p:nvGrpSpPr>
            <p:grpSpPr>
              <a:xfrm>
                <a:off x="15225480" y="5937840"/>
                <a:ext cx="627480" cy="576360"/>
                <a:chOff x="15225480" y="5937840"/>
                <a:chExt cx="627480" cy="576360"/>
              </a:xfrm>
            </p:grpSpPr>
            <p:grpSp>
              <p:nvGrpSpPr>
                <p:cNvPr id="87" name="Inspireren"/>
                <p:cNvGrpSpPr/>
                <p:nvPr/>
              </p:nvGrpSpPr>
              <p:grpSpPr>
                <a:xfrm>
                  <a:off x="15447960" y="5937840"/>
                  <a:ext cx="169560" cy="241920"/>
                  <a:chOff x="15447960" y="5937840"/>
                  <a:chExt cx="169560" cy="241920"/>
                </a:xfrm>
              </p:grpSpPr>
              <p:sp>
                <p:nvSpPr>
                  <p:cNvPr id="88" name="Freeform 12"/>
                  <p:cNvSpPr/>
                  <p:nvPr/>
                </p:nvSpPr>
                <p:spPr>
                  <a:xfrm>
                    <a:off x="15498000" y="6024960"/>
                    <a:ext cx="68400" cy="61560"/>
                  </a:xfrm>
                  <a:custGeom>
                    <a:avLst/>
                    <a:gdLst/>
                    <a:ahLst/>
                    <a:rect l="l" t="t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89" name="Freeform 13"/>
                  <p:cNvSpPr/>
                  <p:nvPr/>
                </p:nvSpPr>
                <p:spPr>
                  <a:xfrm>
                    <a:off x="15502680" y="6156000"/>
                    <a:ext cx="60480" cy="23760"/>
                  </a:xfrm>
                  <a:custGeom>
                    <a:avLst/>
                    <a:gdLst/>
                    <a:ahLst/>
                    <a:rect l="l" t="t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30000">
                        <a:srgbClr val="211f26"/>
                      </a:gs>
                      <a:gs pos="100000">
                        <a:srgbClr val="9d9fa1"/>
                      </a:gs>
                    </a:gsLst>
                    <a:lin ang="135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90" name="Freeform 14"/>
                  <p:cNvSpPr/>
                  <p:nvPr/>
                </p:nvSpPr>
                <p:spPr>
                  <a:xfrm>
                    <a:off x="15447960" y="5937840"/>
                    <a:ext cx="169560" cy="207720"/>
                  </a:xfrm>
                  <a:custGeom>
                    <a:avLst/>
                    <a:gdLst/>
                    <a:ahLst/>
                    <a:rect l="l" t="t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30000">
                        <a:srgbClr val="211f26"/>
                      </a:gs>
                      <a:gs pos="100000">
                        <a:srgbClr val="9d9fa1"/>
                      </a:gs>
                    </a:gsLst>
                    <a:lin ang="135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</p:grpSp>
            <p:sp>
              <p:nvSpPr>
                <p:cNvPr id="91" name="Tekstvak 58"/>
                <p:cNvSpPr/>
                <p:nvPr/>
              </p:nvSpPr>
              <p:spPr>
                <a:xfrm>
                  <a:off x="15225480" y="6192360"/>
                  <a:ext cx="627480" cy="321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 algn="ctr">
                    <a:lnSpc>
                      <a:spcPct val="90000"/>
                    </a:lnSpc>
                    <a:spcBef>
                      <a:spcPts val="601"/>
                    </a:spcBef>
                    <a:spcAft>
                      <a:spcPts val="601"/>
                    </a:spcAft>
                    <a:buNone/>
                    <a:tabLst>
                      <a:tab algn="l" pos="0"/>
                    </a:tabLst>
                  </a:pPr>
                  <a:r>
                    <a:rPr b="0" lang="en-GB" sz="1000" spc="-1" strike="noStrike">
                      <a:solidFill>
                        <a:srgbClr val="211f26"/>
                      </a:solidFill>
                      <a:latin typeface="Calibri"/>
                      <a:ea typeface="Arial"/>
                    </a:rPr>
                    <a:t>Inspiration</a:t>
                  </a:r>
                  <a:endParaRPr b="0" lang="en-US" sz="1000" spc="-1" strike="noStrike">
                    <a:latin typeface="Arial"/>
                  </a:endParaRPr>
                </a:p>
              </p:txBody>
            </p:sp>
          </p:grpSp>
        </p:grpSp>
        <p:grpSp>
          <p:nvGrpSpPr>
            <p:cNvPr id="92" name="Groep 27"/>
            <p:cNvGrpSpPr/>
            <p:nvPr/>
          </p:nvGrpSpPr>
          <p:grpSpPr>
            <a:xfrm>
              <a:off x="12736800" y="5129640"/>
              <a:ext cx="514080" cy="506520"/>
              <a:chOff x="12736800" y="5129640"/>
              <a:chExt cx="514080" cy="506520"/>
            </a:xfrm>
          </p:grpSpPr>
          <p:grpSp>
            <p:nvGrpSpPr>
              <p:cNvPr id="93" name="Groep 38"/>
              <p:cNvGrpSpPr/>
              <p:nvPr/>
            </p:nvGrpSpPr>
            <p:grpSpPr>
              <a:xfrm>
                <a:off x="12841920" y="5129640"/>
                <a:ext cx="318960" cy="306000"/>
                <a:chOff x="12841920" y="5129640"/>
                <a:chExt cx="318960" cy="306000"/>
              </a:xfrm>
            </p:grpSpPr>
            <p:grpSp>
              <p:nvGrpSpPr>
                <p:cNvPr id="94" name="Groep 41"/>
                <p:cNvGrpSpPr/>
                <p:nvPr/>
              </p:nvGrpSpPr>
              <p:grpSpPr>
                <a:xfrm>
                  <a:off x="12841920" y="5129640"/>
                  <a:ext cx="281880" cy="270360"/>
                  <a:chOff x="12841920" y="5129640"/>
                  <a:chExt cx="281880" cy="270360"/>
                </a:xfrm>
              </p:grpSpPr>
              <p:grpSp>
                <p:nvGrpSpPr>
                  <p:cNvPr id="95" name="Groep 48"/>
                  <p:cNvGrpSpPr/>
                  <p:nvPr/>
                </p:nvGrpSpPr>
                <p:grpSpPr>
                  <a:xfrm>
                    <a:off x="12841920" y="5129640"/>
                    <a:ext cx="281880" cy="270360"/>
                    <a:chOff x="12841920" y="5129640"/>
                    <a:chExt cx="281880" cy="270360"/>
                  </a:xfrm>
                </p:grpSpPr>
                <p:sp>
                  <p:nvSpPr>
                    <p:cNvPr id="96" name="Rechthoek 51"/>
                    <p:cNvSpPr/>
                    <p:nvPr/>
                  </p:nvSpPr>
                  <p:spPr>
                    <a:xfrm>
                      <a:off x="12841920" y="5129640"/>
                      <a:ext cx="281880" cy="270360"/>
                    </a:xfrm>
                    <a:prstGeom prst="rect">
                      <a:avLst/>
                    </a:prstGeom>
                    <a:noFill/>
                    <a:ln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</p:sp>
                <p:sp>
                  <p:nvSpPr>
                    <p:cNvPr id="97" name="Rechthoek 52"/>
                    <p:cNvSpPr/>
                    <p:nvPr/>
                  </p:nvSpPr>
                  <p:spPr>
                    <a:xfrm>
                      <a:off x="12841920" y="5129640"/>
                      <a:ext cx="165960" cy="16344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</p:sp>
                <p:sp>
                  <p:nvSpPr>
                    <p:cNvPr id="98" name="Ovaal 53"/>
                    <p:cNvSpPr/>
                    <p:nvPr/>
                  </p:nvSpPr>
                  <p:spPr>
                    <a:xfrm>
                      <a:off x="12943440" y="5150160"/>
                      <a:ext cx="45360" cy="4536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</p:sp>
              </p:grpSp>
              <p:pic>
                <p:nvPicPr>
                  <p:cNvPr id="99" name="Afbeelding 49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2849840" y="5196240"/>
                    <a:ext cx="109800" cy="885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  <p:pic>
                <p:nvPicPr>
                  <p:cNvPr id="100" name="Afbeelding 50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 flipH="1">
                    <a:off x="12893760" y="5211720"/>
                    <a:ext cx="109800" cy="705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grpSp>
            <p:grpSp>
              <p:nvGrpSpPr>
                <p:cNvPr id="101" name="Groep 42"/>
                <p:cNvGrpSpPr/>
                <p:nvPr/>
              </p:nvGrpSpPr>
              <p:grpSpPr>
                <a:xfrm>
                  <a:off x="13061520" y="5335920"/>
                  <a:ext cx="99360" cy="99720"/>
                  <a:chOff x="13061520" y="5335920"/>
                  <a:chExt cx="99360" cy="99720"/>
                </a:xfrm>
              </p:grpSpPr>
              <p:sp>
                <p:nvSpPr>
                  <p:cNvPr id="102" name="Rechthoek 46"/>
                  <p:cNvSpPr/>
                  <p:nvPr/>
                </p:nvSpPr>
                <p:spPr>
                  <a:xfrm>
                    <a:off x="13061520" y="5335920"/>
                    <a:ext cx="99360" cy="1908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</p:sp>
              <p:sp>
                <p:nvSpPr>
                  <p:cNvPr id="103" name="Rechthoek 47"/>
                  <p:cNvSpPr/>
                  <p:nvPr/>
                </p:nvSpPr>
                <p:spPr>
                  <a:xfrm rot="5400000">
                    <a:off x="13021560" y="5376240"/>
                    <a:ext cx="99360" cy="1908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</p:sp>
            </p:grpSp>
            <p:grpSp>
              <p:nvGrpSpPr>
                <p:cNvPr id="104" name="Groep 43"/>
                <p:cNvGrpSpPr/>
                <p:nvPr/>
              </p:nvGrpSpPr>
              <p:grpSpPr>
                <a:xfrm>
                  <a:off x="13033080" y="5308920"/>
                  <a:ext cx="99360" cy="100080"/>
                  <a:chOff x="13033080" y="5308920"/>
                  <a:chExt cx="99360" cy="100080"/>
                </a:xfrm>
              </p:grpSpPr>
              <p:sp>
                <p:nvSpPr>
                  <p:cNvPr id="105" name="Rechthoek 44"/>
                  <p:cNvSpPr/>
                  <p:nvPr/>
                </p:nvSpPr>
                <p:spPr>
                  <a:xfrm rot="10800000">
                    <a:off x="13033080" y="5389920"/>
                    <a:ext cx="99360" cy="1908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</p:sp>
              <p:sp>
                <p:nvSpPr>
                  <p:cNvPr id="106" name="Rechthoek 45"/>
                  <p:cNvSpPr/>
                  <p:nvPr/>
                </p:nvSpPr>
                <p:spPr>
                  <a:xfrm rot="16200000">
                    <a:off x="13072680" y="5348880"/>
                    <a:ext cx="99360" cy="1908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</p:sp>
            </p:grpSp>
          </p:grpSp>
          <p:sp>
            <p:nvSpPr>
              <p:cNvPr id="107" name="Rechthoek 39"/>
              <p:cNvSpPr/>
              <p:nvPr/>
            </p:nvSpPr>
            <p:spPr>
              <a:xfrm>
                <a:off x="12736800" y="5461920"/>
                <a:ext cx="514080" cy="109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numCol="1" spcCol="0" lIns="0" rIns="0" tIns="0" bIns="0" anchor="ctr">
                <a:noAutofit/>
              </a:bodyPr>
              <a:p>
                <a:pPr algn="ctr">
                  <a:lnSpc>
                    <a:spcPct val="90000"/>
                  </a:lnSpc>
                  <a:spcBef>
                    <a:spcPts val="601"/>
                  </a:spcBef>
                  <a:spcAft>
                    <a:spcPts val="601"/>
                  </a:spcAft>
                  <a:buNone/>
                </a:pPr>
                <a:r>
                  <a:rPr b="0" lang="en-GB" sz="900" spc="-1" strike="noStrike">
                    <a:solidFill>
                      <a:srgbClr val="211f26"/>
                    </a:solidFill>
                    <a:latin typeface="Calibri"/>
                    <a:ea typeface="Arial"/>
                  </a:rPr>
                  <a:t>Crop</a:t>
                </a:r>
                <a:endParaRPr b="0" lang="en-US" sz="900" spc="-1" strike="noStrike">
                  <a:latin typeface="Arial"/>
                </a:endParaRPr>
              </a:p>
            </p:txBody>
          </p:sp>
          <p:sp>
            <p:nvSpPr>
              <p:cNvPr id="108" name="Gelijkbenige driehoek 40"/>
              <p:cNvSpPr/>
              <p:nvPr/>
            </p:nvSpPr>
            <p:spPr>
              <a:xfrm rot="10800000">
                <a:off x="12964680" y="5601600"/>
                <a:ext cx="59040" cy="3456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109" name="Ovaal 28"/>
            <p:cNvSpPr/>
            <p:nvPr/>
          </p:nvSpPr>
          <p:spPr>
            <a:xfrm>
              <a:off x="12560040" y="181116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2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110" name="Rechthoek 29"/>
            <p:cNvSpPr/>
            <p:nvPr/>
          </p:nvSpPr>
          <p:spPr>
            <a:xfrm>
              <a:off x="12844440" y="1811160"/>
              <a:ext cx="2944440" cy="32580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90000"/>
                </a:lnSpc>
                <a:spcBef>
                  <a:spcPts val="601"/>
                </a:spcBef>
                <a:spcAft>
                  <a:spcPts val="601"/>
                </a:spcAft>
                <a:buNone/>
                <a:tabLst>
                  <a:tab algn="l" pos="0"/>
                </a:tabLst>
              </a:pP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Select the preferred category and image</a:t>
              </a:r>
              <a:br>
                <a:rPr sz="1200"/>
              </a:b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and click on  </a:t>
              </a:r>
              <a:r>
                <a:rPr b="1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‘Insert’</a:t>
              </a: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11" name="Rechthoek 30"/>
            <p:cNvSpPr/>
            <p:nvPr/>
          </p:nvSpPr>
          <p:spPr>
            <a:xfrm>
              <a:off x="12844440" y="2245680"/>
              <a:ext cx="825120" cy="20916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lIns="0" rIns="0" tIns="0" bIns="0" anchor="ctr">
              <a:noAutofit/>
            </a:bodyPr>
            <a:p>
              <a:pPr algn="ctr">
                <a:lnSpc>
                  <a:spcPct val="90000"/>
                </a:lnSpc>
                <a:spcBef>
                  <a:spcPts val="601"/>
                </a:spcBef>
                <a:spcAft>
                  <a:spcPts val="601"/>
                </a:spcAft>
                <a:buNone/>
              </a:pPr>
              <a:r>
                <a:rPr b="1" lang="en-GB" sz="1000" spc="-1" strike="noStrike">
                  <a:solidFill>
                    <a:srgbClr val="211f26"/>
                  </a:solidFill>
                  <a:latin typeface="Calibri"/>
                  <a:ea typeface="Arial"/>
                </a:rPr>
                <a:t>Insert</a:t>
              </a:r>
              <a:endParaRPr b="0" lang="en-US" sz="1000" spc="-1" strike="noStrike">
                <a:latin typeface="Arial"/>
              </a:endParaRPr>
            </a:p>
          </p:txBody>
        </p:sp>
        <p:grpSp>
          <p:nvGrpSpPr>
            <p:cNvPr id="112" name="Groep 31"/>
            <p:cNvGrpSpPr/>
            <p:nvPr/>
          </p:nvGrpSpPr>
          <p:grpSpPr>
            <a:xfrm>
              <a:off x="12798360" y="1226880"/>
              <a:ext cx="446400" cy="406440"/>
              <a:chOff x="12798360" y="1226880"/>
              <a:chExt cx="446400" cy="406440"/>
            </a:xfrm>
          </p:grpSpPr>
          <p:grpSp>
            <p:nvGrpSpPr>
              <p:cNvPr id="113" name="Groep 32"/>
              <p:cNvGrpSpPr/>
              <p:nvPr/>
            </p:nvGrpSpPr>
            <p:grpSpPr>
              <a:xfrm>
                <a:off x="12878280" y="1226880"/>
                <a:ext cx="283680" cy="246240"/>
                <a:chOff x="12878280" y="1226880"/>
                <a:chExt cx="283680" cy="246240"/>
              </a:xfrm>
            </p:grpSpPr>
            <p:sp>
              <p:nvSpPr>
                <p:cNvPr id="114" name="Vrije vorm: vorm 34"/>
                <p:cNvSpPr/>
                <p:nvPr/>
              </p:nvSpPr>
              <p:spPr>
                <a:xfrm>
                  <a:off x="12926880" y="1287720"/>
                  <a:ext cx="47520" cy="47520"/>
                </a:xfrm>
                <a:custGeom>
                  <a:avLst/>
                  <a:gdLst/>
                  <a:ahLst/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grpSp>
              <p:nvGrpSpPr>
                <p:cNvPr id="115" name="Groep 35"/>
                <p:cNvGrpSpPr/>
                <p:nvPr/>
              </p:nvGrpSpPr>
              <p:grpSpPr>
                <a:xfrm>
                  <a:off x="12878280" y="1226880"/>
                  <a:ext cx="283680" cy="246240"/>
                  <a:chOff x="12878280" y="1226880"/>
                  <a:chExt cx="283680" cy="246240"/>
                </a:xfrm>
              </p:grpSpPr>
              <p:sp>
                <p:nvSpPr>
                  <p:cNvPr id="116" name="Vrije vorm: vorm 36"/>
                  <p:cNvSpPr/>
                  <p:nvPr/>
                </p:nvSpPr>
                <p:spPr>
                  <a:xfrm>
                    <a:off x="12878280" y="1226880"/>
                    <a:ext cx="283680" cy="246240"/>
                  </a:xfrm>
                  <a:custGeom>
                    <a:avLst/>
                    <a:gdLst/>
                    <a:ahLst/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30000">
                        <a:srgbClr val="211f26"/>
                      </a:gs>
                      <a:gs pos="100000">
                        <a:srgbClr val="9d9fa1"/>
                      </a:gs>
                    </a:gsLst>
                    <a:lin ang="13500000"/>
                  </a:gra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117" name="Vrije vorm: vorm 37"/>
                  <p:cNvSpPr/>
                  <p:nvPr/>
                </p:nvSpPr>
                <p:spPr>
                  <a:xfrm>
                    <a:off x="12926880" y="1303200"/>
                    <a:ext cx="185400" cy="113760"/>
                  </a:xfrm>
                  <a:custGeom>
                    <a:avLst/>
                    <a:gdLst/>
                    <a:ahLst/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30000">
                        <a:srgbClr val="211f26"/>
                      </a:gs>
                      <a:gs pos="100000">
                        <a:srgbClr val="9d9fa1"/>
                      </a:gs>
                    </a:gsLst>
                    <a:lin ang="13500000"/>
                  </a:gra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</p:grpSp>
          </p:grpSp>
          <p:sp>
            <p:nvSpPr>
              <p:cNvPr id="118" name="Tekstvak 33"/>
              <p:cNvSpPr/>
              <p:nvPr/>
            </p:nvSpPr>
            <p:spPr>
              <a:xfrm>
                <a:off x="12798360" y="1490040"/>
                <a:ext cx="446400" cy="14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18000" bIns="0" anchor="t">
                <a:noAutofit/>
              </a:bodyPr>
              <a:p>
                <a:pPr algn="ctr">
                  <a:lnSpc>
                    <a:spcPct val="90000"/>
                  </a:lnSpc>
                  <a:spcBef>
                    <a:spcPts val="601"/>
                  </a:spcBef>
                  <a:spcAft>
                    <a:spcPts val="601"/>
                  </a:spcAft>
                  <a:buNone/>
                  <a:tabLst>
                    <a:tab algn="l" pos="0"/>
                  </a:tabLst>
                </a:pPr>
                <a:r>
                  <a:rPr b="0" lang="en-GB" sz="1000" spc="-1" strike="noStrike">
                    <a:solidFill>
                      <a:srgbClr val="211f26"/>
                    </a:solidFill>
                    <a:latin typeface="Calibri"/>
                    <a:ea typeface="Arial"/>
                  </a:rPr>
                  <a:t>Images</a:t>
                </a:r>
                <a:endParaRPr b="0" lang="en-US" sz="1000" spc="-1" strike="noStrike">
                  <a:latin typeface="Arial"/>
                </a:endParaRPr>
              </a:p>
            </p:txBody>
          </p:sp>
        </p:grp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RID"/>
          <p:cNvGrpSpPr/>
          <p:nvPr/>
        </p:nvGrpSpPr>
        <p:grpSpPr>
          <a:xfrm>
            <a:off x="-11880" y="0"/>
            <a:ext cx="12203640" cy="6857640"/>
            <a:chOff x="-11880" y="0"/>
            <a:chExt cx="12203640" cy="6857640"/>
          </a:xfrm>
        </p:grpSpPr>
        <p:sp>
          <p:nvSpPr>
            <p:cNvPr id="156" name="Rechthoek 7"/>
            <p:cNvSpPr/>
            <p:nvPr/>
          </p:nvSpPr>
          <p:spPr>
            <a:xfrm>
              <a:off x="-11880" y="0"/>
              <a:ext cx="12191760" cy="719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57" name="Rechthoek 11"/>
            <p:cNvSpPr/>
            <p:nvPr/>
          </p:nvSpPr>
          <p:spPr>
            <a:xfrm>
              <a:off x="0" y="0"/>
              <a:ext cx="719640" cy="6857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58" name="Rechthoek 12"/>
            <p:cNvSpPr/>
            <p:nvPr/>
          </p:nvSpPr>
          <p:spPr>
            <a:xfrm>
              <a:off x="11472120" y="0"/>
              <a:ext cx="719640" cy="6857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59" name="Rechthoek 15"/>
            <p:cNvSpPr/>
            <p:nvPr/>
          </p:nvSpPr>
          <p:spPr>
            <a:xfrm>
              <a:off x="0" y="1064520"/>
              <a:ext cx="12191760" cy="539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60" name="Rechthoek 16"/>
            <p:cNvSpPr/>
            <p:nvPr/>
          </p:nvSpPr>
          <p:spPr>
            <a:xfrm>
              <a:off x="0" y="6498000"/>
              <a:ext cx="12191760" cy="359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61" name="Rechthoek 17"/>
            <p:cNvSpPr/>
            <p:nvPr/>
          </p:nvSpPr>
          <p:spPr>
            <a:xfrm>
              <a:off x="0" y="5806080"/>
              <a:ext cx="12191760" cy="539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62" name="Tekstvak 19"/>
          <p:cNvSpPr/>
          <p:nvPr/>
        </p:nvSpPr>
        <p:spPr>
          <a:xfrm>
            <a:off x="7200" y="-636120"/>
            <a:ext cx="5511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GB" sz="1100" spc="-1" strike="noStrike" cap="all">
                <a:solidFill>
                  <a:srgbClr val="00a6d6"/>
                </a:solidFill>
                <a:latin typeface="Arial"/>
                <a:ea typeface="Arial"/>
              </a:rPr>
              <a:t>layout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63" name="Tekstvak 3"/>
          <p:cNvSpPr/>
          <p:nvPr/>
        </p:nvSpPr>
        <p:spPr>
          <a:xfrm>
            <a:off x="10918800" y="-1277640"/>
            <a:ext cx="126612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GB" sz="1100" spc="-1" strike="noStrike" cap="all">
                <a:solidFill>
                  <a:srgbClr val="00a6d6"/>
                </a:solidFill>
                <a:latin typeface="Arial"/>
                <a:ea typeface="Arial"/>
              </a:rPr>
              <a:t>Primary colors</a:t>
            </a:r>
            <a:endParaRPr b="0" lang="en-US" sz="1100" spc="-1" strike="noStrike">
              <a:latin typeface="Arial"/>
            </a:endParaRPr>
          </a:p>
        </p:txBody>
      </p:sp>
      <p:grpSp>
        <p:nvGrpSpPr>
          <p:cNvPr id="164" name="Groep 33"/>
          <p:cNvGrpSpPr/>
          <p:nvPr/>
        </p:nvGrpSpPr>
        <p:grpSpPr>
          <a:xfrm>
            <a:off x="11552040" y="-1016280"/>
            <a:ext cx="639720" cy="179640"/>
            <a:chOff x="11552040" y="-1016280"/>
            <a:chExt cx="639720" cy="179640"/>
          </a:xfrm>
        </p:grpSpPr>
        <p:sp>
          <p:nvSpPr>
            <p:cNvPr id="165" name="Rechthoek 4"/>
            <p:cNvSpPr/>
            <p:nvPr/>
          </p:nvSpPr>
          <p:spPr>
            <a:xfrm>
              <a:off x="12012120" y="-1016280"/>
              <a:ext cx="179640" cy="179640"/>
            </a:xfrm>
            <a:prstGeom prst="rect">
              <a:avLst/>
            </a:prstGeom>
            <a:solidFill>
              <a:schemeClr val="tx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66" name="Rechthoek 6"/>
            <p:cNvSpPr/>
            <p:nvPr/>
          </p:nvSpPr>
          <p:spPr>
            <a:xfrm>
              <a:off x="11782080" y="-1016280"/>
              <a:ext cx="179640" cy="179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67" name="Rechthoek 8"/>
            <p:cNvSpPr/>
            <p:nvPr/>
          </p:nvSpPr>
          <p:spPr>
            <a:xfrm>
              <a:off x="11552040" y="-1016280"/>
              <a:ext cx="179640" cy="179640"/>
            </a:xfrm>
            <a:prstGeom prst="rect">
              <a:avLst/>
            </a:prstGeom>
            <a:solidFill>
              <a:schemeClr val="accent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68" name="Tekstvak 9"/>
          <p:cNvSpPr/>
          <p:nvPr/>
        </p:nvSpPr>
        <p:spPr>
          <a:xfrm>
            <a:off x="10669320" y="-672840"/>
            <a:ext cx="151272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GB" sz="1100" spc="-1" strike="noStrike" cap="all">
                <a:solidFill>
                  <a:srgbClr val="00a6d6"/>
                </a:solidFill>
                <a:latin typeface="Arial"/>
                <a:ea typeface="Arial"/>
              </a:rPr>
              <a:t>secondary colors</a:t>
            </a:r>
            <a:endParaRPr b="0" lang="en-US" sz="1100" spc="-1" strike="noStrike">
              <a:latin typeface="Arial"/>
            </a:endParaRPr>
          </a:p>
        </p:txBody>
      </p:sp>
      <p:grpSp>
        <p:nvGrpSpPr>
          <p:cNvPr id="169" name="Groep 32"/>
          <p:cNvGrpSpPr/>
          <p:nvPr/>
        </p:nvGrpSpPr>
        <p:grpSpPr>
          <a:xfrm>
            <a:off x="9687960" y="-411120"/>
            <a:ext cx="2503800" cy="179640"/>
            <a:chOff x="9687960" y="-411120"/>
            <a:chExt cx="2503800" cy="179640"/>
          </a:xfrm>
        </p:grpSpPr>
        <p:sp>
          <p:nvSpPr>
            <p:cNvPr id="170" name="Rechthoek 10"/>
            <p:cNvSpPr/>
            <p:nvPr/>
          </p:nvSpPr>
          <p:spPr>
            <a:xfrm>
              <a:off x="12012120" y="-411120"/>
              <a:ext cx="179640" cy="179640"/>
            </a:xfrm>
            <a:prstGeom prst="rect">
              <a:avLst/>
            </a:prstGeom>
            <a:solidFill>
              <a:srgbClr val="009b77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1" name="Rechthoek 13"/>
            <p:cNvSpPr/>
            <p:nvPr/>
          </p:nvSpPr>
          <p:spPr>
            <a:xfrm>
              <a:off x="11782080" y="-411120"/>
              <a:ext cx="179640" cy="179640"/>
            </a:xfrm>
            <a:prstGeom prst="rect">
              <a:avLst/>
            </a:prstGeom>
            <a:solidFill>
              <a:srgbClr val="6cc24a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2" name="Rechthoek 18"/>
            <p:cNvSpPr/>
            <p:nvPr/>
          </p:nvSpPr>
          <p:spPr>
            <a:xfrm>
              <a:off x="11552040" y="-411120"/>
              <a:ext cx="179640" cy="179640"/>
            </a:xfrm>
            <a:prstGeom prst="rect">
              <a:avLst/>
            </a:prstGeom>
            <a:solidFill>
              <a:srgbClr val="ffb81c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3" name="Rechthoek 21"/>
            <p:cNvSpPr/>
            <p:nvPr/>
          </p:nvSpPr>
          <p:spPr>
            <a:xfrm>
              <a:off x="11315880" y="-411120"/>
              <a:ext cx="179640" cy="179640"/>
            </a:xfrm>
            <a:prstGeom prst="rect">
              <a:avLst/>
            </a:prstGeom>
            <a:solidFill>
              <a:srgbClr val="ec684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4" name="Rechthoek 22"/>
            <p:cNvSpPr/>
            <p:nvPr/>
          </p:nvSpPr>
          <p:spPr>
            <a:xfrm>
              <a:off x="11086200" y="-411120"/>
              <a:ext cx="179640" cy="179640"/>
            </a:xfrm>
            <a:prstGeom prst="rect">
              <a:avLst/>
            </a:prstGeom>
            <a:solidFill>
              <a:srgbClr val="e03c3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5" name="Rechthoek 23"/>
            <p:cNvSpPr/>
            <p:nvPr/>
          </p:nvSpPr>
          <p:spPr>
            <a:xfrm>
              <a:off x="10856160" y="-411120"/>
              <a:ext cx="179640" cy="179640"/>
            </a:xfrm>
            <a:prstGeom prst="rect">
              <a:avLst/>
            </a:prstGeom>
            <a:solidFill>
              <a:srgbClr val="a50034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6" name="Rechthoek 24"/>
            <p:cNvSpPr/>
            <p:nvPr/>
          </p:nvSpPr>
          <p:spPr>
            <a:xfrm>
              <a:off x="10620000" y="-411120"/>
              <a:ext cx="179640" cy="179640"/>
            </a:xfrm>
            <a:prstGeom prst="rect">
              <a:avLst/>
            </a:prstGeom>
            <a:solidFill>
              <a:srgbClr val="ef60a3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7" name="Rechthoek 25"/>
            <p:cNvSpPr/>
            <p:nvPr/>
          </p:nvSpPr>
          <p:spPr>
            <a:xfrm>
              <a:off x="10383840" y="-411120"/>
              <a:ext cx="179640" cy="179640"/>
            </a:xfrm>
            <a:prstGeom prst="rect">
              <a:avLst/>
            </a:prstGeom>
            <a:solidFill>
              <a:srgbClr val="6f1d77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8" name="Rechthoek 26"/>
            <p:cNvSpPr/>
            <p:nvPr/>
          </p:nvSpPr>
          <p:spPr>
            <a:xfrm>
              <a:off x="10153800" y="-411120"/>
              <a:ext cx="179640" cy="179640"/>
            </a:xfrm>
            <a:prstGeom prst="rect">
              <a:avLst/>
            </a:prstGeom>
            <a:solidFill>
              <a:srgbClr val="0076c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9" name="Rechthoek 30"/>
            <p:cNvSpPr/>
            <p:nvPr/>
          </p:nvSpPr>
          <p:spPr>
            <a:xfrm>
              <a:off x="9924120" y="-411120"/>
              <a:ext cx="179640" cy="179640"/>
            </a:xfrm>
            <a:prstGeom prst="rect">
              <a:avLst/>
            </a:prstGeom>
            <a:solidFill>
              <a:srgbClr val="00b8c8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0" name="Rechthoek 31"/>
            <p:cNvSpPr/>
            <p:nvPr/>
          </p:nvSpPr>
          <p:spPr>
            <a:xfrm>
              <a:off x="9687960" y="-411120"/>
              <a:ext cx="179640" cy="179640"/>
            </a:xfrm>
            <a:prstGeom prst="rect">
              <a:avLst/>
            </a:prstGeom>
            <a:solidFill>
              <a:srgbClr val="0c2340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81" name="Groep 50"/>
          <p:cNvGrpSpPr/>
          <p:nvPr/>
        </p:nvGrpSpPr>
        <p:grpSpPr>
          <a:xfrm>
            <a:off x="721080" y="6216840"/>
            <a:ext cx="960840" cy="381240"/>
            <a:chOff x="721080" y="6216840"/>
            <a:chExt cx="960840" cy="381240"/>
          </a:xfrm>
        </p:grpSpPr>
        <p:sp>
          <p:nvSpPr>
            <p:cNvPr id="182" name="Vrije vorm: vorm 42"/>
            <p:cNvSpPr/>
            <p:nvPr/>
          </p:nvSpPr>
          <p:spPr>
            <a:xfrm>
              <a:off x="911520" y="6405480"/>
              <a:ext cx="176760" cy="192240"/>
            </a:xfrm>
            <a:custGeom>
              <a:avLst/>
              <a:gdLst/>
              <a:ahLst/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solidFill>
              <a:srgbClr val="00a6d6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3" name="Vrije vorm: vorm 43"/>
            <p:cNvSpPr/>
            <p:nvPr/>
          </p:nvSpPr>
          <p:spPr>
            <a:xfrm>
              <a:off x="721080" y="6405480"/>
              <a:ext cx="165960" cy="188280"/>
            </a:xfrm>
            <a:custGeom>
              <a:avLst/>
              <a:gdLst/>
              <a:ahLst/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4" name="Vrije vorm: vorm 44"/>
            <p:cNvSpPr/>
            <p:nvPr/>
          </p:nvSpPr>
          <p:spPr>
            <a:xfrm>
              <a:off x="771120" y="6216840"/>
              <a:ext cx="174960" cy="176760"/>
            </a:xfrm>
            <a:custGeom>
              <a:avLst/>
              <a:gdLst/>
              <a:ahLst/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5" name="Vrije vorm: vorm 45"/>
            <p:cNvSpPr/>
            <p:nvPr/>
          </p:nvSpPr>
          <p:spPr>
            <a:xfrm>
              <a:off x="1315080" y="6459120"/>
              <a:ext cx="116280" cy="138960"/>
            </a:xfrm>
            <a:custGeom>
              <a:avLst/>
              <a:gdLst/>
              <a:ahLst/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6" name="Vrije vorm: vorm 46"/>
            <p:cNvSpPr/>
            <p:nvPr/>
          </p:nvSpPr>
          <p:spPr>
            <a:xfrm>
              <a:off x="1461240" y="6405480"/>
              <a:ext cx="24120" cy="188280"/>
            </a:xfrm>
            <a:custGeom>
              <a:avLst/>
              <a:gdLst/>
              <a:ahLst/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7" name="Vrije vorm: vorm 47"/>
            <p:cNvSpPr/>
            <p:nvPr/>
          </p:nvSpPr>
          <p:spPr>
            <a:xfrm>
              <a:off x="1512720" y="6401520"/>
              <a:ext cx="82440" cy="192240"/>
            </a:xfrm>
            <a:custGeom>
              <a:avLst/>
              <a:gdLst/>
              <a:ahLst/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8" name="Vrije vorm: vorm 48"/>
            <p:cNvSpPr/>
            <p:nvPr/>
          </p:nvSpPr>
          <p:spPr>
            <a:xfrm>
              <a:off x="1605960" y="6427440"/>
              <a:ext cx="75960" cy="170640"/>
            </a:xfrm>
            <a:custGeom>
              <a:avLst/>
              <a:gdLst/>
              <a:ahLst/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9" name="Vrije vorm: vorm 49"/>
            <p:cNvSpPr/>
            <p:nvPr/>
          </p:nvSpPr>
          <p:spPr>
            <a:xfrm>
              <a:off x="1140480" y="6405480"/>
              <a:ext cx="150840" cy="188280"/>
            </a:xfrm>
            <a:custGeom>
              <a:avLst/>
              <a:gdLst/>
              <a:ahLst/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90" name="Rechthoek 20"/>
          <p:cNvSpPr/>
          <p:nvPr/>
        </p:nvSpPr>
        <p:spPr>
          <a:xfrm>
            <a:off x="1440" y="-440640"/>
            <a:ext cx="453600" cy="275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vertOverflow="overflow"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GB" sz="1800" spc="-1" strike="noStrike">
                <a:solidFill>
                  <a:srgbClr val="00a6d6"/>
                </a:solidFill>
                <a:latin typeface="Arial"/>
                <a:ea typeface="Arial"/>
              </a:rPr>
              <a:t>Text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1" name="PlaceHolder 1"/>
          <p:cNvSpPr>
            <a:spLocks noGrp="1"/>
          </p:cNvSpPr>
          <p:nvPr>
            <p:ph type="dt" idx="2"/>
          </p:nvPr>
        </p:nvSpPr>
        <p:spPr>
          <a:xfrm>
            <a:off x="10146600" y="6405840"/>
            <a:ext cx="76572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algn="r">
              <a:lnSpc>
                <a:spcPct val="100000"/>
              </a:lnSpc>
              <a:buNone/>
              <a:defRPr b="0" lang="nl-NL" sz="12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nl-NL" sz="1200" spc="-1" strike="noStrike">
                <a:solidFill>
                  <a:srgbClr val="000000"/>
                </a:solidFill>
                <a:latin typeface="Arial"/>
                <a:ea typeface="Arial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sldNum" idx="3"/>
          </p:nvPr>
        </p:nvSpPr>
        <p:spPr>
          <a:xfrm>
            <a:off x="11178360" y="6405840"/>
            <a:ext cx="29088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algn="r">
              <a:lnSpc>
                <a:spcPct val="100000"/>
              </a:lnSpc>
              <a:buNone/>
              <a:defRPr b="1" lang="en-GB" sz="12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5E180E2-F3E2-4730-9925-C08FB0344A7B}" type="slidenum">
              <a:rPr b="1" lang="en-GB" sz="12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body"/>
          </p:nvPr>
        </p:nvSpPr>
        <p:spPr>
          <a:xfrm>
            <a:off x="719280" y="1565280"/>
            <a:ext cx="1075176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71280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Bullet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lvl="1" marL="712800" indent="-3510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71280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Sub-bullet 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Default text</a:t>
            </a:r>
            <a:br>
              <a:rPr sz="2000"/>
            </a:b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GB" sz="3600" spc="-1" strike="noStrike">
                <a:solidFill>
                  <a:srgbClr val="000000"/>
                </a:solidFill>
                <a:latin typeface="Arial"/>
                <a:ea typeface="Arial"/>
              </a:rPr>
              <a:t>Title/Quote</a:t>
            </a:r>
            <a:endParaRPr b="0" lang="nl-NL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GB" sz="2400" spc="-1" strike="noStrike">
                <a:solidFill>
                  <a:srgbClr val="00a6d6"/>
                </a:solidFill>
                <a:latin typeface="Arial"/>
                <a:ea typeface="Arial"/>
              </a:rPr>
              <a:t>Subtitle</a:t>
            </a: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Default text</a:t>
            </a:r>
            <a:br>
              <a:rPr sz="2000"/>
            </a:b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lvl="6"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Numerical bullet</a:t>
            </a:r>
            <a:endParaRPr b="0" lang="nl-NL" sz="2000" spc="-1" strike="noStrike">
              <a:solidFill>
                <a:srgbClr val="00a6d6"/>
              </a:solidFill>
              <a:latin typeface="Arial"/>
            </a:endParaRPr>
          </a:p>
          <a:p>
            <a:pPr lvl="7"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Font typeface="Arial"/>
              <a:buAutoNum type="alphaLcPeriod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Alphabetical bullet</a:t>
            </a:r>
            <a:endParaRPr b="0" lang="nl-NL" sz="2000" spc="-1" strike="noStrike">
              <a:solidFill>
                <a:srgbClr val="00a6d6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i="1" lang="en-GB" sz="1600" spc="-1" strike="noStrike">
                <a:solidFill>
                  <a:srgbClr val="000000"/>
                </a:solidFill>
                <a:latin typeface="Arial"/>
                <a:ea typeface="Arial"/>
              </a:rPr>
              <a:t>Source</a:t>
            </a:r>
            <a:endParaRPr b="0" lang="nl-NL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nl-NL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-27360" bIns="350640" anchor="t">
            <a:noAutofit/>
          </a:bodyPr>
          <a:p>
            <a:pPr>
              <a:lnSpc>
                <a:spcPts val="3600"/>
              </a:lnSpc>
              <a:buNone/>
            </a:pPr>
            <a:r>
              <a:rPr b="1" lang="en-GB" sz="3600" spc="-1" strike="noStrike">
                <a:solidFill>
                  <a:srgbClr val="000000"/>
                </a:solidFill>
                <a:latin typeface="Arial"/>
                <a:ea typeface="Arial"/>
              </a:rPr>
              <a:t>Title goes here</a:t>
            </a:r>
            <a:endParaRPr b="0" lang="nl-NL" sz="3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5" name="INSTRUCTION"/>
          <p:cNvGrpSpPr/>
          <p:nvPr/>
        </p:nvGrpSpPr>
        <p:grpSpPr>
          <a:xfrm>
            <a:off x="-3786480" y="0"/>
            <a:ext cx="3693240" cy="5358960"/>
            <a:chOff x="-3786480" y="0"/>
            <a:chExt cx="3693240" cy="5358960"/>
          </a:xfrm>
        </p:grpSpPr>
        <p:sp>
          <p:nvSpPr>
            <p:cNvPr id="196" name="Rechthoek 5"/>
            <p:cNvSpPr/>
            <p:nvPr/>
          </p:nvSpPr>
          <p:spPr>
            <a:xfrm>
              <a:off x="-3786120" y="0"/>
              <a:ext cx="3592800" cy="46411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vertOverflow="overflow" lIns="180000" rIns="180000" tIns="144000" bIns="144000" anchor="t">
              <a:noAutofit/>
            </a:bodyPr>
            <a:p>
              <a:pPr>
                <a:lnSpc>
                  <a:spcPct val="90000"/>
                </a:lnSpc>
                <a:spcBef>
                  <a:spcPts val="601"/>
                </a:spcBef>
                <a:spcAft>
                  <a:spcPts val="601"/>
                </a:spcAft>
                <a:buNone/>
              </a:pPr>
              <a:r>
                <a:rPr b="1" lang="en-GB" sz="1400" spc="-1" strike="noStrike" cap="all">
                  <a:solidFill>
                    <a:srgbClr val="00a6d6"/>
                  </a:solidFill>
                  <a:latin typeface="Calibri"/>
                  <a:ea typeface="Arial"/>
                </a:rPr>
                <a:t>Choosing text levels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197" name="Ovaal 7"/>
            <p:cNvSpPr/>
            <p:nvPr/>
          </p:nvSpPr>
          <p:spPr>
            <a:xfrm>
              <a:off x="-3604320" y="183744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1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198" name="Rechthoek 8"/>
            <p:cNvSpPr/>
            <p:nvPr/>
          </p:nvSpPr>
          <p:spPr>
            <a:xfrm>
              <a:off x="-3319560" y="183744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357120" indent="-357120"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Clr>
                  <a:srgbClr val="00a6d6"/>
                </a:buClr>
                <a:buFont typeface="Calibri"/>
                <a:buChar char="•"/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Bullet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199" name="Ovaal 9"/>
            <p:cNvSpPr/>
            <p:nvPr/>
          </p:nvSpPr>
          <p:spPr>
            <a:xfrm>
              <a:off x="-3604320" y="212868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2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200" name="Rechthoek 10"/>
            <p:cNvSpPr/>
            <p:nvPr/>
          </p:nvSpPr>
          <p:spPr>
            <a:xfrm>
              <a:off x="-3604320" y="1196280"/>
              <a:ext cx="3228840" cy="45900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90000"/>
                </a:lnSpc>
                <a:spcBef>
                  <a:spcPts val="601"/>
                </a:spcBef>
                <a:spcAft>
                  <a:spcPts val="601"/>
                </a:spcAft>
                <a:buNone/>
                <a:tabLst>
                  <a:tab algn="l" pos="0"/>
                </a:tabLst>
              </a:pP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Under the tab </a:t>
              </a:r>
              <a:r>
                <a:rPr b="1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‘Home’</a:t>
              </a: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, use the </a:t>
              </a:r>
              <a:r>
                <a:rPr b="1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list level-buttons</a:t>
              </a: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 to choose a text level. </a:t>
              </a:r>
              <a:br>
                <a:rPr sz="1200"/>
              </a:b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Choose from: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201" name="Rechthoek 11"/>
            <p:cNvSpPr/>
            <p:nvPr/>
          </p:nvSpPr>
          <p:spPr>
            <a:xfrm>
              <a:off x="-3319560" y="212904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716040" indent="-358920"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Clr>
                  <a:srgbClr val="00a6d6"/>
                </a:buClr>
                <a:buFont typeface="Calibri"/>
                <a:buChar char="•"/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Sub-bullet 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202" name="Ovaal 12"/>
            <p:cNvSpPr/>
            <p:nvPr/>
          </p:nvSpPr>
          <p:spPr>
            <a:xfrm>
              <a:off x="-3604320" y="241992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3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203" name="Rechthoek 13"/>
            <p:cNvSpPr/>
            <p:nvPr/>
          </p:nvSpPr>
          <p:spPr>
            <a:xfrm>
              <a:off x="-3319560" y="242028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None/>
                <a:tabLst>
                  <a:tab algn="l" pos="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Default text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204" name="Ovaal 14"/>
            <p:cNvSpPr/>
            <p:nvPr/>
          </p:nvSpPr>
          <p:spPr>
            <a:xfrm>
              <a:off x="-3604320" y="271116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4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205" name="Rechthoek 15"/>
            <p:cNvSpPr/>
            <p:nvPr/>
          </p:nvSpPr>
          <p:spPr>
            <a:xfrm>
              <a:off x="-3319560" y="271152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None/>
                <a:tabLst>
                  <a:tab algn="l" pos="0"/>
                </a:tabLst>
              </a:pPr>
              <a:r>
                <a:rPr b="1" lang="en-GB" sz="2400" spc="-1" strike="noStrike">
                  <a:solidFill>
                    <a:srgbClr val="000000"/>
                  </a:solidFill>
                  <a:latin typeface="Arial"/>
                  <a:ea typeface="Arial"/>
                </a:rPr>
                <a:t>Title/Quote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06" name="Ovaal 16"/>
            <p:cNvSpPr/>
            <p:nvPr/>
          </p:nvSpPr>
          <p:spPr>
            <a:xfrm>
              <a:off x="-3604320" y="300276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5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207" name="Rechthoek 17"/>
            <p:cNvSpPr/>
            <p:nvPr/>
          </p:nvSpPr>
          <p:spPr>
            <a:xfrm>
              <a:off x="-3319560" y="300312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None/>
                <a:tabLst>
                  <a:tab algn="l" pos="0"/>
                </a:tabLst>
              </a:pPr>
              <a:r>
                <a:rPr b="0" lang="en-GB" sz="1800" spc="-1" strike="noStrike">
                  <a:solidFill>
                    <a:srgbClr val="00a6d6"/>
                  </a:solidFill>
                  <a:latin typeface="Arial"/>
                  <a:ea typeface="Arial"/>
                </a:rPr>
                <a:t>Subtitle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208" name="Ovaal 18"/>
            <p:cNvSpPr/>
            <p:nvPr/>
          </p:nvSpPr>
          <p:spPr>
            <a:xfrm>
              <a:off x="-3604320" y="329400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6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209" name="Rechthoek 19"/>
            <p:cNvSpPr/>
            <p:nvPr/>
          </p:nvSpPr>
          <p:spPr>
            <a:xfrm>
              <a:off x="-3319560" y="358596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357120" indent="-357120"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Clr>
                  <a:srgbClr val="00a6d6"/>
                </a:buClr>
                <a:buFont typeface="Arial"/>
                <a:buAutoNum type="arabicPeriod"/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Numerical bullet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210" name="Ovaal 21"/>
            <p:cNvSpPr/>
            <p:nvPr/>
          </p:nvSpPr>
          <p:spPr>
            <a:xfrm>
              <a:off x="-3604320" y="358524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7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211" name="Rechthoek 22"/>
            <p:cNvSpPr/>
            <p:nvPr/>
          </p:nvSpPr>
          <p:spPr>
            <a:xfrm>
              <a:off x="-3325680" y="387720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343080" indent="-343080"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Clr>
                  <a:srgbClr val="00a6d6"/>
                </a:buClr>
                <a:buFont typeface="Arial"/>
                <a:buAutoNum type="alphaLcPeriod"/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Alphabetical bullet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212" name="Ovaal 23"/>
            <p:cNvSpPr/>
            <p:nvPr/>
          </p:nvSpPr>
          <p:spPr>
            <a:xfrm>
              <a:off x="-3604320" y="387648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8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213" name="Rechthoek 24"/>
            <p:cNvSpPr/>
            <p:nvPr/>
          </p:nvSpPr>
          <p:spPr>
            <a:xfrm>
              <a:off x="-3319560" y="416844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None/>
                <a:tabLst>
                  <a:tab algn="l" pos="0"/>
                </a:tabLst>
              </a:pPr>
              <a:r>
                <a:rPr b="0" i="1" lang="en-GB" sz="1200" spc="-1" strike="noStrike">
                  <a:solidFill>
                    <a:srgbClr val="000000"/>
                  </a:solidFill>
                  <a:latin typeface="Arial"/>
                  <a:ea typeface="Arial"/>
                </a:rPr>
                <a:t>Source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214" name="Ovaal 25"/>
            <p:cNvSpPr/>
            <p:nvPr/>
          </p:nvSpPr>
          <p:spPr>
            <a:xfrm>
              <a:off x="-3604320" y="416844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9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215" name="Rechthoek 26"/>
            <p:cNvSpPr/>
            <p:nvPr/>
          </p:nvSpPr>
          <p:spPr>
            <a:xfrm>
              <a:off x="-3319560" y="329436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None/>
                <a:tabLst>
                  <a:tab algn="l" pos="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Default text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216" name="Rechthoek 27"/>
            <p:cNvSpPr/>
            <p:nvPr/>
          </p:nvSpPr>
          <p:spPr>
            <a:xfrm>
              <a:off x="-3786480" y="4531320"/>
              <a:ext cx="3593160" cy="82764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vertOverflow="overflow" lIns="180000" rIns="180000" tIns="144000" bIns="144000" anchor="ctr">
              <a:noAutofit/>
            </a:bodyPr>
            <a:p>
              <a:pPr>
                <a:lnSpc>
                  <a:spcPct val="90000"/>
                </a:lnSpc>
                <a:spcBef>
                  <a:spcPts val="601"/>
                </a:spcBef>
                <a:spcAft>
                  <a:spcPts val="601"/>
                </a:spcAft>
                <a:buNone/>
              </a:pPr>
              <a:r>
                <a:rPr b="1" lang="en-GB" sz="1200" spc="-1" strike="noStrike" cap="all">
                  <a:solidFill>
                    <a:srgbClr val="211f26"/>
                  </a:solidFill>
                  <a:latin typeface="Calibri"/>
                  <a:ea typeface="Arial"/>
                </a:rPr>
                <a:t>Want to know more?</a:t>
              </a:r>
              <a:br>
                <a:rPr sz="1200"/>
              </a:br>
              <a:r>
                <a:rPr b="0" lang="en-GB" sz="1200" spc="-1" strike="noStrike">
                  <a:solidFill>
                    <a:srgbClr val="211f26"/>
                  </a:solidFill>
                  <a:latin typeface="Calibri"/>
                  <a:ea typeface="Arial"/>
                </a:rPr>
                <a:t>Go to the tab</a:t>
              </a:r>
              <a:r>
                <a:rPr b="1" lang="en-GB" sz="1200" spc="-1" strike="noStrike" cap="all">
                  <a:solidFill>
                    <a:srgbClr val="211f26"/>
                  </a:solidFill>
                  <a:latin typeface="Calibri"/>
                  <a:ea typeface="Arial"/>
                </a:rPr>
                <a:t> 'SLIDEBUILDER’ </a:t>
              </a:r>
              <a:r>
                <a:rPr b="0" lang="en-GB" sz="1200" spc="-1" strike="noStrike">
                  <a:solidFill>
                    <a:srgbClr val="211f26"/>
                  </a:solidFill>
                  <a:latin typeface="Calibri"/>
                  <a:ea typeface="Arial"/>
                </a:rPr>
                <a:t>and click</a:t>
              </a:r>
              <a:br>
                <a:rPr sz="1200"/>
              </a:br>
              <a:r>
                <a:rPr b="0" lang="en-GB" sz="1200" spc="-1" strike="noStrike">
                  <a:solidFill>
                    <a:srgbClr val="211f26"/>
                  </a:solidFill>
                  <a:latin typeface="Calibri"/>
                  <a:ea typeface="Arial"/>
                </a:rPr>
                <a:t>on the button </a:t>
              </a:r>
              <a:r>
                <a:rPr b="1" lang="en-GB" sz="1200" spc="-1" strike="noStrike" cap="all">
                  <a:solidFill>
                    <a:srgbClr val="211f26"/>
                  </a:solidFill>
                  <a:latin typeface="Calibri"/>
                  <a:ea typeface="Arial"/>
                </a:rPr>
                <a:t>‘Inspiration'</a:t>
              </a:r>
              <a:endParaRPr b="0" lang="en-US" sz="1200" spc="-1" strike="noStrike">
                <a:latin typeface="Arial"/>
              </a:endParaRPr>
            </a:p>
          </p:txBody>
        </p:sp>
        <p:grpSp>
          <p:nvGrpSpPr>
            <p:cNvPr id="217" name="ICOON_info"/>
            <p:cNvGrpSpPr/>
            <p:nvPr/>
          </p:nvGrpSpPr>
          <p:grpSpPr>
            <a:xfrm>
              <a:off x="-376560" y="4400280"/>
              <a:ext cx="283320" cy="283320"/>
              <a:chOff x="-376560" y="4400280"/>
              <a:chExt cx="283320" cy="283320"/>
            </a:xfrm>
          </p:grpSpPr>
          <p:sp>
            <p:nvSpPr>
              <p:cNvPr id="218" name="Ovaal 76"/>
              <p:cNvSpPr/>
              <p:nvPr/>
            </p:nvSpPr>
            <p:spPr>
              <a:xfrm>
                <a:off x="-356760" y="4419720"/>
                <a:ext cx="244440" cy="24444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19" name="Graphic 163"/>
              <p:cNvSpPr/>
              <p:nvPr/>
            </p:nvSpPr>
            <p:spPr>
              <a:xfrm>
                <a:off x="-376560" y="4400280"/>
                <a:ext cx="283320" cy="283320"/>
              </a:xfrm>
              <a:custGeom>
                <a:avLst/>
                <a:gdLst/>
                <a:ahLst/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20" name="VOORBEELD"/>
            <p:cNvGrpSpPr/>
            <p:nvPr/>
          </p:nvGrpSpPr>
          <p:grpSpPr>
            <a:xfrm>
              <a:off x="-3605400" y="458640"/>
              <a:ext cx="3234240" cy="558720"/>
              <a:chOff x="-3605400" y="458640"/>
              <a:chExt cx="3234240" cy="558720"/>
            </a:xfrm>
          </p:grpSpPr>
          <p:sp>
            <p:nvSpPr>
              <p:cNvPr id="221" name="Rechthoek 36"/>
              <p:cNvSpPr/>
              <p:nvPr/>
            </p:nvSpPr>
            <p:spPr>
              <a:xfrm>
                <a:off x="-3604320" y="458640"/>
                <a:ext cx="393120" cy="183600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numCol="1" spcCol="0" lIns="0" rIns="0" tIns="18000" bIns="0" anchor="t">
                <a:no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1" lang="en-GB" sz="900" spc="-1" strike="noStrike">
                    <a:solidFill>
                      <a:srgbClr val="211f26"/>
                    </a:solidFill>
                    <a:latin typeface="Calibri"/>
                    <a:ea typeface="Arial"/>
                  </a:rPr>
                  <a:t>Home</a:t>
                </a:r>
                <a:endParaRPr b="0" lang="en-US" sz="900" spc="-1" strike="noStrike">
                  <a:latin typeface="Arial"/>
                </a:endParaRPr>
              </a:p>
            </p:txBody>
          </p:sp>
          <p:sp>
            <p:nvSpPr>
              <p:cNvPr id="222" name="Rechthoek 37"/>
              <p:cNvSpPr/>
              <p:nvPr/>
            </p:nvSpPr>
            <p:spPr>
              <a:xfrm>
                <a:off x="-3599280" y="621360"/>
                <a:ext cx="383400" cy="2664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223" name="Groep 38"/>
              <p:cNvGrpSpPr/>
              <p:nvPr/>
            </p:nvGrpSpPr>
            <p:grpSpPr>
              <a:xfrm>
                <a:off x="-3386160" y="830520"/>
                <a:ext cx="139680" cy="110160"/>
                <a:chOff x="-3386160" y="830520"/>
                <a:chExt cx="139680" cy="110160"/>
              </a:xfrm>
            </p:grpSpPr>
            <p:grpSp>
              <p:nvGrpSpPr>
                <p:cNvPr id="224" name="Groep 69"/>
                <p:cNvGrpSpPr/>
                <p:nvPr/>
              </p:nvGrpSpPr>
              <p:grpSpPr>
                <a:xfrm>
                  <a:off x="-3386160" y="830520"/>
                  <a:ext cx="139680" cy="110160"/>
                  <a:chOff x="-3386160" y="830520"/>
                  <a:chExt cx="139680" cy="110160"/>
                </a:xfrm>
              </p:grpSpPr>
              <p:sp>
                <p:nvSpPr>
                  <p:cNvPr id="225" name="Rechte verbindingslijn 71"/>
                  <p:cNvSpPr/>
                  <p:nvPr/>
                </p:nvSpPr>
                <p:spPr>
                  <a:xfrm>
                    <a:off x="-3386160" y="830520"/>
                    <a:ext cx="13968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226" name="Rechte verbindingslijn 72"/>
                  <p:cNvSpPr/>
                  <p:nvPr/>
                </p:nvSpPr>
                <p:spPr>
                  <a:xfrm>
                    <a:off x="-3386160" y="940320"/>
                    <a:ext cx="13968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227" name="Rechte verbindingslijn 73"/>
                  <p:cNvSpPr/>
                  <p:nvPr/>
                </p:nvSpPr>
                <p:spPr>
                  <a:xfrm>
                    <a:off x="-3309480" y="912960"/>
                    <a:ext cx="6300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228" name="Rechte verbindingslijn 74"/>
                  <p:cNvSpPr/>
                  <p:nvPr/>
                </p:nvSpPr>
                <p:spPr>
                  <a:xfrm>
                    <a:off x="-3309480" y="885600"/>
                    <a:ext cx="6300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229" name="Rechte verbindingslijn 75"/>
                  <p:cNvSpPr/>
                  <p:nvPr/>
                </p:nvSpPr>
                <p:spPr>
                  <a:xfrm>
                    <a:off x="-3309480" y="858240"/>
                    <a:ext cx="6300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</p:grpSp>
            <p:sp>
              <p:nvSpPr>
                <p:cNvPr id="230" name="Pijl: rechts 70"/>
                <p:cNvSpPr/>
                <p:nvPr/>
              </p:nvSpPr>
              <p:spPr>
                <a:xfrm>
                  <a:off x="-3386160" y="857160"/>
                  <a:ext cx="57960" cy="55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grpSp>
            <p:nvGrpSpPr>
              <p:cNvPr id="231" name="Groep 39"/>
              <p:cNvGrpSpPr/>
              <p:nvPr/>
            </p:nvGrpSpPr>
            <p:grpSpPr>
              <a:xfrm>
                <a:off x="-3605400" y="830520"/>
                <a:ext cx="139680" cy="110160"/>
                <a:chOff x="-3605400" y="830520"/>
                <a:chExt cx="139680" cy="110160"/>
              </a:xfrm>
            </p:grpSpPr>
            <p:grpSp>
              <p:nvGrpSpPr>
                <p:cNvPr id="232" name="Groep 62"/>
                <p:cNvGrpSpPr/>
                <p:nvPr/>
              </p:nvGrpSpPr>
              <p:grpSpPr>
                <a:xfrm>
                  <a:off x="-3605040" y="830520"/>
                  <a:ext cx="139320" cy="110160"/>
                  <a:chOff x="-3605040" y="830520"/>
                  <a:chExt cx="139320" cy="110160"/>
                </a:xfrm>
              </p:grpSpPr>
              <p:sp>
                <p:nvSpPr>
                  <p:cNvPr id="233" name="Rechte verbindingslijn 64"/>
                  <p:cNvSpPr/>
                  <p:nvPr/>
                </p:nvSpPr>
                <p:spPr>
                  <a:xfrm>
                    <a:off x="-3605040" y="830520"/>
                    <a:ext cx="13932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234" name="Rechte verbindingslijn 65"/>
                  <p:cNvSpPr/>
                  <p:nvPr/>
                </p:nvSpPr>
                <p:spPr>
                  <a:xfrm>
                    <a:off x="-3605040" y="940320"/>
                    <a:ext cx="13932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235" name="Rechte verbindingslijn 66"/>
                  <p:cNvSpPr/>
                  <p:nvPr/>
                </p:nvSpPr>
                <p:spPr>
                  <a:xfrm>
                    <a:off x="-3528360" y="912960"/>
                    <a:ext cx="6264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236" name="Rechte verbindingslijn 67"/>
                  <p:cNvSpPr/>
                  <p:nvPr/>
                </p:nvSpPr>
                <p:spPr>
                  <a:xfrm>
                    <a:off x="-3528360" y="885600"/>
                    <a:ext cx="6264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237" name="Rechte verbindingslijn 68"/>
                  <p:cNvSpPr/>
                  <p:nvPr/>
                </p:nvSpPr>
                <p:spPr>
                  <a:xfrm>
                    <a:off x="-3528360" y="858240"/>
                    <a:ext cx="6264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</p:grpSp>
            <p:sp>
              <p:nvSpPr>
                <p:cNvPr id="238" name="Pijl: rechts 63"/>
                <p:cNvSpPr/>
                <p:nvPr/>
              </p:nvSpPr>
              <p:spPr>
                <a:xfrm flipH="1">
                  <a:off x="-3605760" y="857160"/>
                  <a:ext cx="57960" cy="55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239" name="Rechte verbindingslijn 40"/>
              <p:cNvSpPr/>
              <p:nvPr/>
            </p:nvSpPr>
            <p:spPr>
              <a:xfrm flipV="1">
                <a:off x="-3459600" y="587880"/>
                <a:ext cx="547560" cy="219240"/>
              </a:xfrm>
              <a:prstGeom prst="line">
                <a:avLst/>
              </a:prstGeom>
              <a:ln cap="rnd" w="19050">
                <a:solidFill>
                  <a:srgbClr val="00a6d6"/>
                </a:solidFill>
                <a:round/>
                <a:headEnd len="med" type="oval" w="med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0" name="Rechte verbindingslijn 41"/>
              <p:cNvSpPr/>
              <p:nvPr/>
            </p:nvSpPr>
            <p:spPr>
              <a:xfrm>
                <a:off x="-3224160" y="828360"/>
                <a:ext cx="319320" cy="360"/>
              </a:xfrm>
              <a:prstGeom prst="line">
                <a:avLst/>
              </a:prstGeom>
              <a:ln cap="rnd" w="19050">
                <a:solidFill>
                  <a:srgbClr val="00a6d6"/>
                </a:solidFill>
                <a:round/>
                <a:headEnd len="med" type="oval" w="med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1" name="Rechthoek 42"/>
              <p:cNvSpPr/>
              <p:nvPr/>
            </p:nvSpPr>
            <p:spPr>
              <a:xfrm>
                <a:off x="-2559960" y="512280"/>
                <a:ext cx="2188800" cy="15084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601"/>
                  </a:spcBef>
                  <a:spcAft>
                    <a:spcPts val="601"/>
                  </a:spcAft>
                  <a:buNone/>
                  <a:tabLst>
                    <a:tab algn="l" pos="0"/>
                  </a:tabLst>
                </a:pPr>
                <a:r>
                  <a:rPr b="0" lang="en-GB" sz="1100" spc="-1" strike="noStrike">
                    <a:solidFill>
                      <a:srgbClr val="000000"/>
                    </a:solidFill>
                    <a:latin typeface="Calibri"/>
                    <a:ea typeface="Arial"/>
                  </a:rPr>
                  <a:t>Text level down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242" name="Rechthoek 43"/>
              <p:cNvSpPr/>
              <p:nvPr/>
            </p:nvSpPr>
            <p:spPr>
              <a:xfrm>
                <a:off x="-2559960" y="819720"/>
                <a:ext cx="2188800" cy="14184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601"/>
                  </a:spcBef>
                  <a:spcAft>
                    <a:spcPts val="601"/>
                  </a:spcAft>
                  <a:buNone/>
                  <a:tabLst>
                    <a:tab algn="l" pos="0"/>
                  </a:tabLst>
                </a:pPr>
                <a:r>
                  <a:rPr b="0" lang="en-GB" sz="1100" spc="-1" strike="noStrike">
                    <a:solidFill>
                      <a:srgbClr val="000000"/>
                    </a:solidFill>
                    <a:latin typeface="Calibri"/>
                    <a:ea typeface="Arial"/>
                  </a:rPr>
                  <a:t>Text level up</a:t>
                </a:r>
                <a:endParaRPr b="0" lang="en-US" sz="1100" spc="-1" strike="noStrike">
                  <a:latin typeface="Arial"/>
                </a:endParaRPr>
              </a:p>
            </p:txBody>
          </p:sp>
          <p:grpSp>
            <p:nvGrpSpPr>
              <p:cNvPr id="243" name="Groep 44"/>
              <p:cNvGrpSpPr/>
              <p:nvPr/>
            </p:nvGrpSpPr>
            <p:grpSpPr>
              <a:xfrm>
                <a:off x="-2916720" y="769320"/>
                <a:ext cx="268200" cy="248040"/>
                <a:chOff x="-2916720" y="769320"/>
                <a:chExt cx="268200" cy="248040"/>
              </a:xfrm>
            </p:grpSpPr>
            <p:sp>
              <p:nvSpPr>
                <p:cNvPr id="244" name="Rechthoek 54"/>
                <p:cNvSpPr/>
                <p:nvPr/>
              </p:nvSpPr>
              <p:spPr>
                <a:xfrm>
                  <a:off x="-2916720" y="769320"/>
                  <a:ext cx="268200" cy="248040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grpSp>
              <p:nvGrpSpPr>
                <p:cNvPr id="245" name="Groep 55"/>
                <p:cNvGrpSpPr/>
                <p:nvPr/>
              </p:nvGrpSpPr>
              <p:grpSpPr>
                <a:xfrm>
                  <a:off x="-2866680" y="826920"/>
                  <a:ext cx="168840" cy="132840"/>
                  <a:chOff x="-2866680" y="826920"/>
                  <a:chExt cx="168840" cy="132840"/>
                </a:xfrm>
              </p:grpSpPr>
              <p:sp>
                <p:nvSpPr>
                  <p:cNvPr id="246" name="Rechte verbindingslijn 57"/>
                  <p:cNvSpPr/>
                  <p:nvPr/>
                </p:nvSpPr>
                <p:spPr>
                  <a:xfrm>
                    <a:off x="-2866680" y="826920"/>
                    <a:ext cx="16884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247" name="Rechte verbindingslijn 58"/>
                  <p:cNvSpPr/>
                  <p:nvPr/>
                </p:nvSpPr>
                <p:spPr>
                  <a:xfrm>
                    <a:off x="-2866680" y="959400"/>
                    <a:ext cx="16884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248" name="Rechte verbindingslijn 59"/>
                  <p:cNvSpPr/>
                  <p:nvPr/>
                </p:nvSpPr>
                <p:spPr>
                  <a:xfrm>
                    <a:off x="-2773800" y="926280"/>
                    <a:ext cx="7596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249" name="Rechte verbindingslijn 60"/>
                  <p:cNvSpPr/>
                  <p:nvPr/>
                </p:nvSpPr>
                <p:spPr>
                  <a:xfrm>
                    <a:off x="-2773800" y="893160"/>
                    <a:ext cx="7596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250" name="Rechte verbindingslijn 61"/>
                  <p:cNvSpPr/>
                  <p:nvPr/>
                </p:nvSpPr>
                <p:spPr>
                  <a:xfrm>
                    <a:off x="-2773800" y="860040"/>
                    <a:ext cx="7596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</p:grpSp>
            <p:sp>
              <p:nvSpPr>
                <p:cNvPr id="251" name="Pijl: rechts 56"/>
                <p:cNvSpPr/>
                <p:nvPr/>
              </p:nvSpPr>
              <p:spPr>
                <a:xfrm>
                  <a:off x="-2866680" y="858600"/>
                  <a:ext cx="70200" cy="6768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grpSp>
            <p:nvGrpSpPr>
              <p:cNvPr id="252" name="Groep 45"/>
              <p:cNvGrpSpPr/>
              <p:nvPr/>
            </p:nvGrpSpPr>
            <p:grpSpPr>
              <a:xfrm>
                <a:off x="-2916720" y="460080"/>
                <a:ext cx="268200" cy="248040"/>
                <a:chOff x="-2916720" y="460080"/>
                <a:chExt cx="268200" cy="248040"/>
              </a:xfrm>
            </p:grpSpPr>
            <p:sp>
              <p:nvSpPr>
                <p:cNvPr id="253" name="Rechthoek 46"/>
                <p:cNvSpPr/>
                <p:nvPr/>
              </p:nvSpPr>
              <p:spPr>
                <a:xfrm>
                  <a:off x="-2916720" y="460080"/>
                  <a:ext cx="268200" cy="248040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grpSp>
              <p:nvGrpSpPr>
                <p:cNvPr id="254" name="Groep 47"/>
                <p:cNvGrpSpPr/>
                <p:nvPr/>
              </p:nvGrpSpPr>
              <p:grpSpPr>
                <a:xfrm>
                  <a:off x="-2866680" y="518040"/>
                  <a:ext cx="168840" cy="132840"/>
                  <a:chOff x="-2866680" y="518040"/>
                  <a:chExt cx="168840" cy="132840"/>
                </a:xfrm>
              </p:grpSpPr>
              <p:sp>
                <p:nvSpPr>
                  <p:cNvPr id="255" name="Rechte verbindingslijn 49"/>
                  <p:cNvSpPr/>
                  <p:nvPr/>
                </p:nvSpPr>
                <p:spPr>
                  <a:xfrm>
                    <a:off x="-2866680" y="518040"/>
                    <a:ext cx="16884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256" name="Rechte verbindingslijn 50"/>
                  <p:cNvSpPr/>
                  <p:nvPr/>
                </p:nvSpPr>
                <p:spPr>
                  <a:xfrm>
                    <a:off x="-2866680" y="650520"/>
                    <a:ext cx="16884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257" name="Rechte verbindingslijn 51"/>
                  <p:cNvSpPr/>
                  <p:nvPr/>
                </p:nvSpPr>
                <p:spPr>
                  <a:xfrm>
                    <a:off x="-2773800" y="617400"/>
                    <a:ext cx="7596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258" name="Rechte verbindingslijn 52"/>
                  <p:cNvSpPr/>
                  <p:nvPr/>
                </p:nvSpPr>
                <p:spPr>
                  <a:xfrm>
                    <a:off x="-2773800" y="584280"/>
                    <a:ext cx="7596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259" name="Rechte verbindingslijn 53"/>
                  <p:cNvSpPr/>
                  <p:nvPr/>
                </p:nvSpPr>
                <p:spPr>
                  <a:xfrm>
                    <a:off x="-2773800" y="551160"/>
                    <a:ext cx="7596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</p:grpSp>
            <p:sp>
              <p:nvSpPr>
                <p:cNvPr id="260" name="Pijl: rechts 48"/>
                <p:cNvSpPr/>
                <p:nvPr/>
              </p:nvSpPr>
              <p:spPr>
                <a:xfrm flipH="1">
                  <a:off x="-2867400" y="549720"/>
                  <a:ext cx="70200" cy="6768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</p:grpSp>
        <p:grpSp>
          <p:nvGrpSpPr>
            <p:cNvPr id="261" name="Groep 30"/>
            <p:cNvGrpSpPr/>
            <p:nvPr/>
          </p:nvGrpSpPr>
          <p:grpSpPr>
            <a:xfrm>
              <a:off x="-938520" y="4663080"/>
              <a:ext cx="627480" cy="576360"/>
              <a:chOff x="-938520" y="4663080"/>
              <a:chExt cx="627480" cy="576360"/>
            </a:xfrm>
          </p:grpSpPr>
          <p:grpSp>
            <p:nvGrpSpPr>
              <p:cNvPr id="262" name="Inspireren"/>
              <p:cNvGrpSpPr/>
              <p:nvPr/>
            </p:nvGrpSpPr>
            <p:grpSpPr>
              <a:xfrm>
                <a:off x="-716040" y="4663080"/>
                <a:ext cx="169560" cy="241920"/>
                <a:chOff x="-716040" y="4663080"/>
                <a:chExt cx="169560" cy="241920"/>
              </a:xfrm>
            </p:grpSpPr>
            <p:sp>
              <p:nvSpPr>
                <p:cNvPr id="263" name="Freeform 12"/>
                <p:cNvSpPr/>
                <p:nvPr/>
              </p:nvSpPr>
              <p:spPr>
                <a:xfrm>
                  <a:off x="-666000" y="4749840"/>
                  <a:ext cx="68400" cy="61560"/>
                </a:xfrm>
                <a:custGeom>
                  <a:avLst/>
                  <a:gdLst/>
                  <a:ahLst/>
                  <a:rect l="l" t="t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264" name="Freeform 13"/>
                <p:cNvSpPr/>
                <p:nvPr/>
              </p:nvSpPr>
              <p:spPr>
                <a:xfrm>
                  <a:off x="-661320" y="4881240"/>
                  <a:ext cx="60480" cy="23760"/>
                </a:xfrm>
                <a:custGeom>
                  <a:avLst/>
                  <a:gdLst/>
                  <a:ahLst/>
                  <a:rect l="l" t="t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 rotWithShape="0">
                  <a:gsLst>
                    <a:gs pos="30000">
                      <a:srgbClr val="211f26"/>
                    </a:gs>
                    <a:gs pos="100000">
                      <a:srgbClr val="9d9fa1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265" name="Freeform 14"/>
                <p:cNvSpPr/>
                <p:nvPr/>
              </p:nvSpPr>
              <p:spPr>
                <a:xfrm>
                  <a:off x="-716040" y="4663080"/>
                  <a:ext cx="169560" cy="207720"/>
                </a:xfrm>
                <a:custGeom>
                  <a:avLst/>
                  <a:gdLst/>
                  <a:ahLst/>
                  <a:rect l="l" t="t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 rotWithShape="0">
                  <a:gsLst>
                    <a:gs pos="30000">
                      <a:srgbClr val="211f26"/>
                    </a:gs>
                    <a:gs pos="100000">
                      <a:srgbClr val="9d9fa1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266" name="Tekstvak 32"/>
              <p:cNvSpPr/>
              <p:nvPr/>
            </p:nvSpPr>
            <p:spPr>
              <a:xfrm>
                <a:off x="-938520" y="4917600"/>
                <a:ext cx="627480" cy="321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90000"/>
                  </a:lnSpc>
                  <a:spcBef>
                    <a:spcPts val="601"/>
                  </a:spcBef>
                  <a:spcAft>
                    <a:spcPts val="601"/>
                  </a:spcAft>
                  <a:buNone/>
                  <a:tabLst>
                    <a:tab algn="l" pos="0"/>
                  </a:tabLst>
                </a:pPr>
                <a:r>
                  <a:rPr b="0" lang="en-GB" sz="1000" spc="-1" strike="noStrike">
                    <a:solidFill>
                      <a:srgbClr val="211f26"/>
                    </a:solidFill>
                    <a:latin typeface="Calibri"/>
                    <a:ea typeface="Arial"/>
                  </a:rPr>
                  <a:t>Inspiration</a:t>
                </a:r>
                <a:endParaRPr b="0" lang="en-US" sz="1000" spc="-1" strike="noStrike">
                  <a:latin typeface="Arial"/>
                </a:endParaRPr>
              </a:p>
            </p:txBody>
          </p:sp>
        </p:grp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RID"/>
          <p:cNvGrpSpPr/>
          <p:nvPr/>
        </p:nvGrpSpPr>
        <p:grpSpPr>
          <a:xfrm>
            <a:off x="-11880" y="0"/>
            <a:ext cx="12203640" cy="6857640"/>
            <a:chOff x="-11880" y="0"/>
            <a:chExt cx="12203640" cy="6857640"/>
          </a:xfrm>
        </p:grpSpPr>
        <p:sp>
          <p:nvSpPr>
            <p:cNvPr id="304" name="Rechthoek 7"/>
            <p:cNvSpPr/>
            <p:nvPr/>
          </p:nvSpPr>
          <p:spPr>
            <a:xfrm>
              <a:off x="-11880" y="0"/>
              <a:ext cx="12191760" cy="719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05" name="Rechthoek 11"/>
            <p:cNvSpPr/>
            <p:nvPr/>
          </p:nvSpPr>
          <p:spPr>
            <a:xfrm>
              <a:off x="0" y="0"/>
              <a:ext cx="719640" cy="6857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06" name="Rechthoek 12"/>
            <p:cNvSpPr/>
            <p:nvPr/>
          </p:nvSpPr>
          <p:spPr>
            <a:xfrm>
              <a:off x="11472120" y="0"/>
              <a:ext cx="719640" cy="6857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07" name="Rechthoek 15"/>
            <p:cNvSpPr/>
            <p:nvPr/>
          </p:nvSpPr>
          <p:spPr>
            <a:xfrm>
              <a:off x="0" y="1064520"/>
              <a:ext cx="12191760" cy="539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08" name="Rechthoek 16"/>
            <p:cNvSpPr/>
            <p:nvPr/>
          </p:nvSpPr>
          <p:spPr>
            <a:xfrm>
              <a:off x="0" y="6498000"/>
              <a:ext cx="12191760" cy="359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09" name="Rechthoek 17"/>
            <p:cNvSpPr/>
            <p:nvPr/>
          </p:nvSpPr>
          <p:spPr>
            <a:xfrm>
              <a:off x="0" y="5806080"/>
              <a:ext cx="12191760" cy="539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310" name="Tekstvak 19"/>
          <p:cNvSpPr/>
          <p:nvPr/>
        </p:nvSpPr>
        <p:spPr>
          <a:xfrm>
            <a:off x="7200" y="-636120"/>
            <a:ext cx="5511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GB" sz="1100" spc="-1" strike="noStrike" cap="all">
                <a:solidFill>
                  <a:srgbClr val="00a6d6"/>
                </a:solidFill>
                <a:latin typeface="Arial"/>
                <a:ea typeface="Arial"/>
              </a:rPr>
              <a:t>layout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11" name="Tekstvak 3"/>
          <p:cNvSpPr/>
          <p:nvPr/>
        </p:nvSpPr>
        <p:spPr>
          <a:xfrm>
            <a:off x="10918800" y="-1277640"/>
            <a:ext cx="126612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GB" sz="1100" spc="-1" strike="noStrike" cap="all">
                <a:solidFill>
                  <a:srgbClr val="00a6d6"/>
                </a:solidFill>
                <a:latin typeface="Arial"/>
                <a:ea typeface="Arial"/>
              </a:rPr>
              <a:t>Primary colors</a:t>
            </a:r>
            <a:endParaRPr b="0" lang="en-US" sz="1100" spc="-1" strike="noStrike">
              <a:latin typeface="Arial"/>
            </a:endParaRPr>
          </a:p>
        </p:txBody>
      </p:sp>
      <p:grpSp>
        <p:nvGrpSpPr>
          <p:cNvPr id="312" name="Groep 33"/>
          <p:cNvGrpSpPr/>
          <p:nvPr/>
        </p:nvGrpSpPr>
        <p:grpSpPr>
          <a:xfrm>
            <a:off x="11552040" y="-1016280"/>
            <a:ext cx="639720" cy="179640"/>
            <a:chOff x="11552040" y="-1016280"/>
            <a:chExt cx="639720" cy="179640"/>
          </a:xfrm>
        </p:grpSpPr>
        <p:sp>
          <p:nvSpPr>
            <p:cNvPr id="313" name="Rechthoek 4"/>
            <p:cNvSpPr/>
            <p:nvPr/>
          </p:nvSpPr>
          <p:spPr>
            <a:xfrm>
              <a:off x="12012120" y="-1016280"/>
              <a:ext cx="179640" cy="179640"/>
            </a:xfrm>
            <a:prstGeom prst="rect">
              <a:avLst/>
            </a:prstGeom>
            <a:solidFill>
              <a:schemeClr val="tx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14" name="Rechthoek 6"/>
            <p:cNvSpPr/>
            <p:nvPr/>
          </p:nvSpPr>
          <p:spPr>
            <a:xfrm>
              <a:off x="11782080" y="-1016280"/>
              <a:ext cx="179640" cy="179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15" name="Rechthoek 8"/>
            <p:cNvSpPr/>
            <p:nvPr/>
          </p:nvSpPr>
          <p:spPr>
            <a:xfrm>
              <a:off x="11552040" y="-1016280"/>
              <a:ext cx="179640" cy="179640"/>
            </a:xfrm>
            <a:prstGeom prst="rect">
              <a:avLst/>
            </a:prstGeom>
            <a:solidFill>
              <a:schemeClr val="accent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316" name="Tekstvak 9"/>
          <p:cNvSpPr/>
          <p:nvPr/>
        </p:nvSpPr>
        <p:spPr>
          <a:xfrm>
            <a:off x="10669320" y="-672840"/>
            <a:ext cx="151272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GB" sz="1100" spc="-1" strike="noStrike" cap="all">
                <a:solidFill>
                  <a:srgbClr val="00a6d6"/>
                </a:solidFill>
                <a:latin typeface="Arial"/>
                <a:ea typeface="Arial"/>
              </a:rPr>
              <a:t>secondary colors</a:t>
            </a:r>
            <a:endParaRPr b="0" lang="en-US" sz="1100" spc="-1" strike="noStrike">
              <a:latin typeface="Arial"/>
            </a:endParaRPr>
          </a:p>
        </p:txBody>
      </p:sp>
      <p:grpSp>
        <p:nvGrpSpPr>
          <p:cNvPr id="317" name="Groep 32"/>
          <p:cNvGrpSpPr/>
          <p:nvPr/>
        </p:nvGrpSpPr>
        <p:grpSpPr>
          <a:xfrm>
            <a:off x="9687960" y="-411120"/>
            <a:ext cx="2503800" cy="179640"/>
            <a:chOff x="9687960" y="-411120"/>
            <a:chExt cx="2503800" cy="179640"/>
          </a:xfrm>
        </p:grpSpPr>
        <p:sp>
          <p:nvSpPr>
            <p:cNvPr id="318" name="Rechthoek 10"/>
            <p:cNvSpPr/>
            <p:nvPr/>
          </p:nvSpPr>
          <p:spPr>
            <a:xfrm>
              <a:off x="12012120" y="-411120"/>
              <a:ext cx="179640" cy="179640"/>
            </a:xfrm>
            <a:prstGeom prst="rect">
              <a:avLst/>
            </a:prstGeom>
            <a:solidFill>
              <a:srgbClr val="009b77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19" name="Rechthoek 13"/>
            <p:cNvSpPr/>
            <p:nvPr/>
          </p:nvSpPr>
          <p:spPr>
            <a:xfrm>
              <a:off x="11782080" y="-411120"/>
              <a:ext cx="179640" cy="179640"/>
            </a:xfrm>
            <a:prstGeom prst="rect">
              <a:avLst/>
            </a:prstGeom>
            <a:solidFill>
              <a:srgbClr val="6cc24a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20" name="Rechthoek 18"/>
            <p:cNvSpPr/>
            <p:nvPr/>
          </p:nvSpPr>
          <p:spPr>
            <a:xfrm>
              <a:off x="11552040" y="-411120"/>
              <a:ext cx="179640" cy="179640"/>
            </a:xfrm>
            <a:prstGeom prst="rect">
              <a:avLst/>
            </a:prstGeom>
            <a:solidFill>
              <a:srgbClr val="ffb81c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21" name="Rechthoek 21"/>
            <p:cNvSpPr/>
            <p:nvPr/>
          </p:nvSpPr>
          <p:spPr>
            <a:xfrm>
              <a:off x="11315880" y="-411120"/>
              <a:ext cx="179640" cy="179640"/>
            </a:xfrm>
            <a:prstGeom prst="rect">
              <a:avLst/>
            </a:prstGeom>
            <a:solidFill>
              <a:srgbClr val="ec684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22" name="Rechthoek 22"/>
            <p:cNvSpPr/>
            <p:nvPr/>
          </p:nvSpPr>
          <p:spPr>
            <a:xfrm>
              <a:off x="11086200" y="-411120"/>
              <a:ext cx="179640" cy="179640"/>
            </a:xfrm>
            <a:prstGeom prst="rect">
              <a:avLst/>
            </a:prstGeom>
            <a:solidFill>
              <a:srgbClr val="e03c3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23" name="Rechthoek 23"/>
            <p:cNvSpPr/>
            <p:nvPr/>
          </p:nvSpPr>
          <p:spPr>
            <a:xfrm>
              <a:off x="10856160" y="-411120"/>
              <a:ext cx="179640" cy="179640"/>
            </a:xfrm>
            <a:prstGeom prst="rect">
              <a:avLst/>
            </a:prstGeom>
            <a:solidFill>
              <a:srgbClr val="a50034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24" name="Rechthoek 24"/>
            <p:cNvSpPr/>
            <p:nvPr/>
          </p:nvSpPr>
          <p:spPr>
            <a:xfrm>
              <a:off x="10620000" y="-411120"/>
              <a:ext cx="179640" cy="179640"/>
            </a:xfrm>
            <a:prstGeom prst="rect">
              <a:avLst/>
            </a:prstGeom>
            <a:solidFill>
              <a:srgbClr val="ef60a3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25" name="Rechthoek 25"/>
            <p:cNvSpPr/>
            <p:nvPr/>
          </p:nvSpPr>
          <p:spPr>
            <a:xfrm>
              <a:off x="10383840" y="-411120"/>
              <a:ext cx="179640" cy="179640"/>
            </a:xfrm>
            <a:prstGeom prst="rect">
              <a:avLst/>
            </a:prstGeom>
            <a:solidFill>
              <a:srgbClr val="6f1d77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26" name="Rechthoek 26"/>
            <p:cNvSpPr/>
            <p:nvPr/>
          </p:nvSpPr>
          <p:spPr>
            <a:xfrm>
              <a:off x="10153800" y="-411120"/>
              <a:ext cx="179640" cy="179640"/>
            </a:xfrm>
            <a:prstGeom prst="rect">
              <a:avLst/>
            </a:prstGeom>
            <a:solidFill>
              <a:srgbClr val="0076c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27" name="Rechthoek 30"/>
            <p:cNvSpPr/>
            <p:nvPr/>
          </p:nvSpPr>
          <p:spPr>
            <a:xfrm>
              <a:off x="9924120" y="-411120"/>
              <a:ext cx="179640" cy="179640"/>
            </a:xfrm>
            <a:prstGeom prst="rect">
              <a:avLst/>
            </a:prstGeom>
            <a:solidFill>
              <a:srgbClr val="00b8c8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28" name="Rechthoek 31"/>
            <p:cNvSpPr/>
            <p:nvPr/>
          </p:nvSpPr>
          <p:spPr>
            <a:xfrm>
              <a:off x="9687960" y="-411120"/>
              <a:ext cx="179640" cy="179640"/>
            </a:xfrm>
            <a:prstGeom prst="rect">
              <a:avLst/>
            </a:prstGeom>
            <a:solidFill>
              <a:srgbClr val="0c2340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329" name="Groep 50"/>
          <p:cNvGrpSpPr/>
          <p:nvPr/>
        </p:nvGrpSpPr>
        <p:grpSpPr>
          <a:xfrm>
            <a:off x="721080" y="6216840"/>
            <a:ext cx="960840" cy="381240"/>
            <a:chOff x="721080" y="6216840"/>
            <a:chExt cx="960840" cy="381240"/>
          </a:xfrm>
        </p:grpSpPr>
        <p:sp>
          <p:nvSpPr>
            <p:cNvPr id="330" name="Vrije vorm: vorm 42"/>
            <p:cNvSpPr/>
            <p:nvPr/>
          </p:nvSpPr>
          <p:spPr>
            <a:xfrm>
              <a:off x="911520" y="6405480"/>
              <a:ext cx="176760" cy="192240"/>
            </a:xfrm>
            <a:custGeom>
              <a:avLst/>
              <a:gdLst/>
              <a:ahLst/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solidFill>
              <a:srgbClr val="00a6d6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1" name="Vrije vorm: vorm 43"/>
            <p:cNvSpPr/>
            <p:nvPr/>
          </p:nvSpPr>
          <p:spPr>
            <a:xfrm>
              <a:off x="721080" y="6405480"/>
              <a:ext cx="165960" cy="188280"/>
            </a:xfrm>
            <a:custGeom>
              <a:avLst/>
              <a:gdLst/>
              <a:ahLst/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2" name="Vrije vorm: vorm 44"/>
            <p:cNvSpPr/>
            <p:nvPr/>
          </p:nvSpPr>
          <p:spPr>
            <a:xfrm>
              <a:off x="771120" y="6216840"/>
              <a:ext cx="174960" cy="176760"/>
            </a:xfrm>
            <a:custGeom>
              <a:avLst/>
              <a:gdLst/>
              <a:ahLst/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3" name="Vrije vorm: vorm 45"/>
            <p:cNvSpPr/>
            <p:nvPr/>
          </p:nvSpPr>
          <p:spPr>
            <a:xfrm>
              <a:off x="1315080" y="6459120"/>
              <a:ext cx="116280" cy="138960"/>
            </a:xfrm>
            <a:custGeom>
              <a:avLst/>
              <a:gdLst/>
              <a:ahLst/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4" name="Vrije vorm: vorm 46"/>
            <p:cNvSpPr/>
            <p:nvPr/>
          </p:nvSpPr>
          <p:spPr>
            <a:xfrm>
              <a:off x="1461240" y="6405480"/>
              <a:ext cx="24120" cy="188280"/>
            </a:xfrm>
            <a:custGeom>
              <a:avLst/>
              <a:gdLst/>
              <a:ahLst/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5" name="Vrije vorm: vorm 47"/>
            <p:cNvSpPr/>
            <p:nvPr/>
          </p:nvSpPr>
          <p:spPr>
            <a:xfrm>
              <a:off x="1512720" y="6401520"/>
              <a:ext cx="82440" cy="192240"/>
            </a:xfrm>
            <a:custGeom>
              <a:avLst/>
              <a:gdLst/>
              <a:ahLst/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6" name="Vrije vorm: vorm 48"/>
            <p:cNvSpPr/>
            <p:nvPr/>
          </p:nvSpPr>
          <p:spPr>
            <a:xfrm>
              <a:off x="1605960" y="6427440"/>
              <a:ext cx="75960" cy="170640"/>
            </a:xfrm>
            <a:custGeom>
              <a:avLst/>
              <a:gdLst/>
              <a:ahLst/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7" name="Vrije vorm: vorm 49"/>
            <p:cNvSpPr/>
            <p:nvPr/>
          </p:nvSpPr>
          <p:spPr>
            <a:xfrm>
              <a:off x="1140480" y="6405480"/>
              <a:ext cx="150840" cy="188280"/>
            </a:xfrm>
            <a:custGeom>
              <a:avLst/>
              <a:gdLst/>
              <a:ahLst/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38" name="Rechthoek 20"/>
          <p:cNvSpPr/>
          <p:nvPr/>
        </p:nvSpPr>
        <p:spPr>
          <a:xfrm>
            <a:off x="3960" y="-440640"/>
            <a:ext cx="1000800" cy="275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vertOverflow="overflow"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GB" sz="1800" spc="-1" strike="noStrike">
                <a:solidFill>
                  <a:srgbClr val="00a6d6"/>
                </a:solidFill>
                <a:latin typeface="Arial"/>
                <a:ea typeface="Arial"/>
              </a:rPr>
              <a:t>Title only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39" name="PlaceHolder 1"/>
          <p:cNvSpPr>
            <a:spLocks noGrp="1"/>
          </p:cNvSpPr>
          <p:nvPr>
            <p:ph type="dt" idx="4"/>
          </p:nvPr>
        </p:nvSpPr>
        <p:spPr>
          <a:xfrm>
            <a:off x="10146600" y="6405840"/>
            <a:ext cx="76572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algn="r">
              <a:lnSpc>
                <a:spcPct val="100000"/>
              </a:lnSpc>
              <a:buNone/>
              <a:defRPr b="0" lang="nl-NL" sz="12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nl-NL" sz="1200" spc="-1" strike="noStrike">
                <a:solidFill>
                  <a:srgbClr val="000000"/>
                </a:solidFill>
                <a:latin typeface="Arial"/>
                <a:ea typeface="Arial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 type="sldNum" idx="5"/>
          </p:nvPr>
        </p:nvSpPr>
        <p:spPr>
          <a:xfrm>
            <a:off x="11178360" y="6405840"/>
            <a:ext cx="29088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algn="r">
              <a:lnSpc>
                <a:spcPct val="100000"/>
              </a:lnSpc>
              <a:buNone/>
              <a:defRPr b="1" lang="en-GB" sz="12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C80F810-87FA-4EF9-AF60-52E5386CAE70}" type="slidenum">
              <a:rPr b="1" lang="en-GB" sz="12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-27360" bIns="350640" anchor="t">
            <a:noAutofit/>
          </a:bodyPr>
          <a:p>
            <a:pPr>
              <a:lnSpc>
                <a:spcPts val="3600"/>
              </a:lnSpc>
              <a:buNone/>
            </a:pPr>
            <a:r>
              <a:rPr b="1" lang="en-GB" sz="3600" spc="-1" strike="noStrike">
                <a:solidFill>
                  <a:srgbClr val="000000"/>
                </a:solidFill>
                <a:latin typeface="Arial"/>
                <a:ea typeface="Arial"/>
              </a:rPr>
              <a:t>Title goes here</a:t>
            </a:r>
            <a:endParaRPr b="0" lang="nl-NL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712800"/>
              </a:tabLst>
            </a:pPr>
            <a:r>
              <a:rPr b="0" lang="nl-NL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712800"/>
              </a:tabLst>
            </a:pPr>
            <a:r>
              <a:rPr b="0" lang="nl-NL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712800"/>
              </a:tabLst>
            </a:pPr>
            <a:r>
              <a:rPr b="1" lang="nl-NL" sz="36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1" lang="nl-NL" sz="3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712800"/>
              </a:tabLst>
            </a:pPr>
            <a:r>
              <a:rPr b="0" lang="nl-NL" sz="2400" spc="-1" strike="noStrike">
                <a:solidFill>
                  <a:srgbClr val="00a6d6"/>
                </a:solidFill>
                <a:latin typeface="Arial"/>
              </a:rPr>
              <a:t>Fourth Outline Level</a:t>
            </a:r>
            <a:endParaRPr b="0" lang="nl-NL" sz="2400" spc="-1" strike="noStrike">
              <a:solidFill>
                <a:srgbClr val="00a6d6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712800"/>
              </a:tabLst>
            </a:pPr>
            <a:r>
              <a:rPr b="0" lang="nl-NL" sz="2000" spc="-1" strike="noStrike">
                <a:solidFill>
                  <a:srgbClr val="00a6d6"/>
                </a:solidFill>
                <a:latin typeface="Arial"/>
              </a:rPr>
              <a:t>Fifth Outline Level</a:t>
            </a:r>
            <a:endParaRPr b="0" lang="nl-NL" sz="2000" spc="-1" strike="noStrike">
              <a:solidFill>
                <a:srgbClr val="00a6d6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712800"/>
              </a:tabLst>
            </a:pPr>
            <a:r>
              <a:rPr b="0" lang="nl-NL" sz="2000" spc="-1" strike="noStrike">
                <a:solidFill>
                  <a:srgbClr val="00a6d6"/>
                </a:solidFill>
                <a:latin typeface="Arial"/>
              </a:rPr>
              <a:t>Sixth Outline Level</a:t>
            </a:r>
            <a:endParaRPr b="0" lang="nl-NL" sz="2000" spc="-1" strike="noStrike">
              <a:solidFill>
                <a:srgbClr val="00a6d6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712800"/>
              </a:tabLst>
            </a:pPr>
            <a:r>
              <a:rPr b="0" lang="nl-NL" sz="2000" spc="-1" strike="noStrike">
                <a:solidFill>
                  <a:srgbClr val="00a6d6"/>
                </a:solidFill>
                <a:latin typeface="Arial"/>
              </a:rPr>
              <a:t>Seventh Outline Level</a:t>
            </a:r>
            <a:endParaRPr b="0" lang="nl-NL" sz="2000" spc="-1" strike="noStrike">
              <a:solidFill>
                <a:srgbClr val="00a6d6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" name="GRID"/>
          <p:cNvGrpSpPr/>
          <p:nvPr/>
        </p:nvGrpSpPr>
        <p:grpSpPr>
          <a:xfrm>
            <a:off x="-11880" y="0"/>
            <a:ext cx="12203640" cy="6857640"/>
            <a:chOff x="-11880" y="0"/>
            <a:chExt cx="12203640" cy="6857640"/>
          </a:xfrm>
        </p:grpSpPr>
        <p:sp>
          <p:nvSpPr>
            <p:cNvPr id="380" name="Rechthoek 7"/>
            <p:cNvSpPr/>
            <p:nvPr/>
          </p:nvSpPr>
          <p:spPr>
            <a:xfrm>
              <a:off x="-11880" y="0"/>
              <a:ext cx="12191760" cy="719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81" name="Rechthoek 11"/>
            <p:cNvSpPr/>
            <p:nvPr/>
          </p:nvSpPr>
          <p:spPr>
            <a:xfrm>
              <a:off x="0" y="0"/>
              <a:ext cx="719640" cy="6857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82" name="Rechthoek 12"/>
            <p:cNvSpPr/>
            <p:nvPr/>
          </p:nvSpPr>
          <p:spPr>
            <a:xfrm>
              <a:off x="11472120" y="0"/>
              <a:ext cx="719640" cy="6857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83" name="Rechthoek 15"/>
            <p:cNvSpPr/>
            <p:nvPr/>
          </p:nvSpPr>
          <p:spPr>
            <a:xfrm>
              <a:off x="0" y="1064520"/>
              <a:ext cx="12191760" cy="539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84" name="Rechthoek 16"/>
            <p:cNvSpPr/>
            <p:nvPr/>
          </p:nvSpPr>
          <p:spPr>
            <a:xfrm>
              <a:off x="0" y="6498000"/>
              <a:ext cx="12191760" cy="359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85" name="Rechthoek 17"/>
            <p:cNvSpPr/>
            <p:nvPr/>
          </p:nvSpPr>
          <p:spPr>
            <a:xfrm>
              <a:off x="0" y="5806080"/>
              <a:ext cx="12191760" cy="539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386" name="Tekstvak 19"/>
          <p:cNvSpPr/>
          <p:nvPr/>
        </p:nvSpPr>
        <p:spPr>
          <a:xfrm>
            <a:off x="7200" y="-636120"/>
            <a:ext cx="5511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GB" sz="1100" spc="-1" strike="noStrike" cap="all">
                <a:solidFill>
                  <a:srgbClr val="00a6d6"/>
                </a:solidFill>
                <a:latin typeface="Arial"/>
                <a:ea typeface="Arial"/>
              </a:rPr>
              <a:t>layout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87" name="Tekstvak 3"/>
          <p:cNvSpPr/>
          <p:nvPr/>
        </p:nvSpPr>
        <p:spPr>
          <a:xfrm>
            <a:off x="10918800" y="-1277640"/>
            <a:ext cx="126612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GB" sz="1100" spc="-1" strike="noStrike" cap="all">
                <a:solidFill>
                  <a:srgbClr val="00a6d6"/>
                </a:solidFill>
                <a:latin typeface="Arial"/>
                <a:ea typeface="Arial"/>
              </a:rPr>
              <a:t>Primary colors</a:t>
            </a:r>
            <a:endParaRPr b="0" lang="en-US" sz="1100" spc="-1" strike="noStrike">
              <a:latin typeface="Arial"/>
            </a:endParaRPr>
          </a:p>
        </p:txBody>
      </p:sp>
      <p:grpSp>
        <p:nvGrpSpPr>
          <p:cNvPr id="388" name="Groep 33"/>
          <p:cNvGrpSpPr/>
          <p:nvPr/>
        </p:nvGrpSpPr>
        <p:grpSpPr>
          <a:xfrm>
            <a:off x="11552040" y="-1016280"/>
            <a:ext cx="639720" cy="179640"/>
            <a:chOff x="11552040" y="-1016280"/>
            <a:chExt cx="639720" cy="179640"/>
          </a:xfrm>
        </p:grpSpPr>
        <p:sp>
          <p:nvSpPr>
            <p:cNvPr id="389" name="Rechthoek 4"/>
            <p:cNvSpPr/>
            <p:nvPr/>
          </p:nvSpPr>
          <p:spPr>
            <a:xfrm>
              <a:off x="12012120" y="-1016280"/>
              <a:ext cx="179640" cy="179640"/>
            </a:xfrm>
            <a:prstGeom prst="rect">
              <a:avLst/>
            </a:prstGeom>
            <a:solidFill>
              <a:schemeClr val="tx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90" name="Rechthoek 6"/>
            <p:cNvSpPr/>
            <p:nvPr/>
          </p:nvSpPr>
          <p:spPr>
            <a:xfrm>
              <a:off x="11782080" y="-1016280"/>
              <a:ext cx="179640" cy="179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91" name="Rechthoek 8"/>
            <p:cNvSpPr/>
            <p:nvPr/>
          </p:nvSpPr>
          <p:spPr>
            <a:xfrm>
              <a:off x="11552040" y="-1016280"/>
              <a:ext cx="179640" cy="179640"/>
            </a:xfrm>
            <a:prstGeom prst="rect">
              <a:avLst/>
            </a:prstGeom>
            <a:solidFill>
              <a:schemeClr val="accent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392" name="Tekstvak 9"/>
          <p:cNvSpPr/>
          <p:nvPr/>
        </p:nvSpPr>
        <p:spPr>
          <a:xfrm>
            <a:off x="10669320" y="-672840"/>
            <a:ext cx="151272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GB" sz="1100" spc="-1" strike="noStrike" cap="all">
                <a:solidFill>
                  <a:srgbClr val="00a6d6"/>
                </a:solidFill>
                <a:latin typeface="Arial"/>
                <a:ea typeface="Arial"/>
              </a:rPr>
              <a:t>secondary colors</a:t>
            </a:r>
            <a:endParaRPr b="0" lang="en-US" sz="1100" spc="-1" strike="noStrike">
              <a:latin typeface="Arial"/>
            </a:endParaRPr>
          </a:p>
        </p:txBody>
      </p:sp>
      <p:grpSp>
        <p:nvGrpSpPr>
          <p:cNvPr id="393" name="Groep 32"/>
          <p:cNvGrpSpPr/>
          <p:nvPr/>
        </p:nvGrpSpPr>
        <p:grpSpPr>
          <a:xfrm>
            <a:off x="9687960" y="-411120"/>
            <a:ext cx="2503800" cy="179640"/>
            <a:chOff x="9687960" y="-411120"/>
            <a:chExt cx="2503800" cy="179640"/>
          </a:xfrm>
        </p:grpSpPr>
        <p:sp>
          <p:nvSpPr>
            <p:cNvPr id="394" name="Rechthoek 10"/>
            <p:cNvSpPr/>
            <p:nvPr/>
          </p:nvSpPr>
          <p:spPr>
            <a:xfrm>
              <a:off x="12012120" y="-411120"/>
              <a:ext cx="179640" cy="179640"/>
            </a:xfrm>
            <a:prstGeom prst="rect">
              <a:avLst/>
            </a:prstGeom>
            <a:solidFill>
              <a:srgbClr val="009b77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95" name="Rechthoek 13"/>
            <p:cNvSpPr/>
            <p:nvPr/>
          </p:nvSpPr>
          <p:spPr>
            <a:xfrm>
              <a:off x="11782080" y="-411120"/>
              <a:ext cx="179640" cy="179640"/>
            </a:xfrm>
            <a:prstGeom prst="rect">
              <a:avLst/>
            </a:prstGeom>
            <a:solidFill>
              <a:srgbClr val="6cc24a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96" name="Rechthoek 18"/>
            <p:cNvSpPr/>
            <p:nvPr/>
          </p:nvSpPr>
          <p:spPr>
            <a:xfrm>
              <a:off x="11552040" y="-411120"/>
              <a:ext cx="179640" cy="179640"/>
            </a:xfrm>
            <a:prstGeom prst="rect">
              <a:avLst/>
            </a:prstGeom>
            <a:solidFill>
              <a:srgbClr val="ffb81c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97" name="Rechthoek 21"/>
            <p:cNvSpPr/>
            <p:nvPr/>
          </p:nvSpPr>
          <p:spPr>
            <a:xfrm>
              <a:off x="11315880" y="-411120"/>
              <a:ext cx="179640" cy="179640"/>
            </a:xfrm>
            <a:prstGeom prst="rect">
              <a:avLst/>
            </a:prstGeom>
            <a:solidFill>
              <a:srgbClr val="ec684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98" name="Rechthoek 22"/>
            <p:cNvSpPr/>
            <p:nvPr/>
          </p:nvSpPr>
          <p:spPr>
            <a:xfrm>
              <a:off x="11086200" y="-411120"/>
              <a:ext cx="179640" cy="179640"/>
            </a:xfrm>
            <a:prstGeom prst="rect">
              <a:avLst/>
            </a:prstGeom>
            <a:solidFill>
              <a:srgbClr val="e03c3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99" name="Rechthoek 23"/>
            <p:cNvSpPr/>
            <p:nvPr/>
          </p:nvSpPr>
          <p:spPr>
            <a:xfrm>
              <a:off x="10856160" y="-411120"/>
              <a:ext cx="179640" cy="179640"/>
            </a:xfrm>
            <a:prstGeom prst="rect">
              <a:avLst/>
            </a:prstGeom>
            <a:solidFill>
              <a:srgbClr val="a50034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00" name="Rechthoek 24"/>
            <p:cNvSpPr/>
            <p:nvPr/>
          </p:nvSpPr>
          <p:spPr>
            <a:xfrm>
              <a:off x="10620000" y="-411120"/>
              <a:ext cx="179640" cy="179640"/>
            </a:xfrm>
            <a:prstGeom prst="rect">
              <a:avLst/>
            </a:prstGeom>
            <a:solidFill>
              <a:srgbClr val="ef60a3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01" name="Rechthoek 25"/>
            <p:cNvSpPr/>
            <p:nvPr/>
          </p:nvSpPr>
          <p:spPr>
            <a:xfrm>
              <a:off x="10383840" y="-411120"/>
              <a:ext cx="179640" cy="179640"/>
            </a:xfrm>
            <a:prstGeom prst="rect">
              <a:avLst/>
            </a:prstGeom>
            <a:solidFill>
              <a:srgbClr val="6f1d77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02" name="Rechthoek 26"/>
            <p:cNvSpPr/>
            <p:nvPr/>
          </p:nvSpPr>
          <p:spPr>
            <a:xfrm>
              <a:off x="10153800" y="-411120"/>
              <a:ext cx="179640" cy="179640"/>
            </a:xfrm>
            <a:prstGeom prst="rect">
              <a:avLst/>
            </a:prstGeom>
            <a:solidFill>
              <a:srgbClr val="0076c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03" name="Rechthoek 30"/>
            <p:cNvSpPr/>
            <p:nvPr/>
          </p:nvSpPr>
          <p:spPr>
            <a:xfrm>
              <a:off x="9924120" y="-411120"/>
              <a:ext cx="179640" cy="179640"/>
            </a:xfrm>
            <a:prstGeom prst="rect">
              <a:avLst/>
            </a:prstGeom>
            <a:solidFill>
              <a:srgbClr val="00b8c8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04" name="Rechthoek 31"/>
            <p:cNvSpPr/>
            <p:nvPr/>
          </p:nvSpPr>
          <p:spPr>
            <a:xfrm>
              <a:off x="9687960" y="-411120"/>
              <a:ext cx="179640" cy="179640"/>
            </a:xfrm>
            <a:prstGeom prst="rect">
              <a:avLst/>
            </a:prstGeom>
            <a:solidFill>
              <a:srgbClr val="0c2340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405" name="Groep 50"/>
          <p:cNvGrpSpPr/>
          <p:nvPr/>
        </p:nvGrpSpPr>
        <p:grpSpPr>
          <a:xfrm>
            <a:off x="721080" y="6216840"/>
            <a:ext cx="960840" cy="381240"/>
            <a:chOff x="721080" y="6216840"/>
            <a:chExt cx="960840" cy="381240"/>
          </a:xfrm>
        </p:grpSpPr>
        <p:sp>
          <p:nvSpPr>
            <p:cNvPr id="406" name="Vrije vorm: vorm 42"/>
            <p:cNvSpPr/>
            <p:nvPr/>
          </p:nvSpPr>
          <p:spPr>
            <a:xfrm>
              <a:off x="911520" y="6405480"/>
              <a:ext cx="176760" cy="192240"/>
            </a:xfrm>
            <a:custGeom>
              <a:avLst/>
              <a:gdLst/>
              <a:ahLst/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solidFill>
              <a:srgbClr val="00a6d6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7" name="Vrije vorm: vorm 43"/>
            <p:cNvSpPr/>
            <p:nvPr/>
          </p:nvSpPr>
          <p:spPr>
            <a:xfrm>
              <a:off x="721080" y="6405480"/>
              <a:ext cx="165960" cy="188280"/>
            </a:xfrm>
            <a:custGeom>
              <a:avLst/>
              <a:gdLst/>
              <a:ahLst/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8" name="Vrije vorm: vorm 44"/>
            <p:cNvSpPr/>
            <p:nvPr/>
          </p:nvSpPr>
          <p:spPr>
            <a:xfrm>
              <a:off x="771120" y="6216840"/>
              <a:ext cx="174960" cy="176760"/>
            </a:xfrm>
            <a:custGeom>
              <a:avLst/>
              <a:gdLst/>
              <a:ahLst/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9" name="Vrije vorm: vorm 45"/>
            <p:cNvSpPr/>
            <p:nvPr/>
          </p:nvSpPr>
          <p:spPr>
            <a:xfrm>
              <a:off x="1315080" y="6459120"/>
              <a:ext cx="116280" cy="138960"/>
            </a:xfrm>
            <a:custGeom>
              <a:avLst/>
              <a:gdLst/>
              <a:ahLst/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0" name="Vrije vorm: vorm 46"/>
            <p:cNvSpPr/>
            <p:nvPr/>
          </p:nvSpPr>
          <p:spPr>
            <a:xfrm>
              <a:off x="1461240" y="6405480"/>
              <a:ext cx="24120" cy="188280"/>
            </a:xfrm>
            <a:custGeom>
              <a:avLst/>
              <a:gdLst/>
              <a:ahLst/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1" name="Vrije vorm: vorm 47"/>
            <p:cNvSpPr/>
            <p:nvPr/>
          </p:nvSpPr>
          <p:spPr>
            <a:xfrm>
              <a:off x="1512720" y="6401520"/>
              <a:ext cx="82440" cy="192240"/>
            </a:xfrm>
            <a:custGeom>
              <a:avLst/>
              <a:gdLst/>
              <a:ahLst/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2" name="Vrije vorm: vorm 48"/>
            <p:cNvSpPr/>
            <p:nvPr/>
          </p:nvSpPr>
          <p:spPr>
            <a:xfrm>
              <a:off x="1605960" y="6427440"/>
              <a:ext cx="75960" cy="170640"/>
            </a:xfrm>
            <a:custGeom>
              <a:avLst/>
              <a:gdLst/>
              <a:ahLst/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3" name="Vrije vorm: vorm 49"/>
            <p:cNvSpPr/>
            <p:nvPr/>
          </p:nvSpPr>
          <p:spPr>
            <a:xfrm>
              <a:off x="1140480" y="6405480"/>
              <a:ext cx="150840" cy="188280"/>
            </a:xfrm>
            <a:custGeom>
              <a:avLst/>
              <a:gdLst/>
              <a:ahLst/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14" name="Rechthoek 20"/>
          <p:cNvSpPr/>
          <p:nvPr/>
        </p:nvSpPr>
        <p:spPr>
          <a:xfrm>
            <a:off x="1440" y="-440640"/>
            <a:ext cx="453600" cy="275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vertOverflow="overflow"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GB" sz="1800" spc="-1" strike="noStrike">
                <a:solidFill>
                  <a:srgbClr val="00a6d6"/>
                </a:solidFill>
                <a:latin typeface="Arial"/>
                <a:ea typeface="Arial"/>
              </a:rPr>
              <a:t>Text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15" name="PlaceHolder 1"/>
          <p:cNvSpPr>
            <a:spLocks noGrp="1"/>
          </p:cNvSpPr>
          <p:nvPr>
            <p:ph type="dt" idx="6"/>
          </p:nvPr>
        </p:nvSpPr>
        <p:spPr>
          <a:xfrm>
            <a:off x="10146600" y="6405840"/>
            <a:ext cx="76572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algn="r">
              <a:lnSpc>
                <a:spcPct val="100000"/>
              </a:lnSpc>
              <a:buNone/>
              <a:defRPr b="0" lang="nl-NL" sz="12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nl-NL" sz="1200" spc="-1" strike="noStrike">
                <a:solidFill>
                  <a:srgbClr val="000000"/>
                </a:solidFill>
                <a:latin typeface="Arial"/>
                <a:ea typeface="Arial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416" name="PlaceHolder 2"/>
          <p:cNvSpPr>
            <a:spLocks noGrp="1"/>
          </p:cNvSpPr>
          <p:nvPr>
            <p:ph type="sldNum" idx="7"/>
          </p:nvPr>
        </p:nvSpPr>
        <p:spPr>
          <a:xfrm>
            <a:off x="11178360" y="6405840"/>
            <a:ext cx="29088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algn="r">
              <a:lnSpc>
                <a:spcPct val="100000"/>
              </a:lnSpc>
              <a:buNone/>
              <a:defRPr b="1" lang="en-GB" sz="12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2C2FC4D-360C-4007-B0E7-2FE44DD21A7F}" type="slidenum">
              <a:rPr b="1" lang="en-GB" sz="12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body"/>
          </p:nvPr>
        </p:nvSpPr>
        <p:spPr>
          <a:xfrm>
            <a:off x="719280" y="1565280"/>
            <a:ext cx="1075176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71280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Bullet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lvl="1" marL="712800" indent="-3510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71280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Sub-bullet 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Default text</a:t>
            </a:r>
            <a:br>
              <a:rPr sz="2000"/>
            </a:b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GB" sz="3600" spc="-1" strike="noStrike">
                <a:solidFill>
                  <a:srgbClr val="000000"/>
                </a:solidFill>
                <a:latin typeface="Arial"/>
                <a:ea typeface="Arial"/>
              </a:rPr>
              <a:t>Title/Quote</a:t>
            </a:r>
            <a:endParaRPr b="0" lang="nl-NL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GB" sz="2400" spc="-1" strike="noStrike">
                <a:solidFill>
                  <a:srgbClr val="00a6d6"/>
                </a:solidFill>
                <a:latin typeface="Arial"/>
                <a:ea typeface="Arial"/>
              </a:rPr>
              <a:t>Subtitle</a:t>
            </a: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Default text</a:t>
            </a:r>
            <a:br>
              <a:rPr sz="2000"/>
            </a:b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lvl="6"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Numerical bullet</a:t>
            </a:r>
            <a:endParaRPr b="0" lang="nl-NL" sz="2000" spc="-1" strike="noStrike">
              <a:solidFill>
                <a:srgbClr val="00a6d6"/>
              </a:solidFill>
              <a:latin typeface="Arial"/>
            </a:endParaRPr>
          </a:p>
          <a:p>
            <a:pPr lvl="7"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Font typeface="Arial"/>
              <a:buAutoNum type="alphaLcPeriod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Alphabetical bullet</a:t>
            </a:r>
            <a:endParaRPr b="0" lang="nl-NL" sz="2000" spc="-1" strike="noStrike">
              <a:solidFill>
                <a:srgbClr val="00a6d6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i="1" lang="en-GB" sz="1600" spc="-1" strike="noStrike">
                <a:solidFill>
                  <a:srgbClr val="000000"/>
                </a:solidFill>
                <a:latin typeface="Arial"/>
                <a:ea typeface="Arial"/>
              </a:rPr>
              <a:t>Source</a:t>
            </a:r>
            <a:endParaRPr b="0" lang="nl-NL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nl-NL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PlaceHolder 4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-27360" bIns="350640" anchor="t">
            <a:noAutofit/>
          </a:bodyPr>
          <a:p>
            <a:pPr>
              <a:lnSpc>
                <a:spcPts val="3600"/>
              </a:lnSpc>
              <a:buNone/>
            </a:pPr>
            <a:r>
              <a:rPr b="1" lang="en-GB" sz="3600" spc="-1" strike="noStrike">
                <a:solidFill>
                  <a:srgbClr val="000000"/>
                </a:solidFill>
                <a:latin typeface="Arial"/>
                <a:ea typeface="Arial"/>
              </a:rPr>
              <a:t>Title goes here</a:t>
            </a:r>
            <a:endParaRPr b="0" lang="nl-NL" sz="3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19" name="INSTRUCTION"/>
          <p:cNvGrpSpPr/>
          <p:nvPr/>
        </p:nvGrpSpPr>
        <p:grpSpPr>
          <a:xfrm>
            <a:off x="-3786480" y="0"/>
            <a:ext cx="3693240" cy="5358960"/>
            <a:chOff x="-3786480" y="0"/>
            <a:chExt cx="3693240" cy="5358960"/>
          </a:xfrm>
        </p:grpSpPr>
        <p:sp>
          <p:nvSpPr>
            <p:cNvPr id="420" name="Rechthoek 5"/>
            <p:cNvSpPr/>
            <p:nvPr/>
          </p:nvSpPr>
          <p:spPr>
            <a:xfrm>
              <a:off x="-3786120" y="0"/>
              <a:ext cx="3592800" cy="46411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vertOverflow="overflow" lIns="180000" rIns="180000" tIns="144000" bIns="144000" anchor="t">
              <a:noAutofit/>
            </a:bodyPr>
            <a:p>
              <a:pPr>
                <a:lnSpc>
                  <a:spcPct val="90000"/>
                </a:lnSpc>
                <a:spcBef>
                  <a:spcPts val="601"/>
                </a:spcBef>
                <a:spcAft>
                  <a:spcPts val="601"/>
                </a:spcAft>
                <a:buNone/>
              </a:pPr>
              <a:r>
                <a:rPr b="1" lang="en-GB" sz="1400" spc="-1" strike="noStrike" cap="all">
                  <a:solidFill>
                    <a:srgbClr val="00a6d6"/>
                  </a:solidFill>
                  <a:latin typeface="Calibri"/>
                  <a:ea typeface="Arial"/>
                </a:rPr>
                <a:t>Choosing text levels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421" name="Ovaal 7"/>
            <p:cNvSpPr/>
            <p:nvPr/>
          </p:nvSpPr>
          <p:spPr>
            <a:xfrm>
              <a:off x="-3604320" y="183744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1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422" name="Rechthoek 8"/>
            <p:cNvSpPr/>
            <p:nvPr/>
          </p:nvSpPr>
          <p:spPr>
            <a:xfrm>
              <a:off x="-3319560" y="183744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357120" indent="-357120"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Clr>
                  <a:srgbClr val="00a6d6"/>
                </a:buClr>
                <a:buFont typeface="Calibri"/>
                <a:buChar char="•"/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Bullet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423" name="Ovaal 9"/>
            <p:cNvSpPr/>
            <p:nvPr/>
          </p:nvSpPr>
          <p:spPr>
            <a:xfrm>
              <a:off x="-3604320" y="212868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2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424" name="Rechthoek 10"/>
            <p:cNvSpPr/>
            <p:nvPr/>
          </p:nvSpPr>
          <p:spPr>
            <a:xfrm>
              <a:off x="-3604320" y="1196280"/>
              <a:ext cx="3228840" cy="45900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90000"/>
                </a:lnSpc>
                <a:spcBef>
                  <a:spcPts val="601"/>
                </a:spcBef>
                <a:spcAft>
                  <a:spcPts val="601"/>
                </a:spcAft>
                <a:buNone/>
                <a:tabLst>
                  <a:tab algn="l" pos="0"/>
                </a:tabLst>
              </a:pP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Under the tab </a:t>
              </a:r>
              <a:r>
                <a:rPr b="1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‘Home’</a:t>
              </a: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, use the </a:t>
              </a:r>
              <a:r>
                <a:rPr b="1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list level-buttons</a:t>
              </a: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 to choose a text level. </a:t>
              </a:r>
              <a:br>
                <a:rPr sz="1200"/>
              </a:b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Choose from: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425" name="Rechthoek 11"/>
            <p:cNvSpPr/>
            <p:nvPr/>
          </p:nvSpPr>
          <p:spPr>
            <a:xfrm>
              <a:off x="-3319560" y="212904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716040" indent="-358920"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Clr>
                  <a:srgbClr val="00a6d6"/>
                </a:buClr>
                <a:buFont typeface="Calibri"/>
                <a:buChar char="•"/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Sub-bullet 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426" name="Ovaal 12"/>
            <p:cNvSpPr/>
            <p:nvPr/>
          </p:nvSpPr>
          <p:spPr>
            <a:xfrm>
              <a:off x="-3604320" y="241992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3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427" name="Rechthoek 13"/>
            <p:cNvSpPr/>
            <p:nvPr/>
          </p:nvSpPr>
          <p:spPr>
            <a:xfrm>
              <a:off x="-3319560" y="242028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None/>
                <a:tabLst>
                  <a:tab algn="l" pos="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Default text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428" name="Ovaal 14"/>
            <p:cNvSpPr/>
            <p:nvPr/>
          </p:nvSpPr>
          <p:spPr>
            <a:xfrm>
              <a:off x="-3604320" y="271116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4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429" name="Rechthoek 15"/>
            <p:cNvSpPr/>
            <p:nvPr/>
          </p:nvSpPr>
          <p:spPr>
            <a:xfrm>
              <a:off x="-3319560" y="271152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None/>
                <a:tabLst>
                  <a:tab algn="l" pos="0"/>
                </a:tabLst>
              </a:pPr>
              <a:r>
                <a:rPr b="1" lang="en-GB" sz="2400" spc="-1" strike="noStrike">
                  <a:solidFill>
                    <a:srgbClr val="000000"/>
                  </a:solidFill>
                  <a:latin typeface="Arial"/>
                  <a:ea typeface="Arial"/>
                </a:rPr>
                <a:t>Title/Quote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430" name="Ovaal 16"/>
            <p:cNvSpPr/>
            <p:nvPr/>
          </p:nvSpPr>
          <p:spPr>
            <a:xfrm>
              <a:off x="-3604320" y="300276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5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431" name="Rechthoek 17"/>
            <p:cNvSpPr/>
            <p:nvPr/>
          </p:nvSpPr>
          <p:spPr>
            <a:xfrm>
              <a:off x="-3319560" y="300312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None/>
                <a:tabLst>
                  <a:tab algn="l" pos="0"/>
                </a:tabLst>
              </a:pPr>
              <a:r>
                <a:rPr b="0" lang="en-GB" sz="1800" spc="-1" strike="noStrike">
                  <a:solidFill>
                    <a:srgbClr val="00a6d6"/>
                  </a:solidFill>
                  <a:latin typeface="Arial"/>
                  <a:ea typeface="Arial"/>
                </a:rPr>
                <a:t>Subtitle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432" name="Ovaal 18"/>
            <p:cNvSpPr/>
            <p:nvPr/>
          </p:nvSpPr>
          <p:spPr>
            <a:xfrm>
              <a:off x="-3604320" y="329400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6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433" name="Rechthoek 19"/>
            <p:cNvSpPr/>
            <p:nvPr/>
          </p:nvSpPr>
          <p:spPr>
            <a:xfrm>
              <a:off x="-3319560" y="358596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357120" indent="-357120"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Clr>
                  <a:srgbClr val="00a6d6"/>
                </a:buClr>
                <a:buFont typeface="Arial"/>
                <a:buAutoNum type="arabicPeriod"/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Numerical bullet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434" name="Ovaal 21"/>
            <p:cNvSpPr/>
            <p:nvPr/>
          </p:nvSpPr>
          <p:spPr>
            <a:xfrm>
              <a:off x="-3604320" y="358524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7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435" name="Rechthoek 22"/>
            <p:cNvSpPr/>
            <p:nvPr/>
          </p:nvSpPr>
          <p:spPr>
            <a:xfrm>
              <a:off x="-3325680" y="387720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343080" indent="-343080"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Clr>
                  <a:srgbClr val="00a6d6"/>
                </a:buClr>
                <a:buFont typeface="Arial"/>
                <a:buAutoNum type="alphaLcPeriod"/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Alphabetical bullet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436" name="Ovaal 23"/>
            <p:cNvSpPr/>
            <p:nvPr/>
          </p:nvSpPr>
          <p:spPr>
            <a:xfrm>
              <a:off x="-3604320" y="387648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8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437" name="Rechthoek 24"/>
            <p:cNvSpPr/>
            <p:nvPr/>
          </p:nvSpPr>
          <p:spPr>
            <a:xfrm>
              <a:off x="-3319560" y="416844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None/>
                <a:tabLst>
                  <a:tab algn="l" pos="0"/>
                </a:tabLst>
              </a:pPr>
              <a:r>
                <a:rPr b="0" i="1" lang="en-GB" sz="1200" spc="-1" strike="noStrike">
                  <a:solidFill>
                    <a:srgbClr val="000000"/>
                  </a:solidFill>
                  <a:latin typeface="Arial"/>
                  <a:ea typeface="Arial"/>
                </a:rPr>
                <a:t>Source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438" name="Ovaal 25"/>
            <p:cNvSpPr/>
            <p:nvPr/>
          </p:nvSpPr>
          <p:spPr>
            <a:xfrm>
              <a:off x="-3604320" y="416844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9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439" name="Rechthoek 26"/>
            <p:cNvSpPr/>
            <p:nvPr/>
          </p:nvSpPr>
          <p:spPr>
            <a:xfrm>
              <a:off x="-3319560" y="329436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None/>
                <a:tabLst>
                  <a:tab algn="l" pos="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Default text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440" name="Rechthoek 27"/>
            <p:cNvSpPr/>
            <p:nvPr/>
          </p:nvSpPr>
          <p:spPr>
            <a:xfrm>
              <a:off x="-3786480" y="4531320"/>
              <a:ext cx="3593160" cy="82764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vertOverflow="overflow" lIns="180000" rIns="180000" tIns="144000" bIns="144000" anchor="ctr">
              <a:noAutofit/>
            </a:bodyPr>
            <a:p>
              <a:pPr>
                <a:lnSpc>
                  <a:spcPct val="90000"/>
                </a:lnSpc>
                <a:spcBef>
                  <a:spcPts val="601"/>
                </a:spcBef>
                <a:spcAft>
                  <a:spcPts val="601"/>
                </a:spcAft>
                <a:buNone/>
              </a:pPr>
              <a:r>
                <a:rPr b="1" lang="en-GB" sz="1200" spc="-1" strike="noStrike" cap="all">
                  <a:solidFill>
                    <a:srgbClr val="211f26"/>
                  </a:solidFill>
                  <a:latin typeface="Calibri"/>
                  <a:ea typeface="Arial"/>
                </a:rPr>
                <a:t>Want to know more?</a:t>
              </a:r>
              <a:br>
                <a:rPr sz="1200"/>
              </a:br>
              <a:r>
                <a:rPr b="0" lang="en-GB" sz="1200" spc="-1" strike="noStrike">
                  <a:solidFill>
                    <a:srgbClr val="211f26"/>
                  </a:solidFill>
                  <a:latin typeface="Calibri"/>
                  <a:ea typeface="Arial"/>
                </a:rPr>
                <a:t>Go to the tab</a:t>
              </a:r>
              <a:r>
                <a:rPr b="1" lang="en-GB" sz="1200" spc="-1" strike="noStrike" cap="all">
                  <a:solidFill>
                    <a:srgbClr val="211f26"/>
                  </a:solidFill>
                  <a:latin typeface="Calibri"/>
                  <a:ea typeface="Arial"/>
                </a:rPr>
                <a:t> 'SLIDEBUILDER’ </a:t>
              </a:r>
              <a:r>
                <a:rPr b="0" lang="en-GB" sz="1200" spc="-1" strike="noStrike">
                  <a:solidFill>
                    <a:srgbClr val="211f26"/>
                  </a:solidFill>
                  <a:latin typeface="Calibri"/>
                  <a:ea typeface="Arial"/>
                </a:rPr>
                <a:t>and click</a:t>
              </a:r>
              <a:br>
                <a:rPr sz="1200"/>
              </a:br>
              <a:r>
                <a:rPr b="0" lang="en-GB" sz="1200" spc="-1" strike="noStrike">
                  <a:solidFill>
                    <a:srgbClr val="211f26"/>
                  </a:solidFill>
                  <a:latin typeface="Calibri"/>
                  <a:ea typeface="Arial"/>
                </a:rPr>
                <a:t>on the button </a:t>
              </a:r>
              <a:r>
                <a:rPr b="1" lang="en-GB" sz="1200" spc="-1" strike="noStrike" cap="all">
                  <a:solidFill>
                    <a:srgbClr val="211f26"/>
                  </a:solidFill>
                  <a:latin typeface="Calibri"/>
                  <a:ea typeface="Arial"/>
                </a:rPr>
                <a:t>‘Inspiration'</a:t>
              </a:r>
              <a:endParaRPr b="0" lang="en-US" sz="1200" spc="-1" strike="noStrike">
                <a:latin typeface="Arial"/>
              </a:endParaRPr>
            </a:p>
          </p:txBody>
        </p:sp>
        <p:grpSp>
          <p:nvGrpSpPr>
            <p:cNvPr id="441" name="ICOON_info"/>
            <p:cNvGrpSpPr/>
            <p:nvPr/>
          </p:nvGrpSpPr>
          <p:grpSpPr>
            <a:xfrm>
              <a:off x="-376560" y="4400280"/>
              <a:ext cx="283320" cy="283320"/>
              <a:chOff x="-376560" y="4400280"/>
              <a:chExt cx="283320" cy="283320"/>
            </a:xfrm>
          </p:grpSpPr>
          <p:sp>
            <p:nvSpPr>
              <p:cNvPr id="442" name="Ovaal 76"/>
              <p:cNvSpPr/>
              <p:nvPr/>
            </p:nvSpPr>
            <p:spPr>
              <a:xfrm>
                <a:off x="-356760" y="4419720"/>
                <a:ext cx="244440" cy="24444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443" name="Graphic 163"/>
              <p:cNvSpPr/>
              <p:nvPr/>
            </p:nvSpPr>
            <p:spPr>
              <a:xfrm>
                <a:off x="-376560" y="4400280"/>
                <a:ext cx="283320" cy="283320"/>
              </a:xfrm>
              <a:custGeom>
                <a:avLst/>
                <a:gdLst/>
                <a:ahLst/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44" name="VOORBEELD"/>
            <p:cNvGrpSpPr/>
            <p:nvPr/>
          </p:nvGrpSpPr>
          <p:grpSpPr>
            <a:xfrm>
              <a:off x="-3605400" y="458640"/>
              <a:ext cx="3234240" cy="558720"/>
              <a:chOff x="-3605400" y="458640"/>
              <a:chExt cx="3234240" cy="558720"/>
            </a:xfrm>
          </p:grpSpPr>
          <p:sp>
            <p:nvSpPr>
              <p:cNvPr id="445" name="Rechthoek 36"/>
              <p:cNvSpPr/>
              <p:nvPr/>
            </p:nvSpPr>
            <p:spPr>
              <a:xfrm>
                <a:off x="-3604320" y="458640"/>
                <a:ext cx="393120" cy="183600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numCol="1" spcCol="0" lIns="0" rIns="0" tIns="18000" bIns="0" anchor="t">
                <a:no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1" lang="en-GB" sz="900" spc="-1" strike="noStrike">
                    <a:solidFill>
                      <a:srgbClr val="211f26"/>
                    </a:solidFill>
                    <a:latin typeface="Calibri"/>
                    <a:ea typeface="Arial"/>
                  </a:rPr>
                  <a:t>Home</a:t>
                </a:r>
                <a:endParaRPr b="0" lang="en-US" sz="900" spc="-1" strike="noStrike">
                  <a:latin typeface="Arial"/>
                </a:endParaRPr>
              </a:p>
            </p:txBody>
          </p:sp>
          <p:sp>
            <p:nvSpPr>
              <p:cNvPr id="446" name="Rechthoek 37"/>
              <p:cNvSpPr/>
              <p:nvPr/>
            </p:nvSpPr>
            <p:spPr>
              <a:xfrm>
                <a:off x="-3599280" y="621360"/>
                <a:ext cx="383400" cy="2664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447" name="Groep 38"/>
              <p:cNvGrpSpPr/>
              <p:nvPr/>
            </p:nvGrpSpPr>
            <p:grpSpPr>
              <a:xfrm>
                <a:off x="-3386160" y="830520"/>
                <a:ext cx="139680" cy="110160"/>
                <a:chOff x="-3386160" y="830520"/>
                <a:chExt cx="139680" cy="110160"/>
              </a:xfrm>
            </p:grpSpPr>
            <p:grpSp>
              <p:nvGrpSpPr>
                <p:cNvPr id="448" name="Groep 69"/>
                <p:cNvGrpSpPr/>
                <p:nvPr/>
              </p:nvGrpSpPr>
              <p:grpSpPr>
                <a:xfrm>
                  <a:off x="-3386160" y="830520"/>
                  <a:ext cx="139680" cy="110160"/>
                  <a:chOff x="-3386160" y="830520"/>
                  <a:chExt cx="139680" cy="110160"/>
                </a:xfrm>
              </p:grpSpPr>
              <p:sp>
                <p:nvSpPr>
                  <p:cNvPr id="449" name="Rechte verbindingslijn 71"/>
                  <p:cNvSpPr/>
                  <p:nvPr/>
                </p:nvSpPr>
                <p:spPr>
                  <a:xfrm>
                    <a:off x="-3386160" y="830520"/>
                    <a:ext cx="13968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450" name="Rechte verbindingslijn 72"/>
                  <p:cNvSpPr/>
                  <p:nvPr/>
                </p:nvSpPr>
                <p:spPr>
                  <a:xfrm>
                    <a:off x="-3386160" y="940320"/>
                    <a:ext cx="13968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451" name="Rechte verbindingslijn 73"/>
                  <p:cNvSpPr/>
                  <p:nvPr/>
                </p:nvSpPr>
                <p:spPr>
                  <a:xfrm>
                    <a:off x="-3309480" y="912960"/>
                    <a:ext cx="6300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452" name="Rechte verbindingslijn 74"/>
                  <p:cNvSpPr/>
                  <p:nvPr/>
                </p:nvSpPr>
                <p:spPr>
                  <a:xfrm>
                    <a:off x="-3309480" y="885600"/>
                    <a:ext cx="6300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453" name="Rechte verbindingslijn 75"/>
                  <p:cNvSpPr/>
                  <p:nvPr/>
                </p:nvSpPr>
                <p:spPr>
                  <a:xfrm>
                    <a:off x="-3309480" y="858240"/>
                    <a:ext cx="6300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</p:grpSp>
            <p:sp>
              <p:nvSpPr>
                <p:cNvPr id="454" name="Pijl: rechts 70"/>
                <p:cNvSpPr/>
                <p:nvPr/>
              </p:nvSpPr>
              <p:spPr>
                <a:xfrm>
                  <a:off x="-3386160" y="857160"/>
                  <a:ext cx="57960" cy="55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grpSp>
            <p:nvGrpSpPr>
              <p:cNvPr id="455" name="Groep 39"/>
              <p:cNvGrpSpPr/>
              <p:nvPr/>
            </p:nvGrpSpPr>
            <p:grpSpPr>
              <a:xfrm>
                <a:off x="-3605400" y="830520"/>
                <a:ext cx="139680" cy="110160"/>
                <a:chOff x="-3605400" y="830520"/>
                <a:chExt cx="139680" cy="110160"/>
              </a:xfrm>
            </p:grpSpPr>
            <p:grpSp>
              <p:nvGrpSpPr>
                <p:cNvPr id="456" name="Groep 62"/>
                <p:cNvGrpSpPr/>
                <p:nvPr/>
              </p:nvGrpSpPr>
              <p:grpSpPr>
                <a:xfrm>
                  <a:off x="-3605040" y="830520"/>
                  <a:ext cx="139320" cy="110160"/>
                  <a:chOff x="-3605040" y="830520"/>
                  <a:chExt cx="139320" cy="110160"/>
                </a:xfrm>
              </p:grpSpPr>
              <p:sp>
                <p:nvSpPr>
                  <p:cNvPr id="457" name="Rechte verbindingslijn 64"/>
                  <p:cNvSpPr/>
                  <p:nvPr/>
                </p:nvSpPr>
                <p:spPr>
                  <a:xfrm>
                    <a:off x="-3605040" y="830520"/>
                    <a:ext cx="13932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458" name="Rechte verbindingslijn 65"/>
                  <p:cNvSpPr/>
                  <p:nvPr/>
                </p:nvSpPr>
                <p:spPr>
                  <a:xfrm>
                    <a:off x="-3605040" y="940320"/>
                    <a:ext cx="13932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459" name="Rechte verbindingslijn 66"/>
                  <p:cNvSpPr/>
                  <p:nvPr/>
                </p:nvSpPr>
                <p:spPr>
                  <a:xfrm>
                    <a:off x="-3528360" y="912960"/>
                    <a:ext cx="6264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460" name="Rechte verbindingslijn 67"/>
                  <p:cNvSpPr/>
                  <p:nvPr/>
                </p:nvSpPr>
                <p:spPr>
                  <a:xfrm>
                    <a:off x="-3528360" y="885600"/>
                    <a:ext cx="6264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461" name="Rechte verbindingslijn 68"/>
                  <p:cNvSpPr/>
                  <p:nvPr/>
                </p:nvSpPr>
                <p:spPr>
                  <a:xfrm>
                    <a:off x="-3528360" y="858240"/>
                    <a:ext cx="6264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</p:grpSp>
            <p:sp>
              <p:nvSpPr>
                <p:cNvPr id="462" name="Pijl: rechts 63"/>
                <p:cNvSpPr/>
                <p:nvPr/>
              </p:nvSpPr>
              <p:spPr>
                <a:xfrm flipH="1">
                  <a:off x="-3605760" y="857160"/>
                  <a:ext cx="57960" cy="55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463" name="Rechte verbindingslijn 40"/>
              <p:cNvSpPr/>
              <p:nvPr/>
            </p:nvSpPr>
            <p:spPr>
              <a:xfrm flipV="1">
                <a:off x="-3459600" y="587880"/>
                <a:ext cx="547560" cy="219240"/>
              </a:xfrm>
              <a:prstGeom prst="line">
                <a:avLst/>
              </a:prstGeom>
              <a:ln cap="rnd" w="19050">
                <a:solidFill>
                  <a:srgbClr val="00a6d6"/>
                </a:solidFill>
                <a:round/>
                <a:headEnd len="med" type="oval" w="med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4" name="Rechte verbindingslijn 41"/>
              <p:cNvSpPr/>
              <p:nvPr/>
            </p:nvSpPr>
            <p:spPr>
              <a:xfrm>
                <a:off x="-3224160" y="828360"/>
                <a:ext cx="319320" cy="360"/>
              </a:xfrm>
              <a:prstGeom prst="line">
                <a:avLst/>
              </a:prstGeom>
              <a:ln cap="rnd" w="19050">
                <a:solidFill>
                  <a:srgbClr val="00a6d6"/>
                </a:solidFill>
                <a:round/>
                <a:headEnd len="med" type="oval" w="med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5" name="Rechthoek 42"/>
              <p:cNvSpPr/>
              <p:nvPr/>
            </p:nvSpPr>
            <p:spPr>
              <a:xfrm>
                <a:off x="-2559960" y="512280"/>
                <a:ext cx="2188800" cy="15084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601"/>
                  </a:spcBef>
                  <a:spcAft>
                    <a:spcPts val="601"/>
                  </a:spcAft>
                  <a:buNone/>
                  <a:tabLst>
                    <a:tab algn="l" pos="0"/>
                  </a:tabLst>
                </a:pPr>
                <a:r>
                  <a:rPr b="0" lang="en-GB" sz="1100" spc="-1" strike="noStrike">
                    <a:solidFill>
                      <a:srgbClr val="000000"/>
                    </a:solidFill>
                    <a:latin typeface="Calibri"/>
                    <a:ea typeface="Arial"/>
                  </a:rPr>
                  <a:t>Text level down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466" name="Rechthoek 43"/>
              <p:cNvSpPr/>
              <p:nvPr/>
            </p:nvSpPr>
            <p:spPr>
              <a:xfrm>
                <a:off x="-2559960" y="819720"/>
                <a:ext cx="2188800" cy="14184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601"/>
                  </a:spcBef>
                  <a:spcAft>
                    <a:spcPts val="601"/>
                  </a:spcAft>
                  <a:buNone/>
                  <a:tabLst>
                    <a:tab algn="l" pos="0"/>
                  </a:tabLst>
                </a:pPr>
                <a:r>
                  <a:rPr b="0" lang="en-GB" sz="1100" spc="-1" strike="noStrike">
                    <a:solidFill>
                      <a:srgbClr val="000000"/>
                    </a:solidFill>
                    <a:latin typeface="Calibri"/>
                    <a:ea typeface="Arial"/>
                  </a:rPr>
                  <a:t>Text level up</a:t>
                </a:r>
                <a:endParaRPr b="0" lang="en-US" sz="1100" spc="-1" strike="noStrike">
                  <a:latin typeface="Arial"/>
                </a:endParaRPr>
              </a:p>
            </p:txBody>
          </p:sp>
          <p:grpSp>
            <p:nvGrpSpPr>
              <p:cNvPr id="467" name="Groep 44"/>
              <p:cNvGrpSpPr/>
              <p:nvPr/>
            </p:nvGrpSpPr>
            <p:grpSpPr>
              <a:xfrm>
                <a:off x="-2916720" y="769320"/>
                <a:ext cx="268200" cy="248040"/>
                <a:chOff x="-2916720" y="769320"/>
                <a:chExt cx="268200" cy="248040"/>
              </a:xfrm>
            </p:grpSpPr>
            <p:sp>
              <p:nvSpPr>
                <p:cNvPr id="468" name="Rechthoek 54"/>
                <p:cNvSpPr/>
                <p:nvPr/>
              </p:nvSpPr>
              <p:spPr>
                <a:xfrm>
                  <a:off x="-2916720" y="769320"/>
                  <a:ext cx="268200" cy="248040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grpSp>
              <p:nvGrpSpPr>
                <p:cNvPr id="469" name="Groep 55"/>
                <p:cNvGrpSpPr/>
                <p:nvPr/>
              </p:nvGrpSpPr>
              <p:grpSpPr>
                <a:xfrm>
                  <a:off x="-2866680" y="826920"/>
                  <a:ext cx="168840" cy="132840"/>
                  <a:chOff x="-2866680" y="826920"/>
                  <a:chExt cx="168840" cy="132840"/>
                </a:xfrm>
              </p:grpSpPr>
              <p:sp>
                <p:nvSpPr>
                  <p:cNvPr id="470" name="Rechte verbindingslijn 57"/>
                  <p:cNvSpPr/>
                  <p:nvPr/>
                </p:nvSpPr>
                <p:spPr>
                  <a:xfrm>
                    <a:off x="-2866680" y="826920"/>
                    <a:ext cx="16884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471" name="Rechte verbindingslijn 58"/>
                  <p:cNvSpPr/>
                  <p:nvPr/>
                </p:nvSpPr>
                <p:spPr>
                  <a:xfrm>
                    <a:off x="-2866680" y="959400"/>
                    <a:ext cx="16884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472" name="Rechte verbindingslijn 59"/>
                  <p:cNvSpPr/>
                  <p:nvPr/>
                </p:nvSpPr>
                <p:spPr>
                  <a:xfrm>
                    <a:off x="-2773800" y="926280"/>
                    <a:ext cx="7596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473" name="Rechte verbindingslijn 60"/>
                  <p:cNvSpPr/>
                  <p:nvPr/>
                </p:nvSpPr>
                <p:spPr>
                  <a:xfrm>
                    <a:off x="-2773800" y="893160"/>
                    <a:ext cx="7596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474" name="Rechte verbindingslijn 61"/>
                  <p:cNvSpPr/>
                  <p:nvPr/>
                </p:nvSpPr>
                <p:spPr>
                  <a:xfrm>
                    <a:off x="-2773800" y="860040"/>
                    <a:ext cx="7596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</p:grpSp>
            <p:sp>
              <p:nvSpPr>
                <p:cNvPr id="475" name="Pijl: rechts 56"/>
                <p:cNvSpPr/>
                <p:nvPr/>
              </p:nvSpPr>
              <p:spPr>
                <a:xfrm>
                  <a:off x="-2866680" y="858600"/>
                  <a:ext cx="70200" cy="6768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grpSp>
            <p:nvGrpSpPr>
              <p:cNvPr id="476" name="Groep 45"/>
              <p:cNvGrpSpPr/>
              <p:nvPr/>
            </p:nvGrpSpPr>
            <p:grpSpPr>
              <a:xfrm>
                <a:off x="-2916720" y="460080"/>
                <a:ext cx="268200" cy="248040"/>
                <a:chOff x="-2916720" y="460080"/>
                <a:chExt cx="268200" cy="248040"/>
              </a:xfrm>
            </p:grpSpPr>
            <p:sp>
              <p:nvSpPr>
                <p:cNvPr id="477" name="Rechthoek 46"/>
                <p:cNvSpPr/>
                <p:nvPr/>
              </p:nvSpPr>
              <p:spPr>
                <a:xfrm>
                  <a:off x="-2916720" y="460080"/>
                  <a:ext cx="268200" cy="248040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grpSp>
              <p:nvGrpSpPr>
                <p:cNvPr id="478" name="Groep 47"/>
                <p:cNvGrpSpPr/>
                <p:nvPr/>
              </p:nvGrpSpPr>
              <p:grpSpPr>
                <a:xfrm>
                  <a:off x="-2866680" y="518040"/>
                  <a:ext cx="168840" cy="132840"/>
                  <a:chOff x="-2866680" y="518040"/>
                  <a:chExt cx="168840" cy="132840"/>
                </a:xfrm>
              </p:grpSpPr>
              <p:sp>
                <p:nvSpPr>
                  <p:cNvPr id="479" name="Rechte verbindingslijn 49"/>
                  <p:cNvSpPr/>
                  <p:nvPr/>
                </p:nvSpPr>
                <p:spPr>
                  <a:xfrm>
                    <a:off x="-2866680" y="518040"/>
                    <a:ext cx="16884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480" name="Rechte verbindingslijn 50"/>
                  <p:cNvSpPr/>
                  <p:nvPr/>
                </p:nvSpPr>
                <p:spPr>
                  <a:xfrm>
                    <a:off x="-2866680" y="650520"/>
                    <a:ext cx="16884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481" name="Rechte verbindingslijn 51"/>
                  <p:cNvSpPr/>
                  <p:nvPr/>
                </p:nvSpPr>
                <p:spPr>
                  <a:xfrm>
                    <a:off x="-2773800" y="617400"/>
                    <a:ext cx="7596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482" name="Rechte verbindingslijn 52"/>
                  <p:cNvSpPr/>
                  <p:nvPr/>
                </p:nvSpPr>
                <p:spPr>
                  <a:xfrm>
                    <a:off x="-2773800" y="584280"/>
                    <a:ext cx="7596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483" name="Rechte verbindingslijn 53"/>
                  <p:cNvSpPr/>
                  <p:nvPr/>
                </p:nvSpPr>
                <p:spPr>
                  <a:xfrm>
                    <a:off x="-2773800" y="551160"/>
                    <a:ext cx="7596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</p:grpSp>
            <p:sp>
              <p:nvSpPr>
                <p:cNvPr id="484" name="Pijl: rechts 48"/>
                <p:cNvSpPr/>
                <p:nvPr/>
              </p:nvSpPr>
              <p:spPr>
                <a:xfrm flipH="1">
                  <a:off x="-2867400" y="549720"/>
                  <a:ext cx="70200" cy="6768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</p:grpSp>
        <p:grpSp>
          <p:nvGrpSpPr>
            <p:cNvPr id="485" name="Groep 30"/>
            <p:cNvGrpSpPr/>
            <p:nvPr/>
          </p:nvGrpSpPr>
          <p:grpSpPr>
            <a:xfrm>
              <a:off x="-938520" y="4663080"/>
              <a:ext cx="627480" cy="576360"/>
              <a:chOff x="-938520" y="4663080"/>
              <a:chExt cx="627480" cy="576360"/>
            </a:xfrm>
          </p:grpSpPr>
          <p:grpSp>
            <p:nvGrpSpPr>
              <p:cNvPr id="486" name="Inspireren"/>
              <p:cNvGrpSpPr/>
              <p:nvPr/>
            </p:nvGrpSpPr>
            <p:grpSpPr>
              <a:xfrm>
                <a:off x="-716040" y="4663080"/>
                <a:ext cx="169560" cy="241920"/>
                <a:chOff x="-716040" y="4663080"/>
                <a:chExt cx="169560" cy="241920"/>
              </a:xfrm>
            </p:grpSpPr>
            <p:sp>
              <p:nvSpPr>
                <p:cNvPr id="487" name="Freeform 12"/>
                <p:cNvSpPr/>
                <p:nvPr/>
              </p:nvSpPr>
              <p:spPr>
                <a:xfrm>
                  <a:off x="-666000" y="4749840"/>
                  <a:ext cx="68400" cy="61560"/>
                </a:xfrm>
                <a:custGeom>
                  <a:avLst/>
                  <a:gdLst/>
                  <a:ahLst/>
                  <a:rect l="l" t="t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88" name="Freeform 13"/>
                <p:cNvSpPr/>
                <p:nvPr/>
              </p:nvSpPr>
              <p:spPr>
                <a:xfrm>
                  <a:off x="-661320" y="4881240"/>
                  <a:ext cx="60480" cy="23760"/>
                </a:xfrm>
                <a:custGeom>
                  <a:avLst/>
                  <a:gdLst/>
                  <a:ahLst/>
                  <a:rect l="l" t="t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 rotWithShape="0">
                  <a:gsLst>
                    <a:gs pos="30000">
                      <a:srgbClr val="211f26"/>
                    </a:gs>
                    <a:gs pos="100000">
                      <a:srgbClr val="9d9fa1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89" name="Freeform 14"/>
                <p:cNvSpPr/>
                <p:nvPr/>
              </p:nvSpPr>
              <p:spPr>
                <a:xfrm>
                  <a:off x="-716040" y="4663080"/>
                  <a:ext cx="169560" cy="207720"/>
                </a:xfrm>
                <a:custGeom>
                  <a:avLst/>
                  <a:gdLst/>
                  <a:ahLst/>
                  <a:rect l="l" t="t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 rotWithShape="0">
                  <a:gsLst>
                    <a:gs pos="30000">
                      <a:srgbClr val="211f26"/>
                    </a:gs>
                    <a:gs pos="100000">
                      <a:srgbClr val="9d9fa1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490" name="Tekstvak 32"/>
              <p:cNvSpPr/>
              <p:nvPr/>
            </p:nvSpPr>
            <p:spPr>
              <a:xfrm>
                <a:off x="-938520" y="4917600"/>
                <a:ext cx="627480" cy="321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90000"/>
                  </a:lnSpc>
                  <a:spcBef>
                    <a:spcPts val="601"/>
                  </a:spcBef>
                  <a:spcAft>
                    <a:spcPts val="601"/>
                  </a:spcAft>
                  <a:buNone/>
                  <a:tabLst>
                    <a:tab algn="l" pos="0"/>
                  </a:tabLst>
                </a:pPr>
                <a:r>
                  <a:rPr b="0" lang="en-GB" sz="1000" spc="-1" strike="noStrike">
                    <a:solidFill>
                      <a:srgbClr val="211f26"/>
                    </a:solidFill>
                    <a:latin typeface="Calibri"/>
                    <a:ea typeface="Arial"/>
                  </a:rPr>
                  <a:t>Inspiration</a:t>
                </a:r>
                <a:endParaRPr b="0" lang="en-US" sz="1000" spc="-1" strike="noStrike">
                  <a:latin typeface="Arial"/>
                </a:endParaRPr>
              </a:p>
            </p:txBody>
          </p:sp>
        </p:grp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a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7" name="GRID"/>
          <p:cNvGrpSpPr/>
          <p:nvPr/>
        </p:nvGrpSpPr>
        <p:grpSpPr>
          <a:xfrm>
            <a:off x="-11880" y="0"/>
            <a:ext cx="12203640" cy="6857640"/>
            <a:chOff x="-11880" y="0"/>
            <a:chExt cx="12203640" cy="6857640"/>
          </a:xfrm>
        </p:grpSpPr>
        <p:sp>
          <p:nvSpPr>
            <p:cNvPr id="528" name="Rechthoek 7"/>
            <p:cNvSpPr/>
            <p:nvPr/>
          </p:nvSpPr>
          <p:spPr>
            <a:xfrm>
              <a:off x="-11880" y="0"/>
              <a:ext cx="12191760" cy="719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29" name="Rechthoek 11"/>
            <p:cNvSpPr/>
            <p:nvPr/>
          </p:nvSpPr>
          <p:spPr>
            <a:xfrm>
              <a:off x="0" y="0"/>
              <a:ext cx="719640" cy="6857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30" name="Rechthoek 12"/>
            <p:cNvSpPr/>
            <p:nvPr/>
          </p:nvSpPr>
          <p:spPr>
            <a:xfrm>
              <a:off x="11472120" y="0"/>
              <a:ext cx="719640" cy="6857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31" name="Rechthoek 15"/>
            <p:cNvSpPr/>
            <p:nvPr/>
          </p:nvSpPr>
          <p:spPr>
            <a:xfrm>
              <a:off x="0" y="1064520"/>
              <a:ext cx="12191760" cy="539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32" name="Rechthoek 16"/>
            <p:cNvSpPr/>
            <p:nvPr/>
          </p:nvSpPr>
          <p:spPr>
            <a:xfrm>
              <a:off x="0" y="6498000"/>
              <a:ext cx="12191760" cy="359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33" name="Rechthoek 17"/>
            <p:cNvSpPr/>
            <p:nvPr/>
          </p:nvSpPr>
          <p:spPr>
            <a:xfrm>
              <a:off x="0" y="5806080"/>
              <a:ext cx="12191760" cy="539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534" name="Tekstvak 19"/>
          <p:cNvSpPr/>
          <p:nvPr/>
        </p:nvSpPr>
        <p:spPr>
          <a:xfrm>
            <a:off x="7200" y="-636120"/>
            <a:ext cx="5511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GB" sz="1100" spc="-1" strike="noStrike" cap="all">
                <a:solidFill>
                  <a:srgbClr val="00a6d6"/>
                </a:solidFill>
                <a:latin typeface="Arial"/>
                <a:ea typeface="Arial"/>
              </a:rPr>
              <a:t>layout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35" name="Tekstvak 3"/>
          <p:cNvSpPr/>
          <p:nvPr/>
        </p:nvSpPr>
        <p:spPr>
          <a:xfrm>
            <a:off x="10918800" y="-1277640"/>
            <a:ext cx="126612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GB" sz="1100" spc="-1" strike="noStrike" cap="all">
                <a:solidFill>
                  <a:srgbClr val="00a6d6"/>
                </a:solidFill>
                <a:latin typeface="Arial"/>
                <a:ea typeface="Arial"/>
              </a:rPr>
              <a:t>Primary </a:t>
            </a:r>
            <a:r>
              <a:rPr b="0" lang="en-GB" sz="1100" spc="-1" strike="noStrike" cap="all">
                <a:solidFill>
                  <a:srgbClr val="00a6d6"/>
                </a:solidFill>
                <a:latin typeface="Arial"/>
                <a:ea typeface="Arial"/>
              </a:rPr>
              <a:t>colors</a:t>
            </a:r>
            <a:endParaRPr b="0" lang="en-US" sz="1100" spc="-1" strike="noStrike">
              <a:latin typeface="Arial"/>
            </a:endParaRPr>
          </a:p>
        </p:txBody>
      </p:sp>
      <p:grpSp>
        <p:nvGrpSpPr>
          <p:cNvPr id="536" name="Groep 33"/>
          <p:cNvGrpSpPr/>
          <p:nvPr/>
        </p:nvGrpSpPr>
        <p:grpSpPr>
          <a:xfrm>
            <a:off x="11552040" y="-1016280"/>
            <a:ext cx="639720" cy="179640"/>
            <a:chOff x="11552040" y="-1016280"/>
            <a:chExt cx="639720" cy="179640"/>
          </a:xfrm>
        </p:grpSpPr>
        <p:sp>
          <p:nvSpPr>
            <p:cNvPr id="537" name="Rechthoek 4"/>
            <p:cNvSpPr/>
            <p:nvPr/>
          </p:nvSpPr>
          <p:spPr>
            <a:xfrm>
              <a:off x="12012120" y="-1016280"/>
              <a:ext cx="179640" cy="179640"/>
            </a:xfrm>
            <a:prstGeom prst="rect">
              <a:avLst/>
            </a:prstGeom>
            <a:solidFill>
              <a:schemeClr val="tx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38" name="Rechthoek 6"/>
            <p:cNvSpPr/>
            <p:nvPr/>
          </p:nvSpPr>
          <p:spPr>
            <a:xfrm>
              <a:off x="11782080" y="-1016280"/>
              <a:ext cx="179640" cy="179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39" name="Rechthoek 8"/>
            <p:cNvSpPr/>
            <p:nvPr/>
          </p:nvSpPr>
          <p:spPr>
            <a:xfrm>
              <a:off x="11552040" y="-1016280"/>
              <a:ext cx="179640" cy="179640"/>
            </a:xfrm>
            <a:prstGeom prst="rect">
              <a:avLst/>
            </a:prstGeom>
            <a:solidFill>
              <a:schemeClr val="accent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540" name="Tekstvak 9"/>
          <p:cNvSpPr/>
          <p:nvPr/>
        </p:nvSpPr>
        <p:spPr>
          <a:xfrm>
            <a:off x="10669320" y="-672840"/>
            <a:ext cx="151272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GB" sz="1100" spc="-1" strike="noStrike" cap="all">
                <a:solidFill>
                  <a:srgbClr val="00a6d6"/>
                </a:solidFill>
                <a:latin typeface="Arial"/>
                <a:ea typeface="Arial"/>
              </a:rPr>
              <a:t>secondary colors</a:t>
            </a:r>
            <a:endParaRPr b="0" lang="en-US" sz="1100" spc="-1" strike="noStrike">
              <a:latin typeface="Arial"/>
            </a:endParaRPr>
          </a:p>
        </p:txBody>
      </p:sp>
      <p:grpSp>
        <p:nvGrpSpPr>
          <p:cNvPr id="541" name="Groep 32"/>
          <p:cNvGrpSpPr/>
          <p:nvPr/>
        </p:nvGrpSpPr>
        <p:grpSpPr>
          <a:xfrm>
            <a:off x="9687960" y="-411120"/>
            <a:ext cx="2503800" cy="179640"/>
            <a:chOff x="9687960" y="-411120"/>
            <a:chExt cx="2503800" cy="179640"/>
          </a:xfrm>
        </p:grpSpPr>
        <p:sp>
          <p:nvSpPr>
            <p:cNvPr id="542" name="Rechthoek 10"/>
            <p:cNvSpPr/>
            <p:nvPr/>
          </p:nvSpPr>
          <p:spPr>
            <a:xfrm>
              <a:off x="12012120" y="-411120"/>
              <a:ext cx="179640" cy="179640"/>
            </a:xfrm>
            <a:prstGeom prst="rect">
              <a:avLst/>
            </a:prstGeom>
            <a:solidFill>
              <a:srgbClr val="009b77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43" name="Rechthoek 13"/>
            <p:cNvSpPr/>
            <p:nvPr/>
          </p:nvSpPr>
          <p:spPr>
            <a:xfrm>
              <a:off x="11782080" y="-411120"/>
              <a:ext cx="179640" cy="179640"/>
            </a:xfrm>
            <a:prstGeom prst="rect">
              <a:avLst/>
            </a:prstGeom>
            <a:solidFill>
              <a:srgbClr val="6cc24a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44" name="Rechthoek 18"/>
            <p:cNvSpPr/>
            <p:nvPr/>
          </p:nvSpPr>
          <p:spPr>
            <a:xfrm>
              <a:off x="11552040" y="-411120"/>
              <a:ext cx="179640" cy="179640"/>
            </a:xfrm>
            <a:prstGeom prst="rect">
              <a:avLst/>
            </a:prstGeom>
            <a:solidFill>
              <a:srgbClr val="ffb81c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45" name="Rechthoek 21"/>
            <p:cNvSpPr/>
            <p:nvPr/>
          </p:nvSpPr>
          <p:spPr>
            <a:xfrm>
              <a:off x="11315880" y="-411120"/>
              <a:ext cx="179640" cy="179640"/>
            </a:xfrm>
            <a:prstGeom prst="rect">
              <a:avLst/>
            </a:prstGeom>
            <a:solidFill>
              <a:srgbClr val="ec684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46" name="Rechthoek 22"/>
            <p:cNvSpPr/>
            <p:nvPr/>
          </p:nvSpPr>
          <p:spPr>
            <a:xfrm>
              <a:off x="11086200" y="-411120"/>
              <a:ext cx="179640" cy="179640"/>
            </a:xfrm>
            <a:prstGeom prst="rect">
              <a:avLst/>
            </a:prstGeom>
            <a:solidFill>
              <a:srgbClr val="e03c3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47" name="Rechthoek 23"/>
            <p:cNvSpPr/>
            <p:nvPr/>
          </p:nvSpPr>
          <p:spPr>
            <a:xfrm>
              <a:off x="10856160" y="-411120"/>
              <a:ext cx="179640" cy="179640"/>
            </a:xfrm>
            <a:prstGeom prst="rect">
              <a:avLst/>
            </a:prstGeom>
            <a:solidFill>
              <a:srgbClr val="a50034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48" name="Rechthoek 24"/>
            <p:cNvSpPr/>
            <p:nvPr/>
          </p:nvSpPr>
          <p:spPr>
            <a:xfrm>
              <a:off x="10620000" y="-411120"/>
              <a:ext cx="179640" cy="179640"/>
            </a:xfrm>
            <a:prstGeom prst="rect">
              <a:avLst/>
            </a:prstGeom>
            <a:solidFill>
              <a:srgbClr val="ef60a3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49" name="Rechthoek 25"/>
            <p:cNvSpPr/>
            <p:nvPr/>
          </p:nvSpPr>
          <p:spPr>
            <a:xfrm>
              <a:off x="10383840" y="-411120"/>
              <a:ext cx="179640" cy="179640"/>
            </a:xfrm>
            <a:prstGeom prst="rect">
              <a:avLst/>
            </a:prstGeom>
            <a:solidFill>
              <a:srgbClr val="6f1d77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50" name="Rechthoek 26"/>
            <p:cNvSpPr/>
            <p:nvPr/>
          </p:nvSpPr>
          <p:spPr>
            <a:xfrm>
              <a:off x="10153800" y="-411120"/>
              <a:ext cx="179640" cy="179640"/>
            </a:xfrm>
            <a:prstGeom prst="rect">
              <a:avLst/>
            </a:prstGeom>
            <a:solidFill>
              <a:srgbClr val="0076c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51" name="Rechthoek 30"/>
            <p:cNvSpPr/>
            <p:nvPr/>
          </p:nvSpPr>
          <p:spPr>
            <a:xfrm>
              <a:off x="9924120" y="-411120"/>
              <a:ext cx="179640" cy="179640"/>
            </a:xfrm>
            <a:prstGeom prst="rect">
              <a:avLst/>
            </a:prstGeom>
            <a:solidFill>
              <a:srgbClr val="00b8c8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52" name="Rechthoek 31"/>
            <p:cNvSpPr/>
            <p:nvPr/>
          </p:nvSpPr>
          <p:spPr>
            <a:xfrm>
              <a:off x="9687960" y="-411120"/>
              <a:ext cx="179640" cy="179640"/>
            </a:xfrm>
            <a:prstGeom prst="rect">
              <a:avLst/>
            </a:prstGeom>
            <a:solidFill>
              <a:srgbClr val="0c2340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553" name="Groep 50"/>
          <p:cNvGrpSpPr/>
          <p:nvPr/>
        </p:nvGrpSpPr>
        <p:grpSpPr>
          <a:xfrm>
            <a:off x="721080" y="6216840"/>
            <a:ext cx="960840" cy="381240"/>
            <a:chOff x="721080" y="6216840"/>
            <a:chExt cx="960840" cy="381240"/>
          </a:xfrm>
        </p:grpSpPr>
        <p:sp>
          <p:nvSpPr>
            <p:cNvPr id="554" name="Vrije vorm: vorm 42"/>
            <p:cNvSpPr/>
            <p:nvPr/>
          </p:nvSpPr>
          <p:spPr>
            <a:xfrm>
              <a:off x="911520" y="6405480"/>
              <a:ext cx="176760" cy="192240"/>
            </a:xfrm>
            <a:custGeom>
              <a:avLst/>
              <a:gdLst/>
              <a:ahLst/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solidFill>
              <a:srgbClr val="00a6d6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5" name="Vrije vorm: vorm 43"/>
            <p:cNvSpPr/>
            <p:nvPr/>
          </p:nvSpPr>
          <p:spPr>
            <a:xfrm>
              <a:off x="721080" y="6405480"/>
              <a:ext cx="165960" cy="188280"/>
            </a:xfrm>
            <a:custGeom>
              <a:avLst/>
              <a:gdLst/>
              <a:ahLst/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6" name="Vrije vorm: vorm 44"/>
            <p:cNvSpPr/>
            <p:nvPr/>
          </p:nvSpPr>
          <p:spPr>
            <a:xfrm>
              <a:off x="771120" y="6216840"/>
              <a:ext cx="174960" cy="176760"/>
            </a:xfrm>
            <a:custGeom>
              <a:avLst/>
              <a:gdLst/>
              <a:ahLst/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7" name="Vrije vorm: vorm 45"/>
            <p:cNvSpPr/>
            <p:nvPr/>
          </p:nvSpPr>
          <p:spPr>
            <a:xfrm>
              <a:off x="1315080" y="6459120"/>
              <a:ext cx="116280" cy="138960"/>
            </a:xfrm>
            <a:custGeom>
              <a:avLst/>
              <a:gdLst/>
              <a:ahLst/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8" name="Vrije vorm: vorm 46"/>
            <p:cNvSpPr/>
            <p:nvPr/>
          </p:nvSpPr>
          <p:spPr>
            <a:xfrm>
              <a:off x="1461240" y="6405480"/>
              <a:ext cx="24120" cy="188280"/>
            </a:xfrm>
            <a:custGeom>
              <a:avLst/>
              <a:gdLst/>
              <a:ahLst/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9" name="Vrije vorm: vorm 47"/>
            <p:cNvSpPr/>
            <p:nvPr/>
          </p:nvSpPr>
          <p:spPr>
            <a:xfrm>
              <a:off x="1512720" y="6401520"/>
              <a:ext cx="82440" cy="192240"/>
            </a:xfrm>
            <a:custGeom>
              <a:avLst/>
              <a:gdLst/>
              <a:ahLst/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0" name="Vrije vorm: vorm 48"/>
            <p:cNvSpPr/>
            <p:nvPr/>
          </p:nvSpPr>
          <p:spPr>
            <a:xfrm>
              <a:off x="1605960" y="6427440"/>
              <a:ext cx="75960" cy="170640"/>
            </a:xfrm>
            <a:custGeom>
              <a:avLst/>
              <a:gdLst/>
              <a:ahLst/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1" name="Vrije vorm: vorm 49"/>
            <p:cNvSpPr/>
            <p:nvPr/>
          </p:nvSpPr>
          <p:spPr>
            <a:xfrm>
              <a:off x="1140480" y="6405480"/>
              <a:ext cx="150840" cy="188280"/>
            </a:xfrm>
            <a:custGeom>
              <a:avLst/>
              <a:gdLst/>
              <a:ahLst/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62" name="Vrije vorm: vorm 19"/>
          <p:cNvSpPr/>
          <p:nvPr/>
        </p:nvSpPr>
        <p:spPr>
          <a:xfrm>
            <a:off x="-10800" y="0"/>
            <a:ext cx="12202560" cy="6857640"/>
          </a:xfrm>
          <a:custGeom>
            <a:avLst/>
            <a:gdLst/>
            <a:ahLst/>
            <a:rect l="l" t="t" r="r" b="b"/>
            <a:pathLst>
              <a:path w="12202751" h="6858000">
                <a:moveTo>
                  <a:pt x="9196825" y="6253791"/>
                </a:moveTo>
                <a:cubicBezTo>
                  <a:pt x="9207202" y="6254820"/>
                  <a:pt x="9217676" y="6257130"/>
                  <a:pt x="9228283" y="6260764"/>
                </a:cubicBezTo>
                <a:cubicBezTo>
                  <a:pt x="9307834" y="6289395"/>
                  <a:pt x="9333091" y="6516346"/>
                  <a:pt x="9319129" y="6797771"/>
                </a:cubicBezTo>
                <a:lnTo>
                  <a:pt x="9315062" y="6858000"/>
                </a:lnTo>
                <a:lnTo>
                  <a:pt x="8712780" y="6858000"/>
                </a:lnTo>
                <a:lnTo>
                  <a:pt x="8752852" y="6786092"/>
                </a:lnTo>
                <a:cubicBezTo>
                  <a:pt x="8924836" y="6476801"/>
                  <a:pt x="9040774" y="6272774"/>
                  <a:pt x="9165949" y="6254507"/>
                </a:cubicBezTo>
                <a:cubicBezTo>
                  <a:pt x="9176167" y="6253017"/>
                  <a:pt x="9186447" y="6252763"/>
                  <a:pt x="9196825" y="6253791"/>
                </a:cubicBezTo>
                <a:close/>
                <a:moveTo>
                  <a:pt x="6322661" y="860036"/>
                </a:moveTo>
                <a:cubicBezTo>
                  <a:pt x="6359190" y="857387"/>
                  <a:pt x="6388114" y="876530"/>
                  <a:pt x="6406295" y="923793"/>
                </a:cubicBezTo>
                <a:cubicBezTo>
                  <a:pt x="6454783" y="1049825"/>
                  <a:pt x="6420842" y="1229178"/>
                  <a:pt x="6343263" y="1578190"/>
                </a:cubicBezTo>
                <a:cubicBezTo>
                  <a:pt x="5856638" y="3709453"/>
                  <a:pt x="3958041" y="5234882"/>
                  <a:pt x="3612233" y="6735009"/>
                </a:cubicBezTo>
                <a:lnTo>
                  <a:pt x="3592717" y="6858000"/>
                </a:lnTo>
                <a:lnTo>
                  <a:pt x="0" y="6858000"/>
                </a:lnTo>
                <a:lnTo>
                  <a:pt x="0" y="6632489"/>
                </a:lnTo>
                <a:lnTo>
                  <a:pt x="339610" y="6322172"/>
                </a:lnTo>
                <a:cubicBezTo>
                  <a:pt x="2196386" y="4691797"/>
                  <a:pt x="4577580" y="3447091"/>
                  <a:pt x="5674132" y="1607274"/>
                </a:cubicBezTo>
                <a:cubicBezTo>
                  <a:pt x="5863234" y="1292194"/>
                  <a:pt x="6164370" y="871513"/>
                  <a:pt x="6322661" y="860036"/>
                </a:cubicBezTo>
                <a:close/>
                <a:moveTo>
                  <a:pt x="11650950" y="0"/>
                </a:moveTo>
                <a:lnTo>
                  <a:pt x="12202751" y="0"/>
                </a:lnTo>
                <a:lnTo>
                  <a:pt x="12202751" y="4442690"/>
                </a:lnTo>
                <a:lnTo>
                  <a:pt x="12090669" y="4422014"/>
                </a:lnTo>
                <a:cubicBezTo>
                  <a:pt x="11211465" y="4223417"/>
                  <a:pt x="10568413" y="3552240"/>
                  <a:pt x="10571396" y="2213198"/>
                </a:cubicBezTo>
                <a:cubicBezTo>
                  <a:pt x="10572439" y="1498198"/>
                  <a:pt x="10939503" y="807920"/>
                  <a:pt x="11525799" y="135882"/>
                </a:cubicBezTo>
                <a:close/>
                <a:moveTo>
                  <a:pt x="0" y="0"/>
                </a:moveTo>
                <a:lnTo>
                  <a:pt x="2054194" y="0"/>
                </a:lnTo>
                <a:lnTo>
                  <a:pt x="1941123" y="75811"/>
                </a:lnTo>
                <a:cubicBezTo>
                  <a:pt x="1355823" y="476321"/>
                  <a:pt x="767225" y="928929"/>
                  <a:pt x="206525" y="1437904"/>
                </a:cubicBezTo>
                <a:lnTo>
                  <a:pt x="0" y="1632346"/>
                </a:lnTo>
                <a:close/>
              </a:path>
            </a:pathLst>
          </a:custGeom>
          <a:solidFill>
            <a:srgbClr val="00b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44000" rIns="144000" tIns="144000" bIns="144000" anchor="ctr">
            <a:noAutofit/>
          </a:bodyPr>
          <a:p>
            <a:pPr algn="ctr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None/>
            </a:pPr>
            <a:r>
              <a:rPr b="0" lang="en-GB" sz="1600" spc="-1" strike="noStrike">
                <a:solidFill>
                  <a:srgbClr val="ffffff"/>
                </a:solidFill>
                <a:latin typeface="Arial"/>
                <a:ea typeface="Arial"/>
              </a:rPr>
              <a:t> 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63" name="PlaceHolder 1"/>
          <p:cNvSpPr>
            <a:spLocks noGrp="1"/>
          </p:cNvSpPr>
          <p:nvPr>
            <p:ph type="title"/>
          </p:nvPr>
        </p:nvSpPr>
        <p:spPr>
          <a:xfrm>
            <a:off x="0" y="-863280"/>
            <a:ext cx="1989720" cy="1145160"/>
          </a:xfrm>
          <a:prstGeom prst="rect">
            <a:avLst/>
          </a:prstGeom>
          <a:noFill/>
          <a:ln w="12600">
            <a:noFill/>
          </a:ln>
        </p:spPr>
        <p:txBody>
          <a:bodyPr numCol="1" spcCol="0"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GB" sz="1800" spc="-1" strike="noStrike">
                <a:solidFill>
                  <a:srgbClr val="00a6d6"/>
                </a:solidFill>
                <a:latin typeface="Arial"/>
                <a:ea typeface="Arial"/>
              </a:rPr>
              <a:t>Title slide + image</a:t>
            </a:r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64" name="Graphic 4"/>
          <p:cNvGrpSpPr/>
          <p:nvPr/>
        </p:nvGrpSpPr>
        <p:grpSpPr>
          <a:xfrm>
            <a:off x="721080" y="437400"/>
            <a:ext cx="1530000" cy="594000"/>
            <a:chOff x="721080" y="437400"/>
            <a:chExt cx="1530000" cy="594000"/>
          </a:xfrm>
        </p:grpSpPr>
        <p:sp>
          <p:nvSpPr>
            <p:cNvPr id="565" name="Vrije vorm: vorm 8"/>
            <p:cNvSpPr/>
            <p:nvPr/>
          </p:nvSpPr>
          <p:spPr>
            <a:xfrm>
              <a:off x="1026000" y="730080"/>
              <a:ext cx="279720" cy="299880"/>
            </a:xfrm>
            <a:custGeom>
              <a:avLst/>
              <a:gdLst/>
              <a:ahLst/>
              <a:rect l="l" t="t" r="r" b="b"/>
              <a:pathLst>
                <a:path w="258644" h="277455">
                  <a:moveTo>
                    <a:pt x="129322" y="224847"/>
                  </a:moveTo>
                  <a:cubicBezTo>
                    <a:pt x="164907" y="224847"/>
                    <a:pt x="183307" y="200713"/>
                    <a:pt x="183307" y="167897"/>
                  </a:cubicBezTo>
                  <a:lnTo>
                    <a:pt x="183307" y="0"/>
                  </a:lnTo>
                  <a:lnTo>
                    <a:pt x="258644" y="0"/>
                  </a:lnTo>
                  <a:lnTo>
                    <a:pt x="258644" y="172238"/>
                  </a:lnTo>
                  <a:cubicBezTo>
                    <a:pt x="257255" y="247592"/>
                    <a:pt x="197542" y="277456"/>
                    <a:pt x="129322" y="277456"/>
                  </a:cubicBezTo>
                  <a:cubicBezTo>
                    <a:pt x="61102" y="277456"/>
                    <a:pt x="0" y="247592"/>
                    <a:pt x="0" y="172238"/>
                  </a:cubicBezTo>
                  <a:lnTo>
                    <a:pt x="0" y="174"/>
                  </a:lnTo>
                  <a:lnTo>
                    <a:pt x="75337" y="174"/>
                  </a:lnTo>
                  <a:lnTo>
                    <a:pt x="75337" y="168071"/>
                  </a:lnTo>
                  <a:cubicBezTo>
                    <a:pt x="73948" y="200713"/>
                    <a:pt x="93910" y="224847"/>
                    <a:pt x="129322" y="224847"/>
                  </a:cubicBezTo>
                  <a:close/>
                </a:path>
              </a:pathLst>
            </a:custGeom>
            <a:solidFill>
              <a:srgbClr val="ffffff"/>
            </a:solidFill>
            <a:ln w="1731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6" name="Vrije vorm: vorm 9"/>
            <p:cNvSpPr/>
            <p:nvPr/>
          </p:nvSpPr>
          <p:spPr>
            <a:xfrm>
              <a:off x="721080" y="730080"/>
              <a:ext cx="264600" cy="293760"/>
            </a:xfrm>
            <a:custGeom>
              <a:avLst/>
              <a:gdLst/>
              <a:ahLst/>
              <a:rect l="l" t="t" r="r" b="b"/>
              <a:pathLst>
                <a:path w="244583" h="271726">
                  <a:moveTo>
                    <a:pt x="85405" y="271726"/>
                  </a:moveTo>
                  <a:lnTo>
                    <a:pt x="160741" y="271726"/>
                  </a:lnTo>
                  <a:lnTo>
                    <a:pt x="160741" y="52609"/>
                  </a:lnTo>
                  <a:lnTo>
                    <a:pt x="244583" y="52609"/>
                  </a:lnTo>
                  <a:lnTo>
                    <a:pt x="244583" y="0"/>
                  </a:lnTo>
                  <a:lnTo>
                    <a:pt x="0" y="0"/>
                  </a:lnTo>
                  <a:lnTo>
                    <a:pt x="0" y="52609"/>
                  </a:lnTo>
                  <a:lnTo>
                    <a:pt x="85405" y="52609"/>
                  </a:lnTo>
                  <a:close/>
                </a:path>
              </a:pathLst>
            </a:custGeom>
            <a:solidFill>
              <a:srgbClr val="ffffff"/>
            </a:solidFill>
            <a:ln w="1731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7" name="Vrije vorm: vorm 10"/>
            <p:cNvSpPr/>
            <p:nvPr/>
          </p:nvSpPr>
          <p:spPr>
            <a:xfrm>
              <a:off x="802440" y="437400"/>
              <a:ext cx="277920" cy="274680"/>
            </a:xfrm>
            <a:custGeom>
              <a:avLst/>
              <a:gdLst/>
              <a:ahLst/>
              <a:rect l="l" t="t" r="r" b="b"/>
              <a:pathLst>
                <a:path w="256862" h="254189">
                  <a:moveTo>
                    <a:pt x="190726" y="138033"/>
                  </a:moveTo>
                  <a:cubicBezTo>
                    <a:pt x="172326" y="143763"/>
                    <a:pt x="153752" y="139422"/>
                    <a:pt x="153752" y="115288"/>
                  </a:cubicBezTo>
                  <a:cubicBezTo>
                    <a:pt x="153752" y="78306"/>
                    <a:pt x="241934" y="47053"/>
                    <a:pt x="254780" y="14237"/>
                  </a:cubicBezTo>
                  <a:cubicBezTo>
                    <a:pt x="257557" y="5730"/>
                    <a:pt x="257557" y="0"/>
                    <a:pt x="254780" y="0"/>
                  </a:cubicBezTo>
                  <a:cubicBezTo>
                    <a:pt x="252002" y="0"/>
                    <a:pt x="254780" y="4341"/>
                    <a:pt x="247663" y="9897"/>
                  </a:cubicBezTo>
                  <a:cubicBezTo>
                    <a:pt x="210689" y="46879"/>
                    <a:pt x="149586" y="46879"/>
                    <a:pt x="102718" y="66846"/>
                  </a:cubicBezTo>
                  <a:cubicBezTo>
                    <a:pt x="71472" y="81084"/>
                    <a:pt x="-18098" y="123796"/>
                    <a:pt x="3253" y="217555"/>
                  </a:cubicBezTo>
                  <a:cubicBezTo>
                    <a:pt x="4642" y="221895"/>
                    <a:pt x="7593" y="237522"/>
                    <a:pt x="10370" y="237522"/>
                  </a:cubicBezTo>
                  <a:cubicBezTo>
                    <a:pt x="13147" y="237522"/>
                    <a:pt x="13147" y="229014"/>
                    <a:pt x="13147" y="217555"/>
                  </a:cubicBezTo>
                  <a:cubicBezTo>
                    <a:pt x="13147" y="160605"/>
                    <a:pt x="78589" y="144978"/>
                    <a:pt x="101329" y="107996"/>
                  </a:cubicBezTo>
                  <a:cubicBezTo>
                    <a:pt x="104107" y="103655"/>
                    <a:pt x="108446" y="98099"/>
                    <a:pt x="109835" y="100877"/>
                  </a:cubicBezTo>
                  <a:cubicBezTo>
                    <a:pt x="109835" y="102266"/>
                    <a:pt x="109835" y="103655"/>
                    <a:pt x="109835" y="107996"/>
                  </a:cubicBezTo>
                  <a:cubicBezTo>
                    <a:pt x="102718" y="137860"/>
                    <a:pt x="71472" y="157827"/>
                    <a:pt x="79978" y="179183"/>
                  </a:cubicBezTo>
                  <a:cubicBezTo>
                    <a:pt x="91435" y="207658"/>
                    <a:pt x="125458" y="186302"/>
                    <a:pt x="135352" y="167724"/>
                  </a:cubicBezTo>
                  <a:cubicBezTo>
                    <a:pt x="138130" y="163383"/>
                    <a:pt x="139692" y="159216"/>
                    <a:pt x="141081" y="160605"/>
                  </a:cubicBezTo>
                  <a:cubicBezTo>
                    <a:pt x="142469" y="160605"/>
                    <a:pt x="142469" y="166335"/>
                    <a:pt x="141081" y="172064"/>
                  </a:cubicBezTo>
                  <a:cubicBezTo>
                    <a:pt x="135352" y="204706"/>
                    <a:pt x="128235" y="223284"/>
                    <a:pt x="104107" y="241689"/>
                  </a:cubicBezTo>
                  <a:cubicBezTo>
                    <a:pt x="96990" y="247418"/>
                    <a:pt x="84144" y="248807"/>
                    <a:pt x="85706" y="253148"/>
                  </a:cubicBezTo>
                  <a:cubicBezTo>
                    <a:pt x="85706" y="254537"/>
                    <a:pt x="91435" y="254537"/>
                    <a:pt x="95601" y="253148"/>
                  </a:cubicBezTo>
                  <a:cubicBezTo>
                    <a:pt x="159654" y="248807"/>
                    <a:pt x="212251" y="174842"/>
                    <a:pt x="226485" y="125185"/>
                  </a:cubicBezTo>
                  <a:cubicBezTo>
                    <a:pt x="227874" y="122407"/>
                    <a:pt x="227874" y="118066"/>
                    <a:pt x="226485" y="116677"/>
                  </a:cubicBezTo>
                  <a:cubicBezTo>
                    <a:pt x="225097" y="115288"/>
                    <a:pt x="222146" y="118066"/>
                    <a:pt x="219368" y="121018"/>
                  </a:cubicBezTo>
                  <a:cubicBezTo>
                    <a:pt x="209127" y="128137"/>
                    <a:pt x="200621" y="133866"/>
                    <a:pt x="190726" y="138033"/>
                  </a:cubicBezTo>
                  <a:close/>
                </a:path>
              </a:pathLst>
            </a:custGeom>
            <a:solidFill>
              <a:srgbClr val="ffffff"/>
            </a:solidFill>
            <a:ln w="1731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8" name="Vrije vorm: vorm 11"/>
            <p:cNvSpPr/>
            <p:nvPr/>
          </p:nvSpPr>
          <p:spPr>
            <a:xfrm>
              <a:off x="1664640" y="813600"/>
              <a:ext cx="185760" cy="216720"/>
            </a:xfrm>
            <a:custGeom>
              <a:avLst/>
              <a:gdLst/>
              <a:ahLst/>
              <a:rect l="l" t="t" r="r" b="b"/>
              <a:pathLst>
                <a:path w="172024" h="200539">
                  <a:moveTo>
                    <a:pt x="38363" y="82299"/>
                  </a:moveTo>
                  <a:cubicBezTo>
                    <a:pt x="38363" y="52435"/>
                    <a:pt x="56763" y="25350"/>
                    <a:pt x="86620" y="25350"/>
                  </a:cubicBezTo>
                  <a:cubicBezTo>
                    <a:pt x="120816" y="25350"/>
                    <a:pt x="134877" y="49484"/>
                    <a:pt x="134877" y="82299"/>
                  </a:cubicBezTo>
                  <a:lnTo>
                    <a:pt x="38363" y="82299"/>
                  </a:lnTo>
                  <a:close/>
                  <a:moveTo>
                    <a:pt x="172024" y="106607"/>
                  </a:moveTo>
                  <a:lnTo>
                    <a:pt x="172024" y="89591"/>
                  </a:lnTo>
                  <a:cubicBezTo>
                    <a:pt x="172024" y="36983"/>
                    <a:pt x="142167" y="0"/>
                    <a:pt x="88182" y="0"/>
                  </a:cubicBezTo>
                  <a:cubicBezTo>
                    <a:pt x="28468" y="0"/>
                    <a:pt x="0" y="46879"/>
                    <a:pt x="0" y="102440"/>
                  </a:cubicBezTo>
                  <a:cubicBezTo>
                    <a:pt x="0" y="158001"/>
                    <a:pt x="24128" y="200539"/>
                    <a:pt x="85231" y="200539"/>
                  </a:cubicBezTo>
                  <a:cubicBezTo>
                    <a:pt x="130711" y="200539"/>
                    <a:pt x="163518" y="179183"/>
                    <a:pt x="169073" y="136471"/>
                  </a:cubicBezTo>
                  <a:lnTo>
                    <a:pt x="130711" y="136471"/>
                  </a:lnTo>
                  <a:cubicBezTo>
                    <a:pt x="126371" y="163557"/>
                    <a:pt x="112310" y="174842"/>
                    <a:pt x="85231" y="174842"/>
                  </a:cubicBezTo>
                  <a:cubicBezTo>
                    <a:pt x="48257" y="174842"/>
                    <a:pt x="36974" y="142200"/>
                    <a:pt x="36974" y="107996"/>
                  </a:cubicBezTo>
                  <a:lnTo>
                    <a:pt x="172024" y="107996"/>
                  </a:lnTo>
                  <a:lnTo>
                    <a:pt x="172024" y="106607"/>
                  </a:lnTo>
                  <a:close/>
                </a:path>
              </a:pathLst>
            </a:custGeom>
            <a:solidFill>
              <a:srgbClr val="ffffff"/>
            </a:solidFill>
            <a:ln w="1731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9" name="Vrije vorm: vorm 12"/>
            <p:cNvSpPr/>
            <p:nvPr/>
          </p:nvSpPr>
          <p:spPr>
            <a:xfrm>
              <a:off x="1897200" y="730080"/>
              <a:ext cx="38160" cy="293760"/>
            </a:xfrm>
            <a:custGeom>
              <a:avLst/>
              <a:gdLst/>
              <a:ahLst/>
              <a:rect l="l" t="t" r="r" b="b"/>
              <a:pathLst>
                <a:path w="35585" h="271552">
                  <a:moveTo>
                    <a:pt x="0" y="0"/>
                  </a:moveTo>
                  <a:lnTo>
                    <a:pt x="35585" y="0"/>
                  </a:lnTo>
                  <a:lnTo>
                    <a:pt x="35585" y="271552"/>
                  </a:lnTo>
                  <a:lnTo>
                    <a:pt x="0" y="271552"/>
                  </a:lnTo>
                  <a:close/>
                </a:path>
              </a:pathLst>
            </a:custGeom>
            <a:solidFill>
              <a:srgbClr val="ffffff"/>
            </a:solidFill>
            <a:ln w="1731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0" name="Vrije vorm: vorm 13"/>
            <p:cNvSpPr/>
            <p:nvPr/>
          </p:nvSpPr>
          <p:spPr>
            <a:xfrm>
              <a:off x="1980360" y="722520"/>
              <a:ext cx="132120" cy="301320"/>
            </a:xfrm>
            <a:custGeom>
              <a:avLst/>
              <a:gdLst/>
              <a:ahLst/>
              <a:rect l="l" t="t" r="r" b="b"/>
              <a:pathLst>
                <a:path w="122204" h="278671">
                  <a:moveTo>
                    <a:pt x="72559" y="278671"/>
                  </a:moveTo>
                  <a:lnTo>
                    <a:pt x="72559" y="113726"/>
                  </a:lnTo>
                  <a:lnTo>
                    <a:pt x="116650" y="113726"/>
                  </a:lnTo>
                  <a:lnTo>
                    <a:pt x="116650" y="88202"/>
                  </a:lnTo>
                  <a:lnTo>
                    <a:pt x="72559" y="88202"/>
                  </a:lnTo>
                  <a:lnTo>
                    <a:pt x="72559" y="58339"/>
                  </a:lnTo>
                  <a:cubicBezTo>
                    <a:pt x="72559" y="36983"/>
                    <a:pt x="82454" y="32816"/>
                    <a:pt x="103805" y="32816"/>
                  </a:cubicBezTo>
                  <a:cubicBezTo>
                    <a:pt x="109533" y="32816"/>
                    <a:pt x="115262" y="34205"/>
                    <a:pt x="122205" y="34205"/>
                  </a:cubicBezTo>
                  <a:lnTo>
                    <a:pt x="122205" y="4341"/>
                  </a:lnTo>
                  <a:cubicBezTo>
                    <a:pt x="113699" y="2952"/>
                    <a:pt x="105194" y="0"/>
                    <a:pt x="96688" y="0"/>
                  </a:cubicBezTo>
                  <a:cubicBezTo>
                    <a:pt x="62491" y="0"/>
                    <a:pt x="36974" y="17015"/>
                    <a:pt x="36974" y="52609"/>
                  </a:cubicBezTo>
                  <a:lnTo>
                    <a:pt x="36974" y="88202"/>
                  </a:lnTo>
                  <a:lnTo>
                    <a:pt x="0" y="88202"/>
                  </a:lnTo>
                  <a:lnTo>
                    <a:pt x="0" y="113726"/>
                  </a:lnTo>
                  <a:lnTo>
                    <a:pt x="36974" y="113726"/>
                  </a:lnTo>
                  <a:lnTo>
                    <a:pt x="36974" y="278671"/>
                  </a:lnTo>
                  <a:lnTo>
                    <a:pt x="72559" y="278671"/>
                  </a:lnTo>
                  <a:close/>
                </a:path>
              </a:pathLst>
            </a:custGeom>
            <a:solidFill>
              <a:srgbClr val="ffffff"/>
            </a:solidFill>
            <a:ln w="1731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1" name="Vrije vorm: vorm 14"/>
            <p:cNvSpPr/>
            <p:nvPr/>
          </p:nvSpPr>
          <p:spPr>
            <a:xfrm>
              <a:off x="2128320" y="765720"/>
              <a:ext cx="122760" cy="265680"/>
            </a:xfrm>
            <a:custGeom>
              <a:avLst/>
              <a:gdLst/>
              <a:ahLst/>
              <a:rect l="l" t="t" r="r" b="b"/>
              <a:pathLst>
                <a:path w="113699" h="245855">
                  <a:moveTo>
                    <a:pt x="0" y="49657"/>
                  </a:moveTo>
                  <a:lnTo>
                    <a:pt x="0" y="75180"/>
                  </a:lnTo>
                  <a:lnTo>
                    <a:pt x="32634" y="75180"/>
                  </a:lnTo>
                  <a:lnTo>
                    <a:pt x="32634" y="196025"/>
                  </a:lnTo>
                  <a:cubicBezTo>
                    <a:pt x="32634" y="221548"/>
                    <a:pt x="32634" y="245856"/>
                    <a:pt x="86620" y="245856"/>
                  </a:cubicBezTo>
                  <a:cubicBezTo>
                    <a:pt x="95125" y="245856"/>
                    <a:pt x="102243" y="244467"/>
                    <a:pt x="110748" y="243078"/>
                  </a:cubicBezTo>
                  <a:lnTo>
                    <a:pt x="110748" y="215992"/>
                  </a:lnTo>
                  <a:cubicBezTo>
                    <a:pt x="105020" y="217381"/>
                    <a:pt x="97903" y="218770"/>
                    <a:pt x="92348" y="218770"/>
                  </a:cubicBezTo>
                  <a:cubicBezTo>
                    <a:pt x="79503" y="218770"/>
                    <a:pt x="69608" y="211651"/>
                    <a:pt x="69608" y="198803"/>
                  </a:cubicBezTo>
                  <a:lnTo>
                    <a:pt x="69608" y="76743"/>
                  </a:lnTo>
                  <a:lnTo>
                    <a:pt x="113699" y="76743"/>
                  </a:lnTo>
                  <a:lnTo>
                    <a:pt x="113699" y="51220"/>
                  </a:lnTo>
                  <a:lnTo>
                    <a:pt x="69608" y="51220"/>
                  </a:lnTo>
                  <a:lnTo>
                    <a:pt x="69608" y="0"/>
                  </a:lnTo>
                  <a:lnTo>
                    <a:pt x="34023" y="11459"/>
                  </a:lnTo>
                  <a:lnTo>
                    <a:pt x="34023" y="51220"/>
                  </a:lnTo>
                  <a:lnTo>
                    <a:pt x="0" y="49657"/>
                  </a:lnTo>
                  <a:close/>
                </a:path>
              </a:pathLst>
            </a:custGeom>
            <a:solidFill>
              <a:srgbClr val="ffffff"/>
            </a:solidFill>
            <a:ln w="1731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2" name="Vrije vorm: vorm 15"/>
            <p:cNvSpPr/>
            <p:nvPr/>
          </p:nvSpPr>
          <p:spPr>
            <a:xfrm>
              <a:off x="1387800" y="729000"/>
              <a:ext cx="239760" cy="295200"/>
            </a:xfrm>
            <a:custGeom>
              <a:avLst/>
              <a:gdLst/>
              <a:ahLst/>
              <a:rect l="l" t="t" r="r" b="b"/>
              <a:pathLst>
                <a:path w="221843" h="272941">
                  <a:moveTo>
                    <a:pt x="0" y="272941"/>
                  </a:moveTo>
                  <a:lnTo>
                    <a:pt x="93910" y="272941"/>
                  </a:lnTo>
                  <a:cubicBezTo>
                    <a:pt x="210561" y="272941"/>
                    <a:pt x="221844" y="174842"/>
                    <a:pt x="221844" y="136471"/>
                  </a:cubicBezTo>
                  <a:cubicBezTo>
                    <a:pt x="221844" y="99488"/>
                    <a:pt x="208998" y="0"/>
                    <a:pt x="93910" y="0"/>
                  </a:cubicBezTo>
                  <a:lnTo>
                    <a:pt x="0" y="0"/>
                  </a:lnTo>
                  <a:lnTo>
                    <a:pt x="0" y="272941"/>
                  </a:lnTo>
                  <a:close/>
                  <a:moveTo>
                    <a:pt x="38363" y="32468"/>
                  </a:moveTo>
                  <a:lnTo>
                    <a:pt x="93737" y="32468"/>
                  </a:lnTo>
                  <a:cubicBezTo>
                    <a:pt x="156228" y="32468"/>
                    <a:pt x="183307" y="79347"/>
                    <a:pt x="183307" y="136297"/>
                  </a:cubicBezTo>
                  <a:cubicBezTo>
                    <a:pt x="183307" y="193247"/>
                    <a:pt x="157790" y="240126"/>
                    <a:pt x="93737" y="240126"/>
                  </a:cubicBezTo>
                  <a:lnTo>
                    <a:pt x="38363" y="240126"/>
                  </a:lnTo>
                  <a:cubicBezTo>
                    <a:pt x="38363" y="240126"/>
                    <a:pt x="38363" y="32468"/>
                    <a:pt x="38363" y="32468"/>
                  </a:cubicBezTo>
                  <a:close/>
                </a:path>
              </a:pathLst>
            </a:custGeom>
            <a:solidFill>
              <a:srgbClr val="ffffff"/>
            </a:solidFill>
            <a:ln w="1731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73" name="PlaceHolder 2"/>
          <p:cNvSpPr>
            <a:spLocks noGrp="1"/>
          </p:cNvSpPr>
          <p:nvPr>
            <p:ph type="body"/>
          </p:nvPr>
        </p:nvSpPr>
        <p:spPr>
          <a:xfrm>
            <a:off x="719280" y="1306080"/>
            <a:ext cx="5865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ts val="5199"/>
              </a:lnSpc>
              <a:buNone/>
              <a:tabLst>
                <a:tab algn="l" pos="0"/>
              </a:tabLst>
            </a:pPr>
            <a:r>
              <a:rPr b="1" lang="en-GB" sz="4800" spc="-1" strike="noStrike">
                <a:solidFill>
                  <a:srgbClr val="ffffff"/>
                </a:solidFill>
                <a:latin typeface="Arial"/>
                <a:ea typeface="Arial"/>
              </a:rPr>
              <a:t>Title slide</a:t>
            </a:r>
            <a:br>
              <a:rPr sz="4800"/>
            </a:br>
            <a:r>
              <a:rPr b="1" lang="en-GB" sz="4800" spc="-1" strike="noStrike">
                <a:solidFill>
                  <a:srgbClr val="ffffff"/>
                </a:solidFill>
                <a:latin typeface="Arial"/>
                <a:ea typeface="Arial"/>
              </a:rPr>
              <a:t>max. 3 lines</a:t>
            </a:r>
            <a:endParaRPr b="0" lang="nl-NL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PlaceHolder 3"/>
          <p:cNvSpPr>
            <a:spLocks noGrp="1"/>
          </p:cNvSpPr>
          <p:nvPr>
            <p:ph type="body"/>
          </p:nvPr>
        </p:nvSpPr>
        <p:spPr>
          <a:xfrm>
            <a:off x="719280" y="5404320"/>
            <a:ext cx="587124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  <a:ea typeface="Arial"/>
              </a:rPr>
              <a:t>Subtitle | Name speaker</a:t>
            </a: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PlaceHolder 4"/>
          <p:cNvSpPr>
            <a:spLocks noGrp="1"/>
          </p:cNvSpPr>
          <p:nvPr>
            <p:ph type="dt" idx="8"/>
          </p:nvPr>
        </p:nvSpPr>
        <p:spPr>
          <a:xfrm>
            <a:off x="719280" y="5813640"/>
            <a:ext cx="76572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nl-NL" sz="12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nl-NL" sz="1200" spc="-1" strike="noStrike">
                <a:solidFill>
                  <a:srgbClr val="000000"/>
                </a:solidFill>
                <a:latin typeface="Arial"/>
                <a:ea typeface="Arial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576" name="PlaceHolder 5"/>
          <p:cNvSpPr>
            <a:spLocks noGrp="1"/>
          </p:cNvSpPr>
          <p:nvPr>
            <p:ph type="body"/>
          </p:nvPr>
        </p:nvSpPr>
        <p:spPr>
          <a:xfrm>
            <a:off x="7308360" y="0"/>
            <a:ext cx="4883400" cy="6857640"/>
          </a:xfrm>
          <a:prstGeom prst="rect">
            <a:avLst/>
          </a:prstGeom>
          <a:pattFill prst="openDmnd">
            <a:fgClr>
              <a:srgbClr val="f2f2f2"/>
            </a:fgClr>
            <a:bgClr>
              <a:srgbClr val="d9d9d9"/>
            </a:bgClr>
          </a:pattFill>
          <a:ln w="0">
            <a:noFill/>
          </a:ln>
        </p:spPr>
        <p:txBody>
          <a:bodyPr lIns="90000" rIns="90000" tIns="0" bIns="1260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GB" sz="1200" spc="-1" strike="noStrike">
                <a:solidFill>
                  <a:srgbClr val="808080"/>
                </a:solidFill>
                <a:latin typeface="Arial"/>
                <a:ea typeface="Arial"/>
              </a:rPr>
              <a:t>Select this placeholder, go to the tab ‘Slidebuilder’, </a:t>
            </a:r>
            <a:br>
              <a:rPr sz="1200"/>
            </a:br>
            <a:r>
              <a:rPr b="0" i="1" lang="en-GB" sz="1200" spc="-1" strike="noStrike">
                <a:solidFill>
                  <a:srgbClr val="808080"/>
                </a:solidFill>
                <a:latin typeface="Arial"/>
                <a:ea typeface="Arial"/>
              </a:rPr>
              <a:t>click on ‘Images’, select the preferred image </a:t>
            </a:r>
            <a:br>
              <a:rPr sz="1200"/>
            </a:br>
            <a:r>
              <a:rPr b="0" i="1" lang="en-GB" sz="1200" spc="-1" strike="noStrike">
                <a:solidFill>
                  <a:srgbClr val="808080"/>
                </a:solidFill>
                <a:latin typeface="Arial"/>
                <a:ea typeface="Arial"/>
              </a:rPr>
              <a:t>and click on ‘Insert’.</a:t>
            </a:r>
            <a:endParaRPr b="0" lang="nl-NL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77" name="INSTRUCTION"/>
          <p:cNvGrpSpPr/>
          <p:nvPr/>
        </p:nvGrpSpPr>
        <p:grpSpPr>
          <a:xfrm>
            <a:off x="12377520" y="0"/>
            <a:ext cx="3693240" cy="6639840"/>
            <a:chOff x="12377520" y="0"/>
            <a:chExt cx="3693240" cy="6639840"/>
          </a:xfrm>
        </p:grpSpPr>
        <p:sp>
          <p:nvSpPr>
            <p:cNvPr id="578" name="Rechthoek 6"/>
            <p:cNvSpPr/>
            <p:nvPr/>
          </p:nvSpPr>
          <p:spPr>
            <a:xfrm>
              <a:off x="12377520" y="0"/>
              <a:ext cx="3592800" cy="59914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vertOverflow="overflow" lIns="180000" rIns="180000" tIns="144000" bIns="144000" anchor="t">
              <a:noAutofit/>
            </a:bodyPr>
            <a:p>
              <a:pPr>
                <a:lnSpc>
                  <a:spcPct val="90000"/>
                </a:lnSpc>
                <a:spcBef>
                  <a:spcPts val="601"/>
                </a:spcBef>
                <a:spcAft>
                  <a:spcPts val="601"/>
                </a:spcAft>
                <a:buNone/>
              </a:pPr>
              <a:r>
                <a:rPr b="1" lang="en-GB" sz="1400" spc="-1" strike="noStrike" cap="all">
                  <a:solidFill>
                    <a:srgbClr val="00a6d6"/>
                  </a:solidFill>
                  <a:latin typeface="Calibri"/>
                  <a:ea typeface="Arial"/>
                </a:rPr>
                <a:t>Insert/edit an image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579" name="Ovaal 17"/>
            <p:cNvSpPr/>
            <p:nvPr/>
          </p:nvSpPr>
          <p:spPr>
            <a:xfrm>
              <a:off x="12560040" y="46548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1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580" name="Rechthoek 18"/>
            <p:cNvSpPr/>
            <p:nvPr/>
          </p:nvSpPr>
          <p:spPr>
            <a:xfrm>
              <a:off x="12844440" y="465480"/>
              <a:ext cx="2962440" cy="66780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90000"/>
                </a:lnSpc>
                <a:spcBef>
                  <a:spcPts val="601"/>
                </a:spcBef>
                <a:spcAft>
                  <a:spcPts val="601"/>
                </a:spcAft>
                <a:buNone/>
                <a:tabLst>
                  <a:tab algn="l" pos="0"/>
                </a:tabLst>
              </a:pP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If necessary, delete the existing image</a:t>
              </a:r>
              <a:br>
                <a:rPr sz="1200"/>
              </a:b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by using the </a:t>
              </a:r>
              <a:r>
                <a:rPr b="1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‘Backspace key’</a:t>
              </a: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. Select the placeholder, go to the tab </a:t>
              </a:r>
              <a:r>
                <a:rPr b="1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‘Slidebuilder’</a:t>
              </a: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 and click on the button </a:t>
              </a:r>
              <a:r>
                <a:rPr b="1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‘Images’</a:t>
              </a: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581" name="Ovaal 20"/>
            <p:cNvSpPr/>
            <p:nvPr/>
          </p:nvSpPr>
          <p:spPr>
            <a:xfrm>
              <a:off x="12560040" y="263376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3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582" name="Rechthoek 21"/>
            <p:cNvSpPr/>
            <p:nvPr/>
          </p:nvSpPr>
          <p:spPr>
            <a:xfrm>
              <a:off x="12844440" y="2633760"/>
              <a:ext cx="3125880" cy="46260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90000"/>
                </a:lnSpc>
                <a:spcBef>
                  <a:spcPts val="601"/>
                </a:spcBef>
                <a:spcAft>
                  <a:spcPts val="601"/>
                </a:spcAft>
                <a:buNone/>
                <a:tabLst>
                  <a:tab algn="l" pos="0"/>
                </a:tabLst>
              </a:pP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Click with the right mouse button on the thumbnail display of the slide on the left side </a:t>
              </a:r>
              <a:br>
                <a:rPr sz="1200"/>
              </a:b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of the screen and choose </a:t>
              </a:r>
              <a:r>
                <a:rPr b="1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‘Reset slide’</a:t>
              </a: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583" name="Ovaal 22"/>
            <p:cNvSpPr/>
            <p:nvPr/>
          </p:nvSpPr>
          <p:spPr>
            <a:xfrm>
              <a:off x="12560040" y="422640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4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584" name="Rechthoek 23"/>
            <p:cNvSpPr/>
            <p:nvPr/>
          </p:nvSpPr>
          <p:spPr>
            <a:xfrm>
              <a:off x="12844440" y="4226400"/>
              <a:ext cx="2944440" cy="8204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90000"/>
                </a:lnSpc>
                <a:spcBef>
                  <a:spcPts val="601"/>
                </a:spcBef>
                <a:spcAft>
                  <a:spcPts val="601"/>
                </a:spcAft>
                <a:buNone/>
                <a:tabLst>
                  <a:tab algn="l" pos="0"/>
                </a:tabLst>
              </a:pP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To scale or drag the image, go to the tab </a:t>
              </a:r>
              <a:r>
                <a:rPr b="1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‘Picture Tools - Format’</a:t>
              </a: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 and click on</a:t>
              </a:r>
              <a:br>
                <a:rPr sz="1200"/>
              </a:b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the button </a:t>
              </a:r>
              <a:r>
                <a:rPr b="1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‘Crop’</a:t>
              </a: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. Scale the image itself with</a:t>
              </a:r>
              <a:br>
                <a:rPr sz="1200"/>
              </a:b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the spheres and scale the image frame with the brackets.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585" name="Rechthoek 24"/>
            <p:cNvSpPr/>
            <p:nvPr/>
          </p:nvSpPr>
          <p:spPr>
            <a:xfrm>
              <a:off x="12846960" y="3200400"/>
              <a:ext cx="1238760" cy="719640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>
              <a:solidFill>
                <a:srgbClr val="d3d3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586" name="Groep 25"/>
            <p:cNvGrpSpPr/>
            <p:nvPr/>
          </p:nvGrpSpPr>
          <p:grpSpPr>
            <a:xfrm>
              <a:off x="13677840" y="3479760"/>
              <a:ext cx="1222560" cy="563760"/>
              <a:chOff x="13677840" y="3479760"/>
              <a:chExt cx="1222560" cy="563760"/>
            </a:xfrm>
          </p:grpSpPr>
          <p:sp>
            <p:nvSpPr>
              <p:cNvPr id="587" name="Rechthoek 64"/>
              <p:cNvSpPr/>
              <p:nvPr/>
            </p:nvSpPr>
            <p:spPr>
              <a:xfrm>
                <a:off x="13677840" y="3479760"/>
                <a:ext cx="1176120" cy="5043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88" name="Rechthoek 65"/>
              <p:cNvSpPr/>
              <p:nvPr/>
            </p:nvSpPr>
            <p:spPr>
              <a:xfrm>
                <a:off x="13684320" y="3733560"/>
                <a:ext cx="1163520" cy="24624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589" name="Groep 66"/>
              <p:cNvGrpSpPr/>
              <p:nvPr/>
            </p:nvGrpSpPr>
            <p:grpSpPr>
              <a:xfrm>
                <a:off x="13759920" y="3540960"/>
                <a:ext cx="155520" cy="131400"/>
                <a:chOff x="13759920" y="3540960"/>
                <a:chExt cx="155520" cy="131400"/>
              </a:xfrm>
            </p:grpSpPr>
            <p:sp>
              <p:nvSpPr>
                <p:cNvPr id="590" name="Rechthoek: afgeronde hoeken 79"/>
                <p:cNvSpPr/>
                <p:nvPr/>
              </p:nvSpPr>
              <p:spPr>
                <a:xfrm>
                  <a:off x="13759920" y="3540960"/>
                  <a:ext cx="155520" cy="131400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591" name="Rechthoek 80"/>
                <p:cNvSpPr/>
                <p:nvPr/>
              </p:nvSpPr>
              <p:spPr>
                <a:xfrm>
                  <a:off x="13781520" y="3559320"/>
                  <a:ext cx="117360" cy="15480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592" name="Rechthoek 81"/>
                <p:cNvSpPr/>
                <p:nvPr/>
              </p:nvSpPr>
              <p:spPr>
                <a:xfrm>
                  <a:off x="13781520" y="3586320"/>
                  <a:ext cx="45360" cy="69480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593" name="Rechthoek 82"/>
                <p:cNvSpPr/>
                <p:nvPr/>
              </p:nvSpPr>
              <p:spPr>
                <a:xfrm>
                  <a:off x="13841640" y="3590280"/>
                  <a:ext cx="51840" cy="79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594" name="Rechthoek 83"/>
                <p:cNvSpPr/>
                <p:nvPr/>
              </p:nvSpPr>
              <p:spPr>
                <a:xfrm>
                  <a:off x="13841640" y="3618360"/>
                  <a:ext cx="26280" cy="79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595" name="Rechthoek 84"/>
                <p:cNvSpPr/>
                <p:nvPr/>
              </p:nvSpPr>
              <p:spPr>
                <a:xfrm>
                  <a:off x="13841640" y="3646440"/>
                  <a:ext cx="26280" cy="79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grpSp>
            <p:nvGrpSpPr>
              <p:cNvPr id="596" name="Groep 67"/>
              <p:cNvGrpSpPr/>
              <p:nvPr/>
            </p:nvGrpSpPr>
            <p:grpSpPr>
              <a:xfrm>
                <a:off x="13699800" y="3762000"/>
                <a:ext cx="206640" cy="237240"/>
                <a:chOff x="13699800" y="3762000"/>
                <a:chExt cx="206640" cy="237240"/>
              </a:xfrm>
            </p:grpSpPr>
            <p:grpSp>
              <p:nvGrpSpPr>
                <p:cNvPr id="597" name="Groep 71"/>
                <p:cNvGrpSpPr/>
                <p:nvPr/>
              </p:nvGrpSpPr>
              <p:grpSpPr>
                <a:xfrm>
                  <a:off x="13763160" y="3792600"/>
                  <a:ext cx="143280" cy="121320"/>
                  <a:chOff x="13763160" y="3792600"/>
                  <a:chExt cx="143280" cy="121320"/>
                </a:xfrm>
              </p:grpSpPr>
              <p:sp>
                <p:nvSpPr>
                  <p:cNvPr id="598" name="Rechthoek: afgeronde hoeken 73"/>
                  <p:cNvSpPr/>
                  <p:nvPr/>
                </p:nvSpPr>
                <p:spPr>
                  <a:xfrm>
                    <a:off x="13763160" y="3792600"/>
                    <a:ext cx="143280" cy="121320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</p:sp>
              <p:sp>
                <p:nvSpPr>
                  <p:cNvPr id="599" name="Rechthoek 74"/>
                  <p:cNvSpPr/>
                  <p:nvPr/>
                </p:nvSpPr>
                <p:spPr>
                  <a:xfrm>
                    <a:off x="13783320" y="3809160"/>
                    <a:ext cx="108000" cy="14400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</p:sp>
              <p:sp>
                <p:nvSpPr>
                  <p:cNvPr id="600" name="Rechthoek 75"/>
                  <p:cNvSpPr/>
                  <p:nvPr/>
                </p:nvSpPr>
                <p:spPr>
                  <a:xfrm>
                    <a:off x="13783320" y="3834000"/>
                    <a:ext cx="41760" cy="64080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</p:sp>
              <p:sp>
                <p:nvSpPr>
                  <p:cNvPr id="601" name="Rechthoek 76"/>
                  <p:cNvSpPr/>
                  <p:nvPr/>
                </p:nvSpPr>
                <p:spPr>
                  <a:xfrm>
                    <a:off x="13838400" y="3837960"/>
                    <a:ext cx="47520" cy="720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</p:sp>
              <p:sp>
                <p:nvSpPr>
                  <p:cNvPr id="602" name="Rechthoek 77"/>
                  <p:cNvSpPr/>
                  <p:nvPr/>
                </p:nvSpPr>
                <p:spPr>
                  <a:xfrm>
                    <a:off x="13838400" y="3863880"/>
                    <a:ext cx="24120" cy="720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</p:sp>
              <p:sp>
                <p:nvSpPr>
                  <p:cNvPr id="603" name="Rechthoek 78"/>
                  <p:cNvSpPr/>
                  <p:nvPr/>
                </p:nvSpPr>
                <p:spPr>
                  <a:xfrm>
                    <a:off x="13838400" y="3889440"/>
                    <a:ext cx="24120" cy="720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</p:sp>
            </p:grpSp>
            <p:sp>
              <p:nvSpPr>
                <p:cNvPr id="604" name="Boog 72"/>
                <p:cNvSpPr/>
                <p:nvPr/>
              </p:nvSpPr>
              <p:spPr>
                <a:xfrm rot="17637000">
                  <a:off x="13676760" y="3834360"/>
                  <a:ext cx="218520" cy="91800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>
                  <a:solidFill>
                    <a:srgbClr val="4d82b8"/>
                  </a:solidFill>
                  <a:round/>
                  <a:headEnd len="sm" type="arrow" w="med"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605" name="Tekstvak 68"/>
              <p:cNvSpPr/>
              <p:nvPr/>
            </p:nvSpPr>
            <p:spPr>
              <a:xfrm>
                <a:off x="13918320" y="3540960"/>
                <a:ext cx="895680" cy="134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0000" bIns="9000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601"/>
                  </a:spcBef>
                  <a:spcAft>
                    <a:spcPts val="601"/>
                  </a:spcAft>
                  <a:buNone/>
                </a:pPr>
                <a:r>
                  <a:rPr b="0" lang="en-GB" sz="900" spc="-1" strike="noStrike">
                    <a:solidFill>
                      <a:srgbClr val="211f26"/>
                    </a:solidFill>
                    <a:latin typeface="Calibri"/>
                    <a:ea typeface="Arial"/>
                  </a:rPr>
                  <a:t>Layout</a:t>
                </a:r>
                <a:endParaRPr b="0" lang="en-US" sz="900" spc="-1" strike="noStrike">
                  <a:latin typeface="Arial"/>
                </a:endParaRPr>
              </a:p>
            </p:txBody>
          </p:sp>
          <p:sp>
            <p:nvSpPr>
              <p:cNvPr id="606" name="Tekstvak 69"/>
              <p:cNvSpPr/>
              <p:nvPr/>
            </p:nvSpPr>
            <p:spPr>
              <a:xfrm>
                <a:off x="13905000" y="3793680"/>
                <a:ext cx="909360" cy="126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0000" bIns="9000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601"/>
                  </a:spcBef>
                  <a:spcAft>
                    <a:spcPts val="601"/>
                  </a:spcAft>
                  <a:buNone/>
                </a:pPr>
                <a:r>
                  <a:rPr b="0" lang="en-GB" sz="900" spc="-1" strike="noStrike">
                    <a:solidFill>
                      <a:srgbClr val="211f26"/>
                    </a:solidFill>
                    <a:latin typeface="Calibri"/>
                    <a:ea typeface="Arial"/>
                  </a:rPr>
                  <a:t>Reset slide</a:t>
                </a:r>
                <a:endParaRPr b="0" lang="en-US" sz="900" spc="-1" strike="noStrike">
                  <a:latin typeface="Arial"/>
                </a:endParaRPr>
              </a:p>
            </p:txBody>
          </p:sp>
          <p:sp>
            <p:nvSpPr>
              <p:cNvPr id="607" name="Vrije vorm: vorm 70"/>
              <p:cNvSpPr/>
              <p:nvPr/>
            </p:nvSpPr>
            <p:spPr>
              <a:xfrm>
                <a:off x="14803200" y="3863880"/>
                <a:ext cx="97200" cy="179640"/>
              </a:xfrm>
              <a:custGeom>
                <a:avLst/>
                <a:gdLst/>
                <a:ahLst/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608" name="Groep 26"/>
            <p:cNvGrpSpPr/>
            <p:nvPr/>
          </p:nvGrpSpPr>
          <p:grpSpPr>
            <a:xfrm>
              <a:off x="12377520" y="5680800"/>
              <a:ext cx="3693240" cy="959040"/>
              <a:chOff x="12377520" y="5680800"/>
              <a:chExt cx="3693240" cy="959040"/>
            </a:xfrm>
          </p:grpSpPr>
          <p:sp>
            <p:nvSpPr>
              <p:cNvPr id="609" name="Rechthoek 54"/>
              <p:cNvSpPr/>
              <p:nvPr/>
            </p:nvSpPr>
            <p:spPr>
              <a:xfrm>
                <a:off x="12377520" y="5812200"/>
                <a:ext cx="3593160" cy="82764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numCol="1" spcCol="0" horzOverflow="overflow" vertOverflow="overflow" lIns="180000" rIns="180000" tIns="144000" bIns="14400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601"/>
                  </a:spcBef>
                  <a:spcAft>
                    <a:spcPts val="601"/>
                  </a:spcAft>
                  <a:buNone/>
                </a:pPr>
                <a:r>
                  <a:rPr b="1" lang="en-GB" sz="1200" spc="-1" strike="noStrike" cap="all">
                    <a:solidFill>
                      <a:srgbClr val="211f26"/>
                    </a:solidFill>
                    <a:latin typeface="Calibri"/>
                    <a:ea typeface="Arial"/>
                  </a:rPr>
                  <a:t>Want to know more?</a:t>
                </a:r>
                <a:br>
                  <a:rPr sz="1200"/>
                </a:br>
                <a:r>
                  <a:rPr b="0" lang="en-GB" sz="1200" spc="-1" strike="noStrike">
                    <a:solidFill>
                      <a:srgbClr val="211f26"/>
                    </a:solidFill>
                    <a:latin typeface="Calibri"/>
                    <a:ea typeface="Arial"/>
                  </a:rPr>
                  <a:t>Go to the tab</a:t>
                </a:r>
                <a:r>
                  <a:rPr b="1" lang="en-GB" sz="1200" spc="-1" strike="noStrike" cap="all">
                    <a:solidFill>
                      <a:srgbClr val="211f26"/>
                    </a:solidFill>
                    <a:latin typeface="Calibri"/>
                    <a:ea typeface="Arial"/>
                  </a:rPr>
                  <a:t> 'SLIDEBUILDER’ </a:t>
                </a:r>
                <a:r>
                  <a:rPr b="0" lang="en-GB" sz="1200" spc="-1" strike="noStrike">
                    <a:solidFill>
                      <a:srgbClr val="211f26"/>
                    </a:solidFill>
                    <a:latin typeface="Calibri"/>
                    <a:ea typeface="Arial"/>
                  </a:rPr>
                  <a:t>and click</a:t>
                </a:r>
                <a:br>
                  <a:rPr sz="1200"/>
                </a:br>
                <a:r>
                  <a:rPr b="0" lang="en-GB" sz="1200" spc="-1" strike="noStrike">
                    <a:solidFill>
                      <a:srgbClr val="211f26"/>
                    </a:solidFill>
                    <a:latin typeface="Calibri"/>
                    <a:ea typeface="Arial"/>
                  </a:rPr>
                  <a:t>on the button </a:t>
                </a:r>
                <a:r>
                  <a:rPr b="1" lang="en-GB" sz="1200" spc="-1" strike="noStrike" cap="all">
                    <a:solidFill>
                      <a:srgbClr val="211f26"/>
                    </a:solidFill>
                    <a:latin typeface="Calibri"/>
                    <a:ea typeface="Arial"/>
                  </a:rPr>
                  <a:t>‘Inspiration'</a:t>
                </a:r>
                <a:endParaRPr b="0" lang="en-US" sz="1200" spc="-1" strike="noStrike">
                  <a:latin typeface="Arial"/>
                </a:endParaRPr>
              </a:p>
            </p:txBody>
          </p:sp>
          <p:grpSp>
            <p:nvGrpSpPr>
              <p:cNvPr id="610" name="ICOON_info"/>
              <p:cNvGrpSpPr/>
              <p:nvPr/>
            </p:nvGrpSpPr>
            <p:grpSpPr>
              <a:xfrm>
                <a:off x="15787440" y="5680800"/>
                <a:ext cx="283320" cy="283320"/>
                <a:chOff x="15787440" y="5680800"/>
                <a:chExt cx="283320" cy="283320"/>
              </a:xfrm>
            </p:grpSpPr>
            <p:sp>
              <p:nvSpPr>
                <p:cNvPr id="611" name="Ovaal 62"/>
                <p:cNvSpPr/>
                <p:nvPr/>
              </p:nvSpPr>
              <p:spPr>
                <a:xfrm>
                  <a:off x="15807240" y="5700240"/>
                  <a:ext cx="244440" cy="244440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612" name="Graphic 163"/>
                <p:cNvSpPr/>
                <p:nvPr/>
              </p:nvSpPr>
              <p:spPr>
                <a:xfrm>
                  <a:off x="15787440" y="5680800"/>
                  <a:ext cx="283320" cy="283320"/>
                </a:xfrm>
                <a:custGeom>
                  <a:avLst/>
                  <a:gdLst/>
                  <a:ahLst/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613" name="Groep 56"/>
              <p:cNvGrpSpPr/>
              <p:nvPr/>
            </p:nvGrpSpPr>
            <p:grpSpPr>
              <a:xfrm>
                <a:off x="15225480" y="5937840"/>
                <a:ext cx="627480" cy="576360"/>
                <a:chOff x="15225480" y="5937840"/>
                <a:chExt cx="627480" cy="576360"/>
              </a:xfrm>
            </p:grpSpPr>
            <p:grpSp>
              <p:nvGrpSpPr>
                <p:cNvPr id="614" name="Inspireren"/>
                <p:cNvGrpSpPr/>
                <p:nvPr/>
              </p:nvGrpSpPr>
              <p:grpSpPr>
                <a:xfrm>
                  <a:off x="15447960" y="5937840"/>
                  <a:ext cx="169560" cy="241920"/>
                  <a:chOff x="15447960" y="5937840"/>
                  <a:chExt cx="169560" cy="241920"/>
                </a:xfrm>
              </p:grpSpPr>
              <p:sp>
                <p:nvSpPr>
                  <p:cNvPr id="615" name="Freeform 12"/>
                  <p:cNvSpPr/>
                  <p:nvPr/>
                </p:nvSpPr>
                <p:spPr>
                  <a:xfrm>
                    <a:off x="15498000" y="6024960"/>
                    <a:ext cx="68400" cy="61560"/>
                  </a:xfrm>
                  <a:custGeom>
                    <a:avLst/>
                    <a:gdLst/>
                    <a:ahLst/>
                    <a:rect l="l" t="t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616" name="Freeform 13"/>
                  <p:cNvSpPr/>
                  <p:nvPr/>
                </p:nvSpPr>
                <p:spPr>
                  <a:xfrm>
                    <a:off x="15502680" y="6156000"/>
                    <a:ext cx="60480" cy="23760"/>
                  </a:xfrm>
                  <a:custGeom>
                    <a:avLst/>
                    <a:gdLst/>
                    <a:ahLst/>
                    <a:rect l="l" t="t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30000">
                        <a:srgbClr val="211f26"/>
                      </a:gs>
                      <a:gs pos="100000">
                        <a:srgbClr val="9d9fa1"/>
                      </a:gs>
                    </a:gsLst>
                    <a:lin ang="135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617" name="Freeform 14"/>
                  <p:cNvSpPr/>
                  <p:nvPr/>
                </p:nvSpPr>
                <p:spPr>
                  <a:xfrm>
                    <a:off x="15447960" y="5937840"/>
                    <a:ext cx="169560" cy="207720"/>
                  </a:xfrm>
                  <a:custGeom>
                    <a:avLst/>
                    <a:gdLst/>
                    <a:ahLst/>
                    <a:rect l="l" t="t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30000">
                        <a:srgbClr val="211f26"/>
                      </a:gs>
                      <a:gs pos="100000">
                        <a:srgbClr val="9d9fa1"/>
                      </a:gs>
                    </a:gsLst>
                    <a:lin ang="135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</p:grpSp>
            <p:sp>
              <p:nvSpPr>
                <p:cNvPr id="618" name="Tekstvak 58"/>
                <p:cNvSpPr/>
                <p:nvPr/>
              </p:nvSpPr>
              <p:spPr>
                <a:xfrm>
                  <a:off x="15225480" y="6192360"/>
                  <a:ext cx="627480" cy="321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 algn="ctr">
                    <a:lnSpc>
                      <a:spcPct val="90000"/>
                    </a:lnSpc>
                    <a:spcBef>
                      <a:spcPts val="601"/>
                    </a:spcBef>
                    <a:spcAft>
                      <a:spcPts val="601"/>
                    </a:spcAft>
                    <a:buNone/>
                    <a:tabLst>
                      <a:tab algn="l" pos="0"/>
                    </a:tabLst>
                  </a:pPr>
                  <a:r>
                    <a:rPr b="0" lang="en-GB" sz="1000" spc="-1" strike="noStrike">
                      <a:solidFill>
                        <a:srgbClr val="211f26"/>
                      </a:solidFill>
                      <a:latin typeface="Calibri"/>
                      <a:ea typeface="Arial"/>
                    </a:rPr>
                    <a:t>Inspiration</a:t>
                  </a:r>
                  <a:endParaRPr b="0" lang="en-US" sz="1000" spc="-1" strike="noStrike">
                    <a:latin typeface="Arial"/>
                  </a:endParaRPr>
                </a:p>
              </p:txBody>
            </p:sp>
          </p:grpSp>
        </p:grpSp>
        <p:grpSp>
          <p:nvGrpSpPr>
            <p:cNvPr id="619" name="Groep 27"/>
            <p:cNvGrpSpPr/>
            <p:nvPr/>
          </p:nvGrpSpPr>
          <p:grpSpPr>
            <a:xfrm>
              <a:off x="12736800" y="5129640"/>
              <a:ext cx="514080" cy="506520"/>
              <a:chOff x="12736800" y="5129640"/>
              <a:chExt cx="514080" cy="506520"/>
            </a:xfrm>
          </p:grpSpPr>
          <p:grpSp>
            <p:nvGrpSpPr>
              <p:cNvPr id="620" name="Groep 38"/>
              <p:cNvGrpSpPr/>
              <p:nvPr/>
            </p:nvGrpSpPr>
            <p:grpSpPr>
              <a:xfrm>
                <a:off x="12841920" y="5129640"/>
                <a:ext cx="318960" cy="306000"/>
                <a:chOff x="12841920" y="5129640"/>
                <a:chExt cx="318960" cy="306000"/>
              </a:xfrm>
            </p:grpSpPr>
            <p:grpSp>
              <p:nvGrpSpPr>
                <p:cNvPr id="621" name="Groep 41"/>
                <p:cNvGrpSpPr/>
                <p:nvPr/>
              </p:nvGrpSpPr>
              <p:grpSpPr>
                <a:xfrm>
                  <a:off x="12841920" y="5129640"/>
                  <a:ext cx="281880" cy="270360"/>
                  <a:chOff x="12841920" y="5129640"/>
                  <a:chExt cx="281880" cy="270360"/>
                </a:xfrm>
              </p:grpSpPr>
              <p:grpSp>
                <p:nvGrpSpPr>
                  <p:cNvPr id="622" name="Groep 48"/>
                  <p:cNvGrpSpPr/>
                  <p:nvPr/>
                </p:nvGrpSpPr>
                <p:grpSpPr>
                  <a:xfrm>
                    <a:off x="12841920" y="5129640"/>
                    <a:ext cx="281880" cy="270360"/>
                    <a:chOff x="12841920" y="5129640"/>
                    <a:chExt cx="281880" cy="270360"/>
                  </a:xfrm>
                </p:grpSpPr>
                <p:sp>
                  <p:nvSpPr>
                    <p:cNvPr id="623" name="Rechthoek 51"/>
                    <p:cNvSpPr/>
                    <p:nvPr/>
                  </p:nvSpPr>
                  <p:spPr>
                    <a:xfrm>
                      <a:off x="12841920" y="5129640"/>
                      <a:ext cx="281880" cy="270360"/>
                    </a:xfrm>
                    <a:prstGeom prst="rect">
                      <a:avLst/>
                    </a:prstGeom>
                    <a:noFill/>
                    <a:ln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</p:sp>
                <p:sp>
                  <p:nvSpPr>
                    <p:cNvPr id="624" name="Rechthoek 52"/>
                    <p:cNvSpPr/>
                    <p:nvPr/>
                  </p:nvSpPr>
                  <p:spPr>
                    <a:xfrm>
                      <a:off x="12841920" y="5129640"/>
                      <a:ext cx="165960" cy="16344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</p:sp>
                <p:sp>
                  <p:nvSpPr>
                    <p:cNvPr id="625" name="Ovaal 53"/>
                    <p:cNvSpPr/>
                    <p:nvPr/>
                  </p:nvSpPr>
                  <p:spPr>
                    <a:xfrm>
                      <a:off x="12943440" y="5150160"/>
                      <a:ext cx="45360" cy="4536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</p:sp>
              </p:grpSp>
              <p:pic>
                <p:nvPicPr>
                  <p:cNvPr id="626" name="Afbeelding 49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2849840" y="5196240"/>
                    <a:ext cx="109800" cy="885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  <p:pic>
                <p:nvPicPr>
                  <p:cNvPr id="627" name="Afbeelding 50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 flipH="1">
                    <a:off x="12893760" y="5211720"/>
                    <a:ext cx="109800" cy="705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grpSp>
            <p:grpSp>
              <p:nvGrpSpPr>
                <p:cNvPr id="628" name="Groep 42"/>
                <p:cNvGrpSpPr/>
                <p:nvPr/>
              </p:nvGrpSpPr>
              <p:grpSpPr>
                <a:xfrm>
                  <a:off x="13061520" y="5335920"/>
                  <a:ext cx="99360" cy="99720"/>
                  <a:chOff x="13061520" y="5335920"/>
                  <a:chExt cx="99360" cy="99720"/>
                </a:xfrm>
              </p:grpSpPr>
              <p:sp>
                <p:nvSpPr>
                  <p:cNvPr id="629" name="Rechthoek 46"/>
                  <p:cNvSpPr/>
                  <p:nvPr/>
                </p:nvSpPr>
                <p:spPr>
                  <a:xfrm>
                    <a:off x="13061520" y="5335920"/>
                    <a:ext cx="99360" cy="1908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</p:sp>
              <p:sp>
                <p:nvSpPr>
                  <p:cNvPr id="630" name="Rechthoek 47"/>
                  <p:cNvSpPr/>
                  <p:nvPr/>
                </p:nvSpPr>
                <p:spPr>
                  <a:xfrm rot="5400000">
                    <a:off x="13021560" y="5376240"/>
                    <a:ext cx="99360" cy="1908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</p:sp>
            </p:grpSp>
            <p:grpSp>
              <p:nvGrpSpPr>
                <p:cNvPr id="631" name="Groep 43"/>
                <p:cNvGrpSpPr/>
                <p:nvPr/>
              </p:nvGrpSpPr>
              <p:grpSpPr>
                <a:xfrm>
                  <a:off x="13033080" y="5308920"/>
                  <a:ext cx="99360" cy="100080"/>
                  <a:chOff x="13033080" y="5308920"/>
                  <a:chExt cx="99360" cy="100080"/>
                </a:xfrm>
              </p:grpSpPr>
              <p:sp>
                <p:nvSpPr>
                  <p:cNvPr id="632" name="Rechthoek 44"/>
                  <p:cNvSpPr/>
                  <p:nvPr/>
                </p:nvSpPr>
                <p:spPr>
                  <a:xfrm rot="10800000">
                    <a:off x="13033080" y="5389920"/>
                    <a:ext cx="99360" cy="1908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</p:sp>
              <p:sp>
                <p:nvSpPr>
                  <p:cNvPr id="633" name="Rechthoek 45"/>
                  <p:cNvSpPr/>
                  <p:nvPr/>
                </p:nvSpPr>
                <p:spPr>
                  <a:xfrm rot="16200000">
                    <a:off x="13072680" y="5348880"/>
                    <a:ext cx="99360" cy="1908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</p:sp>
            </p:grpSp>
          </p:grpSp>
          <p:sp>
            <p:nvSpPr>
              <p:cNvPr id="634" name="Rechthoek 39"/>
              <p:cNvSpPr/>
              <p:nvPr/>
            </p:nvSpPr>
            <p:spPr>
              <a:xfrm>
                <a:off x="12736800" y="5461920"/>
                <a:ext cx="514080" cy="109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numCol="1" spcCol="0" lIns="0" rIns="0" tIns="0" bIns="0" anchor="ctr">
                <a:noAutofit/>
              </a:bodyPr>
              <a:p>
                <a:pPr algn="ctr">
                  <a:lnSpc>
                    <a:spcPct val="90000"/>
                  </a:lnSpc>
                  <a:spcBef>
                    <a:spcPts val="601"/>
                  </a:spcBef>
                  <a:spcAft>
                    <a:spcPts val="601"/>
                  </a:spcAft>
                  <a:buNone/>
                </a:pPr>
                <a:r>
                  <a:rPr b="0" lang="en-GB" sz="900" spc="-1" strike="noStrike">
                    <a:solidFill>
                      <a:srgbClr val="211f26"/>
                    </a:solidFill>
                    <a:latin typeface="Calibri"/>
                    <a:ea typeface="Arial"/>
                  </a:rPr>
                  <a:t>Crop</a:t>
                </a:r>
                <a:endParaRPr b="0" lang="en-US" sz="900" spc="-1" strike="noStrike">
                  <a:latin typeface="Arial"/>
                </a:endParaRPr>
              </a:p>
            </p:txBody>
          </p:sp>
          <p:sp>
            <p:nvSpPr>
              <p:cNvPr id="635" name="Gelijkbenige driehoek 40"/>
              <p:cNvSpPr/>
              <p:nvPr/>
            </p:nvSpPr>
            <p:spPr>
              <a:xfrm rot="10800000">
                <a:off x="12964680" y="5601600"/>
                <a:ext cx="59040" cy="3456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636" name="Ovaal 28"/>
            <p:cNvSpPr/>
            <p:nvPr/>
          </p:nvSpPr>
          <p:spPr>
            <a:xfrm>
              <a:off x="12560040" y="181116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2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637" name="Rechthoek 29"/>
            <p:cNvSpPr/>
            <p:nvPr/>
          </p:nvSpPr>
          <p:spPr>
            <a:xfrm>
              <a:off x="12844440" y="1811160"/>
              <a:ext cx="2944440" cy="32580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90000"/>
                </a:lnSpc>
                <a:spcBef>
                  <a:spcPts val="601"/>
                </a:spcBef>
                <a:spcAft>
                  <a:spcPts val="601"/>
                </a:spcAft>
                <a:buNone/>
                <a:tabLst>
                  <a:tab algn="l" pos="0"/>
                </a:tabLst>
              </a:pP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Select the preferred category and image</a:t>
              </a:r>
              <a:br>
                <a:rPr sz="1200"/>
              </a:b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and click on  </a:t>
              </a:r>
              <a:r>
                <a:rPr b="1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‘Insert’</a:t>
              </a: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638" name="Rechthoek 30"/>
            <p:cNvSpPr/>
            <p:nvPr/>
          </p:nvSpPr>
          <p:spPr>
            <a:xfrm>
              <a:off x="12844440" y="2245680"/>
              <a:ext cx="825120" cy="20916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lIns="0" rIns="0" tIns="0" bIns="0" anchor="ctr">
              <a:noAutofit/>
            </a:bodyPr>
            <a:p>
              <a:pPr algn="ctr">
                <a:lnSpc>
                  <a:spcPct val="90000"/>
                </a:lnSpc>
                <a:spcBef>
                  <a:spcPts val="601"/>
                </a:spcBef>
                <a:spcAft>
                  <a:spcPts val="601"/>
                </a:spcAft>
                <a:buNone/>
              </a:pPr>
              <a:r>
                <a:rPr b="1" lang="en-GB" sz="1000" spc="-1" strike="noStrike">
                  <a:solidFill>
                    <a:srgbClr val="211f26"/>
                  </a:solidFill>
                  <a:latin typeface="Calibri"/>
                  <a:ea typeface="Arial"/>
                </a:rPr>
                <a:t>Insert</a:t>
              </a:r>
              <a:endParaRPr b="0" lang="en-US" sz="1000" spc="-1" strike="noStrike">
                <a:latin typeface="Arial"/>
              </a:endParaRPr>
            </a:p>
          </p:txBody>
        </p:sp>
        <p:grpSp>
          <p:nvGrpSpPr>
            <p:cNvPr id="639" name="Groep 31"/>
            <p:cNvGrpSpPr/>
            <p:nvPr/>
          </p:nvGrpSpPr>
          <p:grpSpPr>
            <a:xfrm>
              <a:off x="12798360" y="1226880"/>
              <a:ext cx="446400" cy="406440"/>
              <a:chOff x="12798360" y="1226880"/>
              <a:chExt cx="446400" cy="406440"/>
            </a:xfrm>
          </p:grpSpPr>
          <p:grpSp>
            <p:nvGrpSpPr>
              <p:cNvPr id="640" name="Groep 32"/>
              <p:cNvGrpSpPr/>
              <p:nvPr/>
            </p:nvGrpSpPr>
            <p:grpSpPr>
              <a:xfrm>
                <a:off x="12878280" y="1226880"/>
                <a:ext cx="283680" cy="246240"/>
                <a:chOff x="12878280" y="1226880"/>
                <a:chExt cx="283680" cy="246240"/>
              </a:xfrm>
            </p:grpSpPr>
            <p:sp>
              <p:nvSpPr>
                <p:cNvPr id="641" name="Vrije vorm: vorm 34"/>
                <p:cNvSpPr/>
                <p:nvPr/>
              </p:nvSpPr>
              <p:spPr>
                <a:xfrm>
                  <a:off x="12926880" y="1287720"/>
                  <a:ext cx="47520" cy="47520"/>
                </a:xfrm>
                <a:custGeom>
                  <a:avLst/>
                  <a:gdLst/>
                  <a:ahLst/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grpSp>
              <p:nvGrpSpPr>
                <p:cNvPr id="642" name="Groep 35"/>
                <p:cNvGrpSpPr/>
                <p:nvPr/>
              </p:nvGrpSpPr>
              <p:grpSpPr>
                <a:xfrm>
                  <a:off x="12878280" y="1226880"/>
                  <a:ext cx="283680" cy="246240"/>
                  <a:chOff x="12878280" y="1226880"/>
                  <a:chExt cx="283680" cy="246240"/>
                </a:xfrm>
              </p:grpSpPr>
              <p:sp>
                <p:nvSpPr>
                  <p:cNvPr id="643" name="Vrije vorm: vorm 36"/>
                  <p:cNvSpPr/>
                  <p:nvPr/>
                </p:nvSpPr>
                <p:spPr>
                  <a:xfrm>
                    <a:off x="12878280" y="1226880"/>
                    <a:ext cx="283680" cy="246240"/>
                  </a:xfrm>
                  <a:custGeom>
                    <a:avLst/>
                    <a:gdLst/>
                    <a:ahLst/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30000">
                        <a:srgbClr val="211f26"/>
                      </a:gs>
                      <a:gs pos="100000">
                        <a:srgbClr val="9d9fa1"/>
                      </a:gs>
                    </a:gsLst>
                    <a:lin ang="13500000"/>
                  </a:gra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644" name="Vrije vorm: vorm 37"/>
                  <p:cNvSpPr/>
                  <p:nvPr/>
                </p:nvSpPr>
                <p:spPr>
                  <a:xfrm>
                    <a:off x="12926880" y="1303200"/>
                    <a:ext cx="185400" cy="113760"/>
                  </a:xfrm>
                  <a:custGeom>
                    <a:avLst/>
                    <a:gdLst/>
                    <a:ahLst/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30000">
                        <a:srgbClr val="211f26"/>
                      </a:gs>
                      <a:gs pos="100000">
                        <a:srgbClr val="9d9fa1"/>
                      </a:gs>
                    </a:gsLst>
                    <a:lin ang="13500000"/>
                  </a:gra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</p:grpSp>
          </p:grpSp>
          <p:sp>
            <p:nvSpPr>
              <p:cNvPr id="645" name="Tekstvak 33"/>
              <p:cNvSpPr/>
              <p:nvPr/>
            </p:nvSpPr>
            <p:spPr>
              <a:xfrm>
                <a:off x="12798360" y="1490040"/>
                <a:ext cx="446400" cy="14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18000" bIns="0" anchor="t">
                <a:noAutofit/>
              </a:bodyPr>
              <a:p>
                <a:pPr algn="ctr">
                  <a:lnSpc>
                    <a:spcPct val="90000"/>
                  </a:lnSpc>
                  <a:spcBef>
                    <a:spcPts val="601"/>
                  </a:spcBef>
                  <a:spcAft>
                    <a:spcPts val="601"/>
                  </a:spcAft>
                  <a:buNone/>
                  <a:tabLst>
                    <a:tab algn="l" pos="0"/>
                  </a:tabLst>
                </a:pPr>
                <a:r>
                  <a:rPr b="0" lang="en-GB" sz="1000" spc="-1" strike="noStrike">
                    <a:solidFill>
                      <a:srgbClr val="211f26"/>
                    </a:solidFill>
                    <a:latin typeface="Calibri"/>
                    <a:ea typeface="Arial"/>
                  </a:rPr>
                  <a:t>Images</a:t>
                </a:r>
                <a:endParaRPr b="0" lang="en-US" sz="1000" spc="-1" strike="noStrike">
                  <a:latin typeface="Arial"/>
                </a:endParaRPr>
              </a:p>
            </p:txBody>
          </p:sp>
        </p:grp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2" name="GRID"/>
          <p:cNvGrpSpPr/>
          <p:nvPr/>
        </p:nvGrpSpPr>
        <p:grpSpPr>
          <a:xfrm>
            <a:off x="-11880" y="0"/>
            <a:ext cx="12203640" cy="6857640"/>
            <a:chOff x="-11880" y="0"/>
            <a:chExt cx="12203640" cy="6857640"/>
          </a:xfrm>
        </p:grpSpPr>
        <p:sp>
          <p:nvSpPr>
            <p:cNvPr id="683" name="Rechthoek 7"/>
            <p:cNvSpPr/>
            <p:nvPr/>
          </p:nvSpPr>
          <p:spPr>
            <a:xfrm>
              <a:off x="-11880" y="0"/>
              <a:ext cx="12191760" cy="719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84" name="Rechthoek 11"/>
            <p:cNvSpPr/>
            <p:nvPr/>
          </p:nvSpPr>
          <p:spPr>
            <a:xfrm>
              <a:off x="0" y="0"/>
              <a:ext cx="719640" cy="6857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85" name="Rechthoek 12"/>
            <p:cNvSpPr/>
            <p:nvPr/>
          </p:nvSpPr>
          <p:spPr>
            <a:xfrm>
              <a:off x="11472120" y="0"/>
              <a:ext cx="719640" cy="6857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86" name="Rechthoek 15"/>
            <p:cNvSpPr/>
            <p:nvPr/>
          </p:nvSpPr>
          <p:spPr>
            <a:xfrm>
              <a:off x="0" y="1064520"/>
              <a:ext cx="12191760" cy="539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87" name="Rechthoek 16"/>
            <p:cNvSpPr/>
            <p:nvPr/>
          </p:nvSpPr>
          <p:spPr>
            <a:xfrm>
              <a:off x="0" y="6498000"/>
              <a:ext cx="12191760" cy="359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88" name="Rechthoek 17"/>
            <p:cNvSpPr/>
            <p:nvPr/>
          </p:nvSpPr>
          <p:spPr>
            <a:xfrm>
              <a:off x="0" y="5806080"/>
              <a:ext cx="12191760" cy="539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689" name="Tekstvak 19"/>
          <p:cNvSpPr/>
          <p:nvPr/>
        </p:nvSpPr>
        <p:spPr>
          <a:xfrm>
            <a:off x="7200" y="-636120"/>
            <a:ext cx="5511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GB" sz="1100" spc="-1" strike="noStrike" cap="all">
                <a:solidFill>
                  <a:srgbClr val="00a6d6"/>
                </a:solidFill>
                <a:latin typeface="Arial"/>
                <a:ea typeface="Arial"/>
              </a:rPr>
              <a:t>layout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90" name="Tekstvak 3"/>
          <p:cNvSpPr/>
          <p:nvPr/>
        </p:nvSpPr>
        <p:spPr>
          <a:xfrm>
            <a:off x="10918800" y="-1277640"/>
            <a:ext cx="126612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GB" sz="1100" spc="-1" strike="noStrike" cap="all">
                <a:solidFill>
                  <a:srgbClr val="00a6d6"/>
                </a:solidFill>
                <a:latin typeface="Arial"/>
                <a:ea typeface="Arial"/>
              </a:rPr>
              <a:t>Primary </a:t>
            </a:r>
            <a:r>
              <a:rPr b="0" lang="en-GB" sz="1100" spc="-1" strike="noStrike" cap="all">
                <a:solidFill>
                  <a:srgbClr val="00a6d6"/>
                </a:solidFill>
                <a:latin typeface="Arial"/>
                <a:ea typeface="Arial"/>
              </a:rPr>
              <a:t>colors</a:t>
            </a:r>
            <a:endParaRPr b="0" lang="en-US" sz="1100" spc="-1" strike="noStrike">
              <a:latin typeface="Arial"/>
            </a:endParaRPr>
          </a:p>
        </p:txBody>
      </p:sp>
      <p:grpSp>
        <p:nvGrpSpPr>
          <p:cNvPr id="691" name="Groep 33"/>
          <p:cNvGrpSpPr/>
          <p:nvPr/>
        </p:nvGrpSpPr>
        <p:grpSpPr>
          <a:xfrm>
            <a:off x="11552040" y="-1016280"/>
            <a:ext cx="639720" cy="179640"/>
            <a:chOff x="11552040" y="-1016280"/>
            <a:chExt cx="639720" cy="179640"/>
          </a:xfrm>
        </p:grpSpPr>
        <p:sp>
          <p:nvSpPr>
            <p:cNvPr id="692" name="Rechthoek 4"/>
            <p:cNvSpPr/>
            <p:nvPr/>
          </p:nvSpPr>
          <p:spPr>
            <a:xfrm>
              <a:off x="12012120" y="-1016280"/>
              <a:ext cx="179640" cy="179640"/>
            </a:xfrm>
            <a:prstGeom prst="rect">
              <a:avLst/>
            </a:prstGeom>
            <a:solidFill>
              <a:schemeClr val="tx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93" name="Rechthoek 6"/>
            <p:cNvSpPr/>
            <p:nvPr/>
          </p:nvSpPr>
          <p:spPr>
            <a:xfrm>
              <a:off x="11782080" y="-1016280"/>
              <a:ext cx="179640" cy="179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94" name="Rechthoek 8"/>
            <p:cNvSpPr/>
            <p:nvPr/>
          </p:nvSpPr>
          <p:spPr>
            <a:xfrm>
              <a:off x="11552040" y="-1016280"/>
              <a:ext cx="179640" cy="179640"/>
            </a:xfrm>
            <a:prstGeom prst="rect">
              <a:avLst/>
            </a:prstGeom>
            <a:solidFill>
              <a:schemeClr val="accent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695" name="Tekstvak 9"/>
          <p:cNvSpPr/>
          <p:nvPr/>
        </p:nvSpPr>
        <p:spPr>
          <a:xfrm>
            <a:off x="10669320" y="-672840"/>
            <a:ext cx="151272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GB" sz="1100" spc="-1" strike="noStrike" cap="all">
                <a:solidFill>
                  <a:srgbClr val="00a6d6"/>
                </a:solidFill>
                <a:latin typeface="Arial"/>
                <a:ea typeface="Arial"/>
              </a:rPr>
              <a:t>secondary colors</a:t>
            </a:r>
            <a:endParaRPr b="0" lang="en-US" sz="1100" spc="-1" strike="noStrike">
              <a:latin typeface="Arial"/>
            </a:endParaRPr>
          </a:p>
        </p:txBody>
      </p:sp>
      <p:grpSp>
        <p:nvGrpSpPr>
          <p:cNvPr id="696" name="Groep 32"/>
          <p:cNvGrpSpPr/>
          <p:nvPr/>
        </p:nvGrpSpPr>
        <p:grpSpPr>
          <a:xfrm>
            <a:off x="9687960" y="-411120"/>
            <a:ext cx="2503800" cy="179640"/>
            <a:chOff x="9687960" y="-411120"/>
            <a:chExt cx="2503800" cy="179640"/>
          </a:xfrm>
        </p:grpSpPr>
        <p:sp>
          <p:nvSpPr>
            <p:cNvPr id="697" name="Rechthoek 10"/>
            <p:cNvSpPr/>
            <p:nvPr/>
          </p:nvSpPr>
          <p:spPr>
            <a:xfrm>
              <a:off x="12012120" y="-411120"/>
              <a:ext cx="179640" cy="179640"/>
            </a:xfrm>
            <a:prstGeom prst="rect">
              <a:avLst/>
            </a:prstGeom>
            <a:solidFill>
              <a:srgbClr val="009b77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98" name="Rechthoek 13"/>
            <p:cNvSpPr/>
            <p:nvPr/>
          </p:nvSpPr>
          <p:spPr>
            <a:xfrm>
              <a:off x="11782080" y="-411120"/>
              <a:ext cx="179640" cy="179640"/>
            </a:xfrm>
            <a:prstGeom prst="rect">
              <a:avLst/>
            </a:prstGeom>
            <a:solidFill>
              <a:srgbClr val="6cc24a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99" name="Rechthoek 18"/>
            <p:cNvSpPr/>
            <p:nvPr/>
          </p:nvSpPr>
          <p:spPr>
            <a:xfrm>
              <a:off x="11552040" y="-411120"/>
              <a:ext cx="179640" cy="179640"/>
            </a:xfrm>
            <a:prstGeom prst="rect">
              <a:avLst/>
            </a:prstGeom>
            <a:solidFill>
              <a:srgbClr val="ffb81c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00" name="Rechthoek 21"/>
            <p:cNvSpPr/>
            <p:nvPr/>
          </p:nvSpPr>
          <p:spPr>
            <a:xfrm>
              <a:off x="11315880" y="-411120"/>
              <a:ext cx="179640" cy="179640"/>
            </a:xfrm>
            <a:prstGeom prst="rect">
              <a:avLst/>
            </a:prstGeom>
            <a:solidFill>
              <a:srgbClr val="ec684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01" name="Rechthoek 22"/>
            <p:cNvSpPr/>
            <p:nvPr/>
          </p:nvSpPr>
          <p:spPr>
            <a:xfrm>
              <a:off x="11086200" y="-411120"/>
              <a:ext cx="179640" cy="179640"/>
            </a:xfrm>
            <a:prstGeom prst="rect">
              <a:avLst/>
            </a:prstGeom>
            <a:solidFill>
              <a:srgbClr val="e03c3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02" name="Rechthoek 23"/>
            <p:cNvSpPr/>
            <p:nvPr/>
          </p:nvSpPr>
          <p:spPr>
            <a:xfrm>
              <a:off x="10856160" y="-411120"/>
              <a:ext cx="179640" cy="179640"/>
            </a:xfrm>
            <a:prstGeom prst="rect">
              <a:avLst/>
            </a:prstGeom>
            <a:solidFill>
              <a:srgbClr val="a50034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03" name="Rechthoek 24"/>
            <p:cNvSpPr/>
            <p:nvPr/>
          </p:nvSpPr>
          <p:spPr>
            <a:xfrm>
              <a:off x="10620000" y="-411120"/>
              <a:ext cx="179640" cy="179640"/>
            </a:xfrm>
            <a:prstGeom prst="rect">
              <a:avLst/>
            </a:prstGeom>
            <a:solidFill>
              <a:srgbClr val="ef60a3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04" name="Rechthoek 25"/>
            <p:cNvSpPr/>
            <p:nvPr/>
          </p:nvSpPr>
          <p:spPr>
            <a:xfrm>
              <a:off x="10383840" y="-411120"/>
              <a:ext cx="179640" cy="179640"/>
            </a:xfrm>
            <a:prstGeom prst="rect">
              <a:avLst/>
            </a:prstGeom>
            <a:solidFill>
              <a:srgbClr val="6f1d77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05" name="Rechthoek 26"/>
            <p:cNvSpPr/>
            <p:nvPr/>
          </p:nvSpPr>
          <p:spPr>
            <a:xfrm>
              <a:off x="10153800" y="-411120"/>
              <a:ext cx="179640" cy="179640"/>
            </a:xfrm>
            <a:prstGeom prst="rect">
              <a:avLst/>
            </a:prstGeom>
            <a:solidFill>
              <a:srgbClr val="0076c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06" name="Rechthoek 30"/>
            <p:cNvSpPr/>
            <p:nvPr/>
          </p:nvSpPr>
          <p:spPr>
            <a:xfrm>
              <a:off x="9924120" y="-411120"/>
              <a:ext cx="179640" cy="179640"/>
            </a:xfrm>
            <a:prstGeom prst="rect">
              <a:avLst/>
            </a:prstGeom>
            <a:solidFill>
              <a:srgbClr val="00b8c8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07" name="Rechthoek 31"/>
            <p:cNvSpPr/>
            <p:nvPr/>
          </p:nvSpPr>
          <p:spPr>
            <a:xfrm>
              <a:off x="9687960" y="-411120"/>
              <a:ext cx="179640" cy="179640"/>
            </a:xfrm>
            <a:prstGeom prst="rect">
              <a:avLst/>
            </a:prstGeom>
            <a:solidFill>
              <a:srgbClr val="0c2340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708" name="Groep 50"/>
          <p:cNvGrpSpPr/>
          <p:nvPr/>
        </p:nvGrpSpPr>
        <p:grpSpPr>
          <a:xfrm>
            <a:off x="721080" y="6216840"/>
            <a:ext cx="960840" cy="381240"/>
            <a:chOff x="721080" y="6216840"/>
            <a:chExt cx="960840" cy="381240"/>
          </a:xfrm>
        </p:grpSpPr>
        <p:sp>
          <p:nvSpPr>
            <p:cNvPr id="709" name="Vrije vorm: vorm 42"/>
            <p:cNvSpPr/>
            <p:nvPr/>
          </p:nvSpPr>
          <p:spPr>
            <a:xfrm>
              <a:off x="911520" y="6405480"/>
              <a:ext cx="176760" cy="192240"/>
            </a:xfrm>
            <a:custGeom>
              <a:avLst/>
              <a:gdLst/>
              <a:ahLst/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solidFill>
              <a:srgbClr val="00a6d6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0" name="Vrije vorm: vorm 43"/>
            <p:cNvSpPr/>
            <p:nvPr/>
          </p:nvSpPr>
          <p:spPr>
            <a:xfrm>
              <a:off x="721080" y="6405480"/>
              <a:ext cx="165960" cy="188280"/>
            </a:xfrm>
            <a:custGeom>
              <a:avLst/>
              <a:gdLst/>
              <a:ahLst/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1" name="Vrije vorm: vorm 44"/>
            <p:cNvSpPr/>
            <p:nvPr/>
          </p:nvSpPr>
          <p:spPr>
            <a:xfrm>
              <a:off x="771120" y="6216840"/>
              <a:ext cx="174960" cy="176760"/>
            </a:xfrm>
            <a:custGeom>
              <a:avLst/>
              <a:gdLst/>
              <a:ahLst/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2" name="Vrije vorm: vorm 45"/>
            <p:cNvSpPr/>
            <p:nvPr/>
          </p:nvSpPr>
          <p:spPr>
            <a:xfrm>
              <a:off x="1315080" y="6459120"/>
              <a:ext cx="116280" cy="138960"/>
            </a:xfrm>
            <a:custGeom>
              <a:avLst/>
              <a:gdLst/>
              <a:ahLst/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3" name="Vrije vorm: vorm 46"/>
            <p:cNvSpPr/>
            <p:nvPr/>
          </p:nvSpPr>
          <p:spPr>
            <a:xfrm>
              <a:off x="1461240" y="6405480"/>
              <a:ext cx="24120" cy="188280"/>
            </a:xfrm>
            <a:custGeom>
              <a:avLst/>
              <a:gdLst/>
              <a:ahLst/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4" name="Vrije vorm: vorm 47"/>
            <p:cNvSpPr/>
            <p:nvPr/>
          </p:nvSpPr>
          <p:spPr>
            <a:xfrm>
              <a:off x="1512720" y="6401520"/>
              <a:ext cx="82440" cy="192240"/>
            </a:xfrm>
            <a:custGeom>
              <a:avLst/>
              <a:gdLst/>
              <a:ahLst/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5" name="Vrije vorm: vorm 48"/>
            <p:cNvSpPr/>
            <p:nvPr/>
          </p:nvSpPr>
          <p:spPr>
            <a:xfrm>
              <a:off x="1605960" y="6427440"/>
              <a:ext cx="75960" cy="170640"/>
            </a:xfrm>
            <a:custGeom>
              <a:avLst/>
              <a:gdLst/>
              <a:ahLst/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6" name="Vrije vorm: vorm 49"/>
            <p:cNvSpPr/>
            <p:nvPr/>
          </p:nvSpPr>
          <p:spPr>
            <a:xfrm>
              <a:off x="1140480" y="6405480"/>
              <a:ext cx="150840" cy="188280"/>
            </a:xfrm>
            <a:custGeom>
              <a:avLst/>
              <a:gdLst/>
              <a:ahLst/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17" name="Rechthoek 20"/>
          <p:cNvSpPr/>
          <p:nvPr/>
        </p:nvSpPr>
        <p:spPr>
          <a:xfrm>
            <a:off x="1440" y="-440640"/>
            <a:ext cx="453600" cy="275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vertOverflow="overflow"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GB" sz="1800" spc="-1" strike="noStrike">
                <a:solidFill>
                  <a:srgbClr val="00a6d6"/>
                </a:solidFill>
                <a:latin typeface="Arial"/>
                <a:ea typeface="Arial"/>
              </a:rPr>
              <a:t>Text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18" name="PlaceHolder 1"/>
          <p:cNvSpPr>
            <a:spLocks noGrp="1"/>
          </p:cNvSpPr>
          <p:nvPr>
            <p:ph type="dt" idx="9"/>
          </p:nvPr>
        </p:nvSpPr>
        <p:spPr>
          <a:xfrm>
            <a:off x="10146600" y="6405840"/>
            <a:ext cx="76572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algn="r">
              <a:lnSpc>
                <a:spcPct val="100000"/>
              </a:lnSpc>
              <a:buNone/>
              <a:defRPr b="0" lang="nl-NL" sz="12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nl-NL" sz="1200" spc="-1" strike="noStrike">
                <a:solidFill>
                  <a:srgbClr val="000000"/>
                </a:solidFill>
                <a:latin typeface="Arial"/>
                <a:ea typeface="Arial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719" name="PlaceHolder 2"/>
          <p:cNvSpPr>
            <a:spLocks noGrp="1"/>
          </p:cNvSpPr>
          <p:nvPr>
            <p:ph type="sldNum" idx="10"/>
          </p:nvPr>
        </p:nvSpPr>
        <p:spPr>
          <a:xfrm>
            <a:off x="11178360" y="6405840"/>
            <a:ext cx="29088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algn="r">
              <a:lnSpc>
                <a:spcPct val="100000"/>
              </a:lnSpc>
              <a:buNone/>
              <a:defRPr b="1" lang="en-GB" sz="12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32F5252-4642-40D4-AACB-C7D3F4420829}" type="slidenum">
              <a:rPr b="1" lang="en-GB" sz="12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720" name="PlaceHolder 3"/>
          <p:cNvSpPr>
            <a:spLocks noGrp="1"/>
          </p:cNvSpPr>
          <p:nvPr>
            <p:ph type="body"/>
          </p:nvPr>
        </p:nvSpPr>
        <p:spPr>
          <a:xfrm>
            <a:off x="719280" y="1565280"/>
            <a:ext cx="1075176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71280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Bullet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lvl="1" marL="712800" indent="-3510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71280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Sub-bullet 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Default text</a:t>
            </a:r>
            <a:br>
              <a:rPr sz="2000"/>
            </a:b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GB" sz="3600" spc="-1" strike="noStrike">
                <a:solidFill>
                  <a:srgbClr val="000000"/>
                </a:solidFill>
                <a:latin typeface="Arial"/>
                <a:ea typeface="Arial"/>
              </a:rPr>
              <a:t>Title/Quote</a:t>
            </a:r>
            <a:endParaRPr b="0" lang="nl-NL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GB" sz="2400" spc="-1" strike="noStrike">
                <a:solidFill>
                  <a:srgbClr val="00a6d6"/>
                </a:solidFill>
                <a:latin typeface="Arial"/>
                <a:ea typeface="Arial"/>
              </a:rPr>
              <a:t>Subtitle</a:t>
            </a: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Default text</a:t>
            </a:r>
            <a:br>
              <a:rPr sz="2000"/>
            </a:b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lvl="6"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Numerical bullet</a:t>
            </a:r>
            <a:endParaRPr b="0" lang="nl-NL" sz="2000" spc="-1" strike="noStrike">
              <a:solidFill>
                <a:srgbClr val="00a6d6"/>
              </a:solidFill>
              <a:latin typeface="Arial"/>
            </a:endParaRPr>
          </a:p>
          <a:p>
            <a:pPr lvl="7"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Font typeface="Arial"/>
              <a:buAutoNum type="alphaLcPeriod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Alphabetical bullet</a:t>
            </a:r>
            <a:endParaRPr b="0" lang="nl-NL" sz="2000" spc="-1" strike="noStrike">
              <a:solidFill>
                <a:srgbClr val="00a6d6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i="1" lang="en-GB" sz="1600" spc="-1" strike="noStrike">
                <a:solidFill>
                  <a:srgbClr val="000000"/>
                </a:solidFill>
                <a:latin typeface="Arial"/>
                <a:ea typeface="Arial"/>
              </a:rPr>
              <a:t>Source</a:t>
            </a:r>
            <a:endParaRPr b="0" lang="nl-NL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nl-NL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PlaceHolder 4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-27360" bIns="350640" anchor="t">
            <a:noAutofit/>
          </a:bodyPr>
          <a:p>
            <a:pPr>
              <a:lnSpc>
                <a:spcPts val="3600"/>
              </a:lnSpc>
              <a:buNone/>
            </a:pPr>
            <a:r>
              <a:rPr b="1" lang="en-GB" sz="3600" spc="-1" strike="noStrike">
                <a:solidFill>
                  <a:srgbClr val="000000"/>
                </a:solidFill>
                <a:latin typeface="Arial"/>
                <a:ea typeface="Arial"/>
              </a:rPr>
              <a:t>Title goes here</a:t>
            </a:r>
            <a:endParaRPr b="0" lang="nl-NL" sz="3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22" name="INSTRUCTION"/>
          <p:cNvGrpSpPr/>
          <p:nvPr/>
        </p:nvGrpSpPr>
        <p:grpSpPr>
          <a:xfrm>
            <a:off x="-3786480" y="0"/>
            <a:ext cx="3693240" cy="5358960"/>
            <a:chOff x="-3786480" y="0"/>
            <a:chExt cx="3693240" cy="5358960"/>
          </a:xfrm>
        </p:grpSpPr>
        <p:sp>
          <p:nvSpPr>
            <p:cNvPr id="723" name="Rechthoek 5"/>
            <p:cNvSpPr/>
            <p:nvPr/>
          </p:nvSpPr>
          <p:spPr>
            <a:xfrm>
              <a:off x="-3786120" y="0"/>
              <a:ext cx="3592800" cy="46411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vertOverflow="overflow" lIns="180000" rIns="180000" tIns="144000" bIns="144000" anchor="t">
              <a:noAutofit/>
            </a:bodyPr>
            <a:p>
              <a:pPr>
                <a:lnSpc>
                  <a:spcPct val="90000"/>
                </a:lnSpc>
                <a:spcBef>
                  <a:spcPts val="601"/>
                </a:spcBef>
                <a:spcAft>
                  <a:spcPts val="601"/>
                </a:spcAft>
                <a:buNone/>
              </a:pPr>
              <a:r>
                <a:rPr b="1" lang="en-GB" sz="1400" spc="-1" strike="noStrike" cap="all">
                  <a:solidFill>
                    <a:srgbClr val="00a6d6"/>
                  </a:solidFill>
                  <a:latin typeface="Calibri"/>
                  <a:ea typeface="Arial"/>
                </a:rPr>
                <a:t>Choosing text levels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724" name="Ovaal 7"/>
            <p:cNvSpPr/>
            <p:nvPr/>
          </p:nvSpPr>
          <p:spPr>
            <a:xfrm>
              <a:off x="-3604320" y="183744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1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725" name="Rechthoek 8"/>
            <p:cNvSpPr/>
            <p:nvPr/>
          </p:nvSpPr>
          <p:spPr>
            <a:xfrm>
              <a:off x="-3319560" y="183744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357120" indent="-357120"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Clr>
                  <a:srgbClr val="00a6d6"/>
                </a:buClr>
                <a:buFont typeface="Calibri"/>
                <a:buChar char="•"/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Bullet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726" name="Ovaal 9"/>
            <p:cNvSpPr/>
            <p:nvPr/>
          </p:nvSpPr>
          <p:spPr>
            <a:xfrm>
              <a:off x="-3604320" y="212868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2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727" name="Rechthoek 10"/>
            <p:cNvSpPr/>
            <p:nvPr/>
          </p:nvSpPr>
          <p:spPr>
            <a:xfrm>
              <a:off x="-3604320" y="1196280"/>
              <a:ext cx="3228840" cy="45900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90000"/>
                </a:lnSpc>
                <a:spcBef>
                  <a:spcPts val="601"/>
                </a:spcBef>
                <a:spcAft>
                  <a:spcPts val="601"/>
                </a:spcAft>
                <a:buNone/>
                <a:tabLst>
                  <a:tab algn="l" pos="0"/>
                </a:tabLst>
              </a:pP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Under the tab </a:t>
              </a:r>
              <a:r>
                <a:rPr b="1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‘Home’</a:t>
              </a: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, use the </a:t>
              </a:r>
              <a:r>
                <a:rPr b="1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list level-buttons</a:t>
              </a: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 to choose a text level. </a:t>
              </a:r>
              <a:br>
                <a:rPr sz="1200"/>
              </a:b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Choose from: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728" name="Rechthoek 11"/>
            <p:cNvSpPr/>
            <p:nvPr/>
          </p:nvSpPr>
          <p:spPr>
            <a:xfrm>
              <a:off x="-3319560" y="212904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716040" indent="-358920"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Clr>
                  <a:srgbClr val="00a6d6"/>
                </a:buClr>
                <a:buFont typeface="Calibri"/>
                <a:buChar char="•"/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Sub-bullet 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729" name="Ovaal 12"/>
            <p:cNvSpPr/>
            <p:nvPr/>
          </p:nvSpPr>
          <p:spPr>
            <a:xfrm>
              <a:off x="-3604320" y="241992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3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730" name="Rechthoek 13"/>
            <p:cNvSpPr/>
            <p:nvPr/>
          </p:nvSpPr>
          <p:spPr>
            <a:xfrm>
              <a:off x="-3319560" y="242028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None/>
                <a:tabLst>
                  <a:tab algn="l" pos="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Default text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731" name="Ovaal 14"/>
            <p:cNvSpPr/>
            <p:nvPr/>
          </p:nvSpPr>
          <p:spPr>
            <a:xfrm>
              <a:off x="-3604320" y="271116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4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732" name="Rechthoek 15"/>
            <p:cNvSpPr/>
            <p:nvPr/>
          </p:nvSpPr>
          <p:spPr>
            <a:xfrm>
              <a:off x="-3319560" y="271152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None/>
                <a:tabLst>
                  <a:tab algn="l" pos="0"/>
                </a:tabLst>
              </a:pPr>
              <a:r>
                <a:rPr b="1" lang="en-GB" sz="2400" spc="-1" strike="noStrike">
                  <a:solidFill>
                    <a:srgbClr val="000000"/>
                  </a:solidFill>
                  <a:latin typeface="Arial"/>
                  <a:ea typeface="Arial"/>
                </a:rPr>
                <a:t>Title/Quote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733" name="Ovaal 16"/>
            <p:cNvSpPr/>
            <p:nvPr/>
          </p:nvSpPr>
          <p:spPr>
            <a:xfrm>
              <a:off x="-3604320" y="300276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5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734" name="Rechthoek 17"/>
            <p:cNvSpPr/>
            <p:nvPr/>
          </p:nvSpPr>
          <p:spPr>
            <a:xfrm>
              <a:off x="-3319560" y="300312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None/>
                <a:tabLst>
                  <a:tab algn="l" pos="0"/>
                </a:tabLst>
              </a:pPr>
              <a:r>
                <a:rPr b="0" lang="en-GB" sz="1800" spc="-1" strike="noStrike">
                  <a:solidFill>
                    <a:srgbClr val="00a6d6"/>
                  </a:solidFill>
                  <a:latin typeface="Arial"/>
                  <a:ea typeface="Arial"/>
                </a:rPr>
                <a:t>Subtitle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735" name="Ovaal 18"/>
            <p:cNvSpPr/>
            <p:nvPr/>
          </p:nvSpPr>
          <p:spPr>
            <a:xfrm>
              <a:off x="-3604320" y="329400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6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736" name="Rechthoek 19"/>
            <p:cNvSpPr/>
            <p:nvPr/>
          </p:nvSpPr>
          <p:spPr>
            <a:xfrm>
              <a:off x="-3319560" y="358596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357120" indent="-357120"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Clr>
                  <a:srgbClr val="00a6d6"/>
                </a:buClr>
                <a:buFont typeface="Arial"/>
                <a:buAutoNum type="arabicPeriod"/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Numerical bullet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737" name="Ovaal 21"/>
            <p:cNvSpPr/>
            <p:nvPr/>
          </p:nvSpPr>
          <p:spPr>
            <a:xfrm>
              <a:off x="-3604320" y="358524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7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738" name="Rechthoek 22"/>
            <p:cNvSpPr/>
            <p:nvPr/>
          </p:nvSpPr>
          <p:spPr>
            <a:xfrm>
              <a:off x="-3325680" y="387720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343080" indent="-343080"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Clr>
                  <a:srgbClr val="00a6d6"/>
                </a:buClr>
                <a:buFont typeface="Arial"/>
                <a:buAutoNum type="alphaLcPeriod"/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Alphabetical bullet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739" name="Ovaal 23"/>
            <p:cNvSpPr/>
            <p:nvPr/>
          </p:nvSpPr>
          <p:spPr>
            <a:xfrm>
              <a:off x="-3604320" y="387648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8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740" name="Rechthoek 24"/>
            <p:cNvSpPr/>
            <p:nvPr/>
          </p:nvSpPr>
          <p:spPr>
            <a:xfrm>
              <a:off x="-3319560" y="416844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None/>
                <a:tabLst>
                  <a:tab algn="l" pos="0"/>
                </a:tabLst>
              </a:pPr>
              <a:r>
                <a:rPr b="0" i="1" lang="en-GB" sz="1200" spc="-1" strike="noStrike">
                  <a:solidFill>
                    <a:srgbClr val="000000"/>
                  </a:solidFill>
                  <a:latin typeface="Arial"/>
                  <a:ea typeface="Arial"/>
                </a:rPr>
                <a:t>Source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741" name="Ovaal 25"/>
            <p:cNvSpPr/>
            <p:nvPr/>
          </p:nvSpPr>
          <p:spPr>
            <a:xfrm>
              <a:off x="-3604320" y="416844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9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742" name="Rechthoek 26"/>
            <p:cNvSpPr/>
            <p:nvPr/>
          </p:nvSpPr>
          <p:spPr>
            <a:xfrm>
              <a:off x="-3319560" y="329436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None/>
                <a:tabLst>
                  <a:tab algn="l" pos="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Default text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743" name="Rechthoek 27"/>
            <p:cNvSpPr/>
            <p:nvPr/>
          </p:nvSpPr>
          <p:spPr>
            <a:xfrm>
              <a:off x="-3786480" y="4531320"/>
              <a:ext cx="3593160" cy="82764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vertOverflow="overflow" lIns="180000" rIns="180000" tIns="144000" bIns="144000" anchor="ctr">
              <a:noAutofit/>
            </a:bodyPr>
            <a:p>
              <a:pPr>
                <a:lnSpc>
                  <a:spcPct val="90000"/>
                </a:lnSpc>
                <a:spcBef>
                  <a:spcPts val="601"/>
                </a:spcBef>
                <a:spcAft>
                  <a:spcPts val="601"/>
                </a:spcAft>
                <a:buNone/>
              </a:pPr>
              <a:r>
                <a:rPr b="1" lang="en-GB" sz="1200" spc="-1" strike="noStrike" cap="all">
                  <a:solidFill>
                    <a:srgbClr val="211f26"/>
                  </a:solidFill>
                  <a:latin typeface="Calibri"/>
                  <a:ea typeface="Arial"/>
                </a:rPr>
                <a:t>Want to know more?</a:t>
              </a:r>
              <a:br>
                <a:rPr sz="1200"/>
              </a:br>
              <a:r>
                <a:rPr b="0" lang="en-GB" sz="1200" spc="-1" strike="noStrike">
                  <a:solidFill>
                    <a:srgbClr val="211f26"/>
                  </a:solidFill>
                  <a:latin typeface="Calibri"/>
                  <a:ea typeface="Arial"/>
                </a:rPr>
                <a:t>Go to the tab</a:t>
              </a:r>
              <a:r>
                <a:rPr b="1" lang="en-GB" sz="1200" spc="-1" strike="noStrike" cap="all">
                  <a:solidFill>
                    <a:srgbClr val="211f26"/>
                  </a:solidFill>
                  <a:latin typeface="Calibri"/>
                  <a:ea typeface="Arial"/>
                </a:rPr>
                <a:t> 'SLIDEBUILDER’ </a:t>
              </a:r>
              <a:r>
                <a:rPr b="0" lang="en-GB" sz="1200" spc="-1" strike="noStrike">
                  <a:solidFill>
                    <a:srgbClr val="211f26"/>
                  </a:solidFill>
                  <a:latin typeface="Calibri"/>
                  <a:ea typeface="Arial"/>
                </a:rPr>
                <a:t>and click</a:t>
              </a:r>
              <a:br>
                <a:rPr sz="1200"/>
              </a:br>
              <a:r>
                <a:rPr b="0" lang="en-GB" sz="1200" spc="-1" strike="noStrike">
                  <a:solidFill>
                    <a:srgbClr val="211f26"/>
                  </a:solidFill>
                  <a:latin typeface="Calibri"/>
                  <a:ea typeface="Arial"/>
                </a:rPr>
                <a:t>on the button </a:t>
              </a:r>
              <a:r>
                <a:rPr b="1" lang="en-GB" sz="1200" spc="-1" strike="noStrike" cap="all">
                  <a:solidFill>
                    <a:srgbClr val="211f26"/>
                  </a:solidFill>
                  <a:latin typeface="Calibri"/>
                  <a:ea typeface="Arial"/>
                </a:rPr>
                <a:t>‘Inspiration'</a:t>
              </a:r>
              <a:endParaRPr b="0" lang="en-US" sz="1200" spc="-1" strike="noStrike">
                <a:latin typeface="Arial"/>
              </a:endParaRPr>
            </a:p>
          </p:txBody>
        </p:sp>
        <p:grpSp>
          <p:nvGrpSpPr>
            <p:cNvPr id="744" name="ICOON_info"/>
            <p:cNvGrpSpPr/>
            <p:nvPr/>
          </p:nvGrpSpPr>
          <p:grpSpPr>
            <a:xfrm>
              <a:off x="-376560" y="4400280"/>
              <a:ext cx="283320" cy="283320"/>
              <a:chOff x="-376560" y="4400280"/>
              <a:chExt cx="283320" cy="283320"/>
            </a:xfrm>
          </p:grpSpPr>
          <p:sp>
            <p:nvSpPr>
              <p:cNvPr id="745" name="Ovaal 76"/>
              <p:cNvSpPr/>
              <p:nvPr/>
            </p:nvSpPr>
            <p:spPr>
              <a:xfrm>
                <a:off x="-356760" y="4419720"/>
                <a:ext cx="244440" cy="24444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46" name="Graphic 163"/>
              <p:cNvSpPr/>
              <p:nvPr/>
            </p:nvSpPr>
            <p:spPr>
              <a:xfrm>
                <a:off x="-376560" y="4400280"/>
                <a:ext cx="283320" cy="283320"/>
              </a:xfrm>
              <a:custGeom>
                <a:avLst/>
                <a:gdLst/>
                <a:ahLst/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747" name="VOORBEELD"/>
            <p:cNvGrpSpPr/>
            <p:nvPr/>
          </p:nvGrpSpPr>
          <p:grpSpPr>
            <a:xfrm>
              <a:off x="-3605400" y="458640"/>
              <a:ext cx="3234240" cy="558720"/>
              <a:chOff x="-3605400" y="458640"/>
              <a:chExt cx="3234240" cy="558720"/>
            </a:xfrm>
          </p:grpSpPr>
          <p:sp>
            <p:nvSpPr>
              <p:cNvPr id="748" name="Rechthoek 36"/>
              <p:cNvSpPr/>
              <p:nvPr/>
            </p:nvSpPr>
            <p:spPr>
              <a:xfrm>
                <a:off x="-3604320" y="458640"/>
                <a:ext cx="393120" cy="183600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numCol="1" spcCol="0" lIns="0" rIns="0" tIns="18000" bIns="0" anchor="t">
                <a:no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1" lang="en-GB" sz="900" spc="-1" strike="noStrike">
                    <a:solidFill>
                      <a:srgbClr val="211f26"/>
                    </a:solidFill>
                    <a:latin typeface="Calibri"/>
                    <a:ea typeface="Arial"/>
                  </a:rPr>
                  <a:t>Home</a:t>
                </a:r>
                <a:endParaRPr b="0" lang="en-US" sz="900" spc="-1" strike="noStrike">
                  <a:latin typeface="Arial"/>
                </a:endParaRPr>
              </a:p>
            </p:txBody>
          </p:sp>
          <p:sp>
            <p:nvSpPr>
              <p:cNvPr id="749" name="Rechthoek 37"/>
              <p:cNvSpPr/>
              <p:nvPr/>
            </p:nvSpPr>
            <p:spPr>
              <a:xfrm>
                <a:off x="-3599280" y="621360"/>
                <a:ext cx="383400" cy="2664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750" name="Groep 38"/>
              <p:cNvGrpSpPr/>
              <p:nvPr/>
            </p:nvGrpSpPr>
            <p:grpSpPr>
              <a:xfrm>
                <a:off x="-3386160" y="830520"/>
                <a:ext cx="139680" cy="110160"/>
                <a:chOff x="-3386160" y="830520"/>
                <a:chExt cx="139680" cy="110160"/>
              </a:xfrm>
            </p:grpSpPr>
            <p:grpSp>
              <p:nvGrpSpPr>
                <p:cNvPr id="751" name="Groep 69"/>
                <p:cNvGrpSpPr/>
                <p:nvPr/>
              </p:nvGrpSpPr>
              <p:grpSpPr>
                <a:xfrm>
                  <a:off x="-3386160" y="830520"/>
                  <a:ext cx="139680" cy="110160"/>
                  <a:chOff x="-3386160" y="830520"/>
                  <a:chExt cx="139680" cy="110160"/>
                </a:xfrm>
              </p:grpSpPr>
              <p:sp>
                <p:nvSpPr>
                  <p:cNvPr id="752" name="Rechte verbindingslijn 71"/>
                  <p:cNvSpPr/>
                  <p:nvPr/>
                </p:nvSpPr>
                <p:spPr>
                  <a:xfrm>
                    <a:off x="-3386160" y="830520"/>
                    <a:ext cx="13968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753" name="Rechte verbindingslijn 72"/>
                  <p:cNvSpPr/>
                  <p:nvPr/>
                </p:nvSpPr>
                <p:spPr>
                  <a:xfrm>
                    <a:off x="-3386160" y="940320"/>
                    <a:ext cx="13968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754" name="Rechte verbindingslijn 73"/>
                  <p:cNvSpPr/>
                  <p:nvPr/>
                </p:nvSpPr>
                <p:spPr>
                  <a:xfrm>
                    <a:off x="-3309480" y="912960"/>
                    <a:ext cx="6300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755" name="Rechte verbindingslijn 74"/>
                  <p:cNvSpPr/>
                  <p:nvPr/>
                </p:nvSpPr>
                <p:spPr>
                  <a:xfrm>
                    <a:off x="-3309480" y="885600"/>
                    <a:ext cx="6300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756" name="Rechte verbindingslijn 75"/>
                  <p:cNvSpPr/>
                  <p:nvPr/>
                </p:nvSpPr>
                <p:spPr>
                  <a:xfrm>
                    <a:off x="-3309480" y="858240"/>
                    <a:ext cx="6300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</p:grpSp>
            <p:sp>
              <p:nvSpPr>
                <p:cNvPr id="757" name="Pijl: rechts 70"/>
                <p:cNvSpPr/>
                <p:nvPr/>
              </p:nvSpPr>
              <p:spPr>
                <a:xfrm>
                  <a:off x="-3386160" y="857160"/>
                  <a:ext cx="57960" cy="55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grpSp>
            <p:nvGrpSpPr>
              <p:cNvPr id="758" name="Groep 39"/>
              <p:cNvGrpSpPr/>
              <p:nvPr/>
            </p:nvGrpSpPr>
            <p:grpSpPr>
              <a:xfrm>
                <a:off x="-3605400" y="830520"/>
                <a:ext cx="139680" cy="110160"/>
                <a:chOff x="-3605400" y="830520"/>
                <a:chExt cx="139680" cy="110160"/>
              </a:xfrm>
            </p:grpSpPr>
            <p:grpSp>
              <p:nvGrpSpPr>
                <p:cNvPr id="759" name="Groep 62"/>
                <p:cNvGrpSpPr/>
                <p:nvPr/>
              </p:nvGrpSpPr>
              <p:grpSpPr>
                <a:xfrm>
                  <a:off x="-3605040" y="830520"/>
                  <a:ext cx="139320" cy="110160"/>
                  <a:chOff x="-3605040" y="830520"/>
                  <a:chExt cx="139320" cy="110160"/>
                </a:xfrm>
              </p:grpSpPr>
              <p:sp>
                <p:nvSpPr>
                  <p:cNvPr id="760" name="Rechte verbindingslijn 64"/>
                  <p:cNvSpPr/>
                  <p:nvPr/>
                </p:nvSpPr>
                <p:spPr>
                  <a:xfrm>
                    <a:off x="-3605040" y="830520"/>
                    <a:ext cx="13932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761" name="Rechte verbindingslijn 65"/>
                  <p:cNvSpPr/>
                  <p:nvPr/>
                </p:nvSpPr>
                <p:spPr>
                  <a:xfrm>
                    <a:off x="-3605040" y="940320"/>
                    <a:ext cx="13932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762" name="Rechte verbindingslijn 66"/>
                  <p:cNvSpPr/>
                  <p:nvPr/>
                </p:nvSpPr>
                <p:spPr>
                  <a:xfrm>
                    <a:off x="-3528360" y="912960"/>
                    <a:ext cx="6264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763" name="Rechte verbindingslijn 67"/>
                  <p:cNvSpPr/>
                  <p:nvPr/>
                </p:nvSpPr>
                <p:spPr>
                  <a:xfrm>
                    <a:off x="-3528360" y="885600"/>
                    <a:ext cx="6264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764" name="Rechte verbindingslijn 68"/>
                  <p:cNvSpPr/>
                  <p:nvPr/>
                </p:nvSpPr>
                <p:spPr>
                  <a:xfrm>
                    <a:off x="-3528360" y="858240"/>
                    <a:ext cx="6264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</p:grpSp>
            <p:sp>
              <p:nvSpPr>
                <p:cNvPr id="765" name="Pijl: rechts 63"/>
                <p:cNvSpPr/>
                <p:nvPr/>
              </p:nvSpPr>
              <p:spPr>
                <a:xfrm flipH="1">
                  <a:off x="-3605760" y="857160"/>
                  <a:ext cx="57960" cy="55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766" name="Rechte verbindingslijn 40"/>
              <p:cNvSpPr/>
              <p:nvPr/>
            </p:nvSpPr>
            <p:spPr>
              <a:xfrm flipV="1">
                <a:off x="-3459600" y="587880"/>
                <a:ext cx="547560" cy="219240"/>
              </a:xfrm>
              <a:prstGeom prst="line">
                <a:avLst/>
              </a:prstGeom>
              <a:ln cap="rnd" w="19050">
                <a:solidFill>
                  <a:srgbClr val="00a6d6"/>
                </a:solidFill>
                <a:round/>
                <a:headEnd len="med" type="oval" w="med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67" name="Rechte verbindingslijn 41"/>
              <p:cNvSpPr/>
              <p:nvPr/>
            </p:nvSpPr>
            <p:spPr>
              <a:xfrm>
                <a:off x="-3224160" y="828360"/>
                <a:ext cx="319320" cy="360"/>
              </a:xfrm>
              <a:prstGeom prst="line">
                <a:avLst/>
              </a:prstGeom>
              <a:ln cap="rnd" w="19050">
                <a:solidFill>
                  <a:srgbClr val="00a6d6"/>
                </a:solidFill>
                <a:round/>
                <a:headEnd len="med" type="oval" w="med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68" name="Rechthoek 42"/>
              <p:cNvSpPr/>
              <p:nvPr/>
            </p:nvSpPr>
            <p:spPr>
              <a:xfrm>
                <a:off x="-2559960" y="512280"/>
                <a:ext cx="2188800" cy="15084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601"/>
                  </a:spcBef>
                  <a:spcAft>
                    <a:spcPts val="601"/>
                  </a:spcAft>
                  <a:buNone/>
                  <a:tabLst>
                    <a:tab algn="l" pos="0"/>
                  </a:tabLst>
                </a:pPr>
                <a:r>
                  <a:rPr b="0" lang="en-GB" sz="1100" spc="-1" strike="noStrike">
                    <a:solidFill>
                      <a:srgbClr val="000000"/>
                    </a:solidFill>
                    <a:latin typeface="Calibri"/>
                    <a:ea typeface="Arial"/>
                  </a:rPr>
                  <a:t>Text level down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769" name="Rechthoek 43"/>
              <p:cNvSpPr/>
              <p:nvPr/>
            </p:nvSpPr>
            <p:spPr>
              <a:xfrm>
                <a:off x="-2559960" y="819720"/>
                <a:ext cx="2188800" cy="14184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601"/>
                  </a:spcBef>
                  <a:spcAft>
                    <a:spcPts val="601"/>
                  </a:spcAft>
                  <a:buNone/>
                  <a:tabLst>
                    <a:tab algn="l" pos="0"/>
                  </a:tabLst>
                </a:pPr>
                <a:r>
                  <a:rPr b="0" lang="en-GB" sz="1100" spc="-1" strike="noStrike">
                    <a:solidFill>
                      <a:srgbClr val="000000"/>
                    </a:solidFill>
                    <a:latin typeface="Calibri"/>
                    <a:ea typeface="Arial"/>
                  </a:rPr>
                  <a:t>Text level up</a:t>
                </a:r>
                <a:endParaRPr b="0" lang="en-US" sz="1100" spc="-1" strike="noStrike">
                  <a:latin typeface="Arial"/>
                </a:endParaRPr>
              </a:p>
            </p:txBody>
          </p:sp>
          <p:grpSp>
            <p:nvGrpSpPr>
              <p:cNvPr id="770" name="Groep 44"/>
              <p:cNvGrpSpPr/>
              <p:nvPr/>
            </p:nvGrpSpPr>
            <p:grpSpPr>
              <a:xfrm>
                <a:off x="-2916720" y="769320"/>
                <a:ext cx="268200" cy="248040"/>
                <a:chOff x="-2916720" y="769320"/>
                <a:chExt cx="268200" cy="248040"/>
              </a:xfrm>
            </p:grpSpPr>
            <p:sp>
              <p:nvSpPr>
                <p:cNvPr id="771" name="Rechthoek 54"/>
                <p:cNvSpPr/>
                <p:nvPr/>
              </p:nvSpPr>
              <p:spPr>
                <a:xfrm>
                  <a:off x="-2916720" y="769320"/>
                  <a:ext cx="268200" cy="248040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grpSp>
              <p:nvGrpSpPr>
                <p:cNvPr id="772" name="Groep 55"/>
                <p:cNvGrpSpPr/>
                <p:nvPr/>
              </p:nvGrpSpPr>
              <p:grpSpPr>
                <a:xfrm>
                  <a:off x="-2866680" y="826920"/>
                  <a:ext cx="168840" cy="132840"/>
                  <a:chOff x="-2866680" y="826920"/>
                  <a:chExt cx="168840" cy="132840"/>
                </a:xfrm>
              </p:grpSpPr>
              <p:sp>
                <p:nvSpPr>
                  <p:cNvPr id="773" name="Rechte verbindingslijn 57"/>
                  <p:cNvSpPr/>
                  <p:nvPr/>
                </p:nvSpPr>
                <p:spPr>
                  <a:xfrm>
                    <a:off x="-2866680" y="826920"/>
                    <a:ext cx="16884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774" name="Rechte verbindingslijn 58"/>
                  <p:cNvSpPr/>
                  <p:nvPr/>
                </p:nvSpPr>
                <p:spPr>
                  <a:xfrm>
                    <a:off x="-2866680" y="959400"/>
                    <a:ext cx="16884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775" name="Rechte verbindingslijn 59"/>
                  <p:cNvSpPr/>
                  <p:nvPr/>
                </p:nvSpPr>
                <p:spPr>
                  <a:xfrm>
                    <a:off x="-2773800" y="926280"/>
                    <a:ext cx="7596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776" name="Rechte verbindingslijn 60"/>
                  <p:cNvSpPr/>
                  <p:nvPr/>
                </p:nvSpPr>
                <p:spPr>
                  <a:xfrm>
                    <a:off x="-2773800" y="893160"/>
                    <a:ext cx="7596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777" name="Rechte verbindingslijn 61"/>
                  <p:cNvSpPr/>
                  <p:nvPr/>
                </p:nvSpPr>
                <p:spPr>
                  <a:xfrm>
                    <a:off x="-2773800" y="860040"/>
                    <a:ext cx="7596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</p:grpSp>
            <p:sp>
              <p:nvSpPr>
                <p:cNvPr id="778" name="Pijl: rechts 56"/>
                <p:cNvSpPr/>
                <p:nvPr/>
              </p:nvSpPr>
              <p:spPr>
                <a:xfrm>
                  <a:off x="-2866680" y="858600"/>
                  <a:ext cx="70200" cy="6768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grpSp>
            <p:nvGrpSpPr>
              <p:cNvPr id="779" name="Groep 45"/>
              <p:cNvGrpSpPr/>
              <p:nvPr/>
            </p:nvGrpSpPr>
            <p:grpSpPr>
              <a:xfrm>
                <a:off x="-2916720" y="460080"/>
                <a:ext cx="268200" cy="248040"/>
                <a:chOff x="-2916720" y="460080"/>
                <a:chExt cx="268200" cy="248040"/>
              </a:xfrm>
            </p:grpSpPr>
            <p:sp>
              <p:nvSpPr>
                <p:cNvPr id="780" name="Rechthoek 46"/>
                <p:cNvSpPr/>
                <p:nvPr/>
              </p:nvSpPr>
              <p:spPr>
                <a:xfrm>
                  <a:off x="-2916720" y="460080"/>
                  <a:ext cx="268200" cy="248040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grpSp>
              <p:nvGrpSpPr>
                <p:cNvPr id="781" name="Groep 47"/>
                <p:cNvGrpSpPr/>
                <p:nvPr/>
              </p:nvGrpSpPr>
              <p:grpSpPr>
                <a:xfrm>
                  <a:off x="-2866680" y="518040"/>
                  <a:ext cx="168840" cy="132840"/>
                  <a:chOff x="-2866680" y="518040"/>
                  <a:chExt cx="168840" cy="132840"/>
                </a:xfrm>
              </p:grpSpPr>
              <p:sp>
                <p:nvSpPr>
                  <p:cNvPr id="782" name="Rechte verbindingslijn 49"/>
                  <p:cNvSpPr/>
                  <p:nvPr/>
                </p:nvSpPr>
                <p:spPr>
                  <a:xfrm>
                    <a:off x="-2866680" y="518040"/>
                    <a:ext cx="16884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783" name="Rechte verbindingslijn 50"/>
                  <p:cNvSpPr/>
                  <p:nvPr/>
                </p:nvSpPr>
                <p:spPr>
                  <a:xfrm>
                    <a:off x="-2866680" y="650520"/>
                    <a:ext cx="16884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784" name="Rechte verbindingslijn 51"/>
                  <p:cNvSpPr/>
                  <p:nvPr/>
                </p:nvSpPr>
                <p:spPr>
                  <a:xfrm>
                    <a:off x="-2773800" y="617400"/>
                    <a:ext cx="7596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785" name="Rechte verbindingslijn 52"/>
                  <p:cNvSpPr/>
                  <p:nvPr/>
                </p:nvSpPr>
                <p:spPr>
                  <a:xfrm>
                    <a:off x="-2773800" y="584280"/>
                    <a:ext cx="7596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786" name="Rechte verbindingslijn 53"/>
                  <p:cNvSpPr/>
                  <p:nvPr/>
                </p:nvSpPr>
                <p:spPr>
                  <a:xfrm>
                    <a:off x="-2773800" y="551160"/>
                    <a:ext cx="7596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</p:grpSp>
            <p:sp>
              <p:nvSpPr>
                <p:cNvPr id="787" name="Pijl: rechts 48"/>
                <p:cNvSpPr/>
                <p:nvPr/>
              </p:nvSpPr>
              <p:spPr>
                <a:xfrm flipH="1">
                  <a:off x="-2867400" y="549720"/>
                  <a:ext cx="70200" cy="6768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</p:grpSp>
        <p:grpSp>
          <p:nvGrpSpPr>
            <p:cNvPr id="788" name="Groep 30"/>
            <p:cNvGrpSpPr/>
            <p:nvPr/>
          </p:nvGrpSpPr>
          <p:grpSpPr>
            <a:xfrm>
              <a:off x="-938520" y="4663080"/>
              <a:ext cx="627480" cy="576360"/>
              <a:chOff x="-938520" y="4663080"/>
              <a:chExt cx="627480" cy="576360"/>
            </a:xfrm>
          </p:grpSpPr>
          <p:grpSp>
            <p:nvGrpSpPr>
              <p:cNvPr id="789" name="Inspireren"/>
              <p:cNvGrpSpPr/>
              <p:nvPr/>
            </p:nvGrpSpPr>
            <p:grpSpPr>
              <a:xfrm>
                <a:off x="-716040" y="4663080"/>
                <a:ext cx="169560" cy="241920"/>
                <a:chOff x="-716040" y="4663080"/>
                <a:chExt cx="169560" cy="241920"/>
              </a:xfrm>
            </p:grpSpPr>
            <p:sp>
              <p:nvSpPr>
                <p:cNvPr id="790" name="Freeform 12"/>
                <p:cNvSpPr/>
                <p:nvPr/>
              </p:nvSpPr>
              <p:spPr>
                <a:xfrm>
                  <a:off x="-666000" y="4749840"/>
                  <a:ext cx="68400" cy="61560"/>
                </a:xfrm>
                <a:custGeom>
                  <a:avLst/>
                  <a:gdLst/>
                  <a:ahLst/>
                  <a:rect l="l" t="t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791" name="Freeform 13"/>
                <p:cNvSpPr/>
                <p:nvPr/>
              </p:nvSpPr>
              <p:spPr>
                <a:xfrm>
                  <a:off x="-661320" y="4881240"/>
                  <a:ext cx="60480" cy="23760"/>
                </a:xfrm>
                <a:custGeom>
                  <a:avLst/>
                  <a:gdLst/>
                  <a:ahLst/>
                  <a:rect l="l" t="t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 rotWithShape="0">
                  <a:gsLst>
                    <a:gs pos="30000">
                      <a:srgbClr val="211f26"/>
                    </a:gs>
                    <a:gs pos="100000">
                      <a:srgbClr val="9d9fa1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792" name="Freeform 14"/>
                <p:cNvSpPr/>
                <p:nvPr/>
              </p:nvSpPr>
              <p:spPr>
                <a:xfrm>
                  <a:off x="-716040" y="4663080"/>
                  <a:ext cx="169560" cy="207720"/>
                </a:xfrm>
                <a:custGeom>
                  <a:avLst/>
                  <a:gdLst/>
                  <a:ahLst/>
                  <a:rect l="l" t="t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 rotWithShape="0">
                  <a:gsLst>
                    <a:gs pos="30000">
                      <a:srgbClr val="211f26"/>
                    </a:gs>
                    <a:gs pos="100000">
                      <a:srgbClr val="9d9fa1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793" name="Tekstvak 32"/>
              <p:cNvSpPr/>
              <p:nvPr/>
            </p:nvSpPr>
            <p:spPr>
              <a:xfrm>
                <a:off x="-938520" y="4917600"/>
                <a:ext cx="627480" cy="321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90000"/>
                  </a:lnSpc>
                  <a:spcBef>
                    <a:spcPts val="601"/>
                  </a:spcBef>
                  <a:spcAft>
                    <a:spcPts val="601"/>
                  </a:spcAft>
                  <a:buNone/>
                  <a:tabLst>
                    <a:tab algn="l" pos="0"/>
                  </a:tabLst>
                </a:pPr>
                <a:r>
                  <a:rPr b="0" lang="en-GB" sz="1000" spc="-1" strike="noStrike">
                    <a:solidFill>
                      <a:srgbClr val="211f26"/>
                    </a:solidFill>
                    <a:latin typeface="Calibri"/>
                    <a:ea typeface="Arial"/>
                  </a:rPr>
                  <a:t>Inspiration</a:t>
                </a:r>
                <a:endParaRPr b="0" lang="en-US" sz="1000" spc="-1" strike="noStrike">
                  <a:latin typeface="Arial"/>
                </a:endParaRPr>
              </a:p>
            </p:txBody>
          </p:sp>
        </p:grp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0" name="GRID"/>
          <p:cNvGrpSpPr/>
          <p:nvPr/>
        </p:nvGrpSpPr>
        <p:grpSpPr>
          <a:xfrm>
            <a:off x="-11880" y="0"/>
            <a:ext cx="12203640" cy="6857640"/>
            <a:chOff x="-11880" y="0"/>
            <a:chExt cx="12203640" cy="6857640"/>
          </a:xfrm>
        </p:grpSpPr>
        <p:sp>
          <p:nvSpPr>
            <p:cNvPr id="831" name="Rechthoek 7"/>
            <p:cNvSpPr/>
            <p:nvPr/>
          </p:nvSpPr>
          <p:spPr>
            <a:xfrm>
              <a:off x="-11880" y="0"/>
              <a:ext cx="12191760" cy="719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32" name="Rechthoek 11"/>
            <p:cNvSpPr/>
            <p:nvPr/>
          </p:nvSpPr>
          <p:spPr>
            <a:xfrm>
              <a:off x="0" y="0"/>
              <a:ext cx="719640" cy="6857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33" name="Rechthoek 12"/>
            <p:cNvSpPr/>
            <p:nvPr/>
          </p:nvSpPr>
          <p:spPr>
            <a:xfrm>
              <a:off x="11472120" y="0"/>
              <a:ext cx="719640" cy="6857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34" name="Rechthoek 15"/>
            <p:cNvSpPr/>
            <p:nvPr/>
          </p:nvSpPr>
          <p:spPr>
            <a:xfrm>
              <a:off x="0" y="1064520"/>
              <a:ext cx="12191760" cy="539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35" name="Rechthoek 16"/>
            <p:cNvSpPr/>
            <p:nvPr/>
          </p:nvSpPr>
          <p:spPr>
            <a:xfrm>
              <a:off x="0" y="6498000"/>
              <a:ext cx="12191760" cy="359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36" name="Rechthoek 17"/>
            <p:cNvSpPr/>
            <p:nvPr/>
          </p:nvSpPr>
          <p:spPr>
            <a:xfrm>
              <a:off x="0" y="5806080"/>
              <a:ext cx="12191760" cy="5396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837" name="Tekstvak 19"/>
          <p:cNvSpPr/>
          <p:nvPr/>
        </p:nvSpPr>
        <p:spPr>
          <a:xfrm>
            <a:off x="7200" y="-636120"/>
            <a:ext cx="5511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GB" sz="1100" spc="-1" strike="noStrike" cap="all">
                <a:solidFill>
                  <a:srgbClr val="00a6d6"/>
                </a:solidFill>
                <a:latin typeface="Arial"/>
                <a:ea typeface="Arial"/>
              </a:rPr>
              <a:t>layout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38" name="Tekstvak 3"/>
          <p:cNvSpPr/>
          <p:nvPr/>
        </p:nvSpPr>
        <p:spPr>
          <a:xfrm>
            <a:off x="10918800" y="-1277640"/>
            <a:ext cx="126612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GB" sz="1100" spc="-1" strike="noStrike" cap="all">
                <a:solidFill>
                  <a:srgbClr val="00a6d6"/>
                </a:solidFill>
                <a:latin typeface="Arial"/>
                <a:ea typeface="Arial"/>
              </a:rPr>
              <a:t>Primary colors</a:t>
            </a:r>
            <a:endParaRPr b="0" lang="en-US" sz="1100" spc="-1" strike="noStrike">
              <a:latin typeface="Arial"/>
            </a:endParaRPr>
          </a:p>
        </p:txBody>
      </p:sp>
      <p:grpSp>
        <p:nvGrpSpPr>
          <p:cNvPr id="839" name="Groep 33"/>
          <p:cNvGrpSpPr/>
          <p:nvPr/>
        </p:nvGrpSpPr>
        <p:grpSpPr>
          <a:xfrm>
            <a:off x="11552040" y="-1016280"/>
            <a:ext cx="639720" cy="179640"/>
            <a:chOff x="11552040" y="-1016280"/>
            <a:chExt cx="639720" cy="179640"/>
          </a:xfrm>
        </p:grpSpPr>
        <p:sp>
          <p:nvSpPr>
            <p:cNvPr id="840" name="Rechthoek 4"/>
            <p:cNvSpPr/>
            <p:nvPr/>
          </p:nvSpPr>
          <p:spPr>
            <a:xfrm>
              <a:off x="12012120" y="-1016280"/>
              <a:ext cx="179640" cy="179640"/>
            </a:xfrm>
            <a:prstGeom prst="rect">
              <a:avLst/>
            </a:prstGeom>
            <a:solidFill>
              <a:schemeClr val="tx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41" name="Rechthoek 6"/>
            <p:cNvSpPr/>
            <p:nvPr/>
          </p:nvSpPr>
          <p:spPr>
            <a:xfrm>
              <a:off x="11782080" y="-1016280"/>
              <a:ext cx="179640" cy="179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42" name="Rechthoek 8"/>
            <p:cNvSpPr/>
            <p:nvPr/>
          </p:nvSpPr>
          <p:spPr>
            <a:xfrm>
              <a:off x="11552040" y="-1016280"/>
              <a:ext cx="179640" cy="179640"/>
            </a:xfrm>
            <a:prstGeom prst="rect">
              <a:avLst/>
            </a:prstGeom>
            <a:solidFill>
              <a:schemeClr val="accent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843" name="Tekstvak 9"/>
          <p:cNvSpPr/>
          <p:nvPr/>
        </p:nvSpPr>
        <p:spPr>
          <a:xfrm>
            <a:off x="10669320" y="-672840"/>
            <a:ext cx="151272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GB" sz="1100" spc="-1" strike="noStrike" cap="all">
                <a:solidFill>
                  <a:srgbClr val="00a6d6"/>
                </a:solidFill>
                <a:latin typeface="Arial"/>
                <a:ea typeface="Arial"/>
              </a:rPr>
              <a:t>secondary colors</a:t>
            </a:r>
            <a:endParaRPr b="0" lang="en-US" sz="1100" spc="-1" strike="noStrike">
              <a:latin typeface="Arial"/>
            </a:endParaRPr>
          </a:p>
        </p:txBody>
      </p:sp>
      <p:grpSp>
        <p:nvGrpSpPr>
          <p:cNvPr id="844" name="Groep 32"/>
          <p:cNvGrpSpPr/>
          <p:nvPr/>
        </p:nvGrpSpPr>
        <p:grpSpPr>
          <a:xfrm>
            <a:off x="9687960" y="-411120"/>
            <a:ext cx="2503800" cy="179640"/>
            <a:chOff x="9687960" y="-411120"/>
            <a:chExt cx="2503800" cy="179640"/>
          </a:xfrm>
        </p:grpSpPr>
        <p:sp>
          <p:nvSpPr>
            <p:cNvPr id="845" name="Rechthoek 10"/>
            <p:cNvSpPr/>
            <p:nvPr/>
          </p:nvSpPr>
          <p:spPr>
            <a:xfrm>
              <a:off x="12012120" y="-411120"/>
              <a:ext cx="179640" cy="179640"/>
            </a:xfrm>
            <a:prstGeom prst="rect">
              <a:avLst/>
            </a:prstGeom>
            <a:solidFill>
              <a:srgbClr val="009b77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46" name="Rechthoek 13"/>
            <p:cNvSpPr/>
            <p:nvPr/>
          </p:nvSpPr>
          <p:spPr>
            <a:xfrm>
              <a:off x="11782080" y="-411120"/>
              <a:ext cx="179640" cy="179640"/>
            </a:xfrm>
            <a:prstGeom prst="rect">
              <a:avLst/>
            </a:prstGeom>
            <a:solidFill>
              <a:srgbClr val="6cc24a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47" name="Rechthoek 18"/>
            <p:cNvSpPr/>
            <p:nvPr/>
          </p:nvSpPr>
          <p:spPr>
            <a:xfrm>
              <a:off x="11552040" y="-411120"/>
              <a:ext cx="179640" cy="179640"/>
            </a:xfrm>
            <a:prstGeom prst="rect">
              <a:avLst/>
            </a:prstGeom>
            <a:solidFill>
              <a:srgbClr val="ffb81c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48" name="Rechthoek 21"/>
            <p:cNvSpPr/>
            <p:nvPr/>
          </p:nvSpPr>
          <p:spPr>
            <a:xfrm>
              <a:off x="11315880" y="-411120"/>
              <a:ext cx="179640" cy="179640"/>
            </a:xfrm>
            <a:prstGeom prst="rect">
              <a:avLst/>
            </a:prstGeom>
            <a:solidFill>
              <a:srgbClr val="ec684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49" name="Rechthoek 22"/>
            <p:cNvSpPr/>
            <p:nvPr/>
          </p:nvSpPr>
          <p:spPr>
            <a:xfrm>
              <a:off x="11086200" y="-411120"/>
              <a:ext cx="179640" cy="179640"/>
            </a:xfrm>
            <a:prstGeom prst="rect">
              <a:avLst/>
            </a:prstGeom>
            <a:solidFill>
              <a:srgbClr val="e03c3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50" name="Rechthoek 23"/>
            <p:cNvSpPr/>
            <p:nvPr/>
          </p:nvSpPr>
          <p:spPr>
            <a:xfrm>
              <a:off x="10856160" y="-411120"/>
              <a:ext cx="179640" cy="179640"/>
            </a:xfrm>
            <a:prstGeom prst="rect">
              <a:avLst/>
            </a:prstGeom>
            <a:solidFill>
              <a:srgbClr val="a50034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51" name="Rechthoek 24"/>
            <p:cNvSpPr/>
            <p:nvPr/>
          </p:nvSpPr>
          <p:spPr>
            <a:xfrm>
              <a:off x="10620000" y="-411120"/>
              <a:ext cx="179640" cy="179640"/>
            </a:xfrm>
            <a:prstGeom prst="rect">
              <a:avLst/>
            </a:prstGeom>
            <a:solidFill>
              <a:srgbClr val="ef60a3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52" name="Rechthoek 25"/>
            <p:cNvSpPr/>
            <p:nvPr/>
          </p:nvSpPr>
          <p:spPr>
            <a:xfrm>
              <a:off x="10383840" y="-411120"/>
              <a:ext cx="179640" cy="179640"/>
            </a:xfrm>
            <a:prstGeom prst="rect">
              <a:avLst/>
            </a:prstGeom>
            <a:solidFill>
              <a:srgbClr val="6f1d77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53" name="Rechthoek 26"/>
            <p:cNvSpPr/>
            <p:nvPr/>
          </p:nvSpPr>
          <p:spPr>
            <a:xfrm>
              <a:off x="10153800" y="-411120"/>
              <a:ext cx="179640" cy="179640"/>
            </a:xfrm>
            <a:prstGeom prst="rect">
              <a:avLst/>
            </a:prstGeom>
            <a:solidFill>
              <a:srgbClr val="0076c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54" name="Rechthoek 30"/>
            <p:cNvSpPr/>
            <p:nvPr/>
          </p:nvSpPr>
          <p:spPr>
            <a:xfrm>
              <a:off x="9924120" y="-411120"/>
              <a:ext cx="179640" cy="179640"/>
            </a:xfrm>
            <a:prstGeom prst="rect">
              <a:avLst/>
            </a:prstGeom>
            <a:solidFill>
              <a:srgbClr val="00b8c8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55" name="Rechthoek 31"/>
            <p:cNvSpPr/>
            <p:nvPr/>
          </p:nvSpPr>
          <p:spPr>
            <a:xfrm>
              <a:off x="9687960" y="-411120"/>
              <a:ext cx="179640" cy="179640"/>
            </a:xfrm>
            <a:prstGeom prst="rect">
              <a:avLst/>
            </a:prstGeom>
            <a:solidFill>
              <a:srgbClr val="0c2340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856" name="Groep 50"/>
          <p:cNvGrpSpPr/>
          <p:nvPr/>
        </p:nvGrpSpPr>
        <p:grpSpPr>
          <a:xfrm>
            <a:off x="721080" y="6216840"/>
            <a:ext cx="960840" cy="381240"/>
            <a:chOff x="721080" y="6216840"/>
            <a:chExt cx="960840" cy="381240"/>
          </a:xfrm>
        </p:grpSpPr>
        <p:sp>
          <p:nvSpPr>
            <p:cNvPr id="857" name="Vrije vorm: vorm 42"/>
            <p:cNvSpPr/>
            <p:nvPr/>
          </p:nvSpPr>
          <p:spPr>
            <a:xfrm>
              <a:off x="911520" y="6405480"/>
              <a:ext cx="176760" cy="192240"/>
            </a:xfrm>
            <a:custGeom>
              <a:avLst/>
              <a:gdLst/>
              <a:ahLst/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solidFill>
              <a:srgbClr val="00a6d6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8" name="Vrije vorm: vorm 43"/>
            <p:cNvSpPr/>
            <p:nvPr/>
          </p:nvSpPr>
          <p:spPr>
            <a:xfrm>
              <a:off x="721080" y="6405480"/>
              <a:ext cx="165960" cy="188280"/>
            </a:xfrm>
            <a:custGeom>
              <a:avLst/>
              <a:gdLst/>
              <a:ahLst/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9" name="Vrije vorm: vorm 44"/>
            <p:cNvSpPr/>
            <p:nvPr/>
          </p:nvSpPr>
          <p:spPr>
            <a:xfrm>
              <a:off x="771120" y="6216840"/>
              <a:ext cx="174960" cy="176760"/>
            </a:xfrm>
            <a:custGeom>
              <a:avLst/>
              <a:gdLst/>
              <a:ahLst/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0" name="Vrije vorm: vorm 45"/>
            <p:cNvSpPr/>
            <p:nvPr/>
          </p:nvSpPr>
          <p:spPr>
            <a:xfrm>
              <a:off x="1315080" y="6459120"/>
              <a:ext cx="116280" cy="138960"/>
            </a:xfrm>
            <a:custGeom>
              <a:avLst/>
              <a:gdLst/>
              <a:ahLst/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1" name="Vrije vorm: vorm 46"/>
            <p:cNvSpPr/>
            <p:nvPr/>
          </p:nvSpPr>
          <p:spPr>
            <a:xfrm>
              <a:off x="1461240" y="6405480"/>
              <a:ext cx="24120" cy="188280"/>
            </a:xfrm>
            <a:custGeom>
              <a:avLst/>
              <a:gdLst/>
              <a:ahLst/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2" name="Vrije vorm: vorm 47"/>
            <p:cNvSpPr/>
            <p:nvPr/>
          </p:nvSpPr>
          <p:spPr>
            <a:xfrm>
              <a:off x="1512720" y="6401520"/>
              <a:ext cx="82440" cy="192240"/>
            </a:xfrm>
            <a:custGeom>
              <a:avLst/>
              <a:gdLst/>
              <a:ahLst/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3" name="Vrije vorm: vorm 48"/>
            <p:cNvSpPr/>
            <p:nvPr/>
          </p:nvSpPr>
          <p:spPr>
            <a:xfrm>
              <a:off x="1605960" y="6427440"/>
              <a:ext cx="75960" cy="170640"/>
            </a:xfrm>
            <a:custGeom>
              <a:avLst/>
              <a:gdLst/>
              <a:ahLst/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4" name="Vrije vorm: vorm 49"/>
            <p:cNvSpPr/>
            <p:nvPr/>
          </p:nvSpPr>
          <p:spPr>
            <a:xfrm>
              <a:off x="1140480" y="6405480"/>
              <a:ext cx="150840" cy="188280"/>
            </a:xfrm>
            <a:custGeom>
              <a:avLst/>
              <a:gdLst/>
              <a:ahLst/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65" name="Rechthoek 20"/>
          <p:cNvSpPr/>
          <p:nvPr/>
        </p:nvSpPr>
        <p:spPr>
          <a:xfrm>
            <a:off x="1440" y="-440640"/>
            <a:ext cx="453600" cy="275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vertOverflow="overflow"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GB" sz="1800" spc="-1" strike="noStrike">
                <a:solidFill>
                  <a:srgbClr val="00a6d6"/>
                </a:solidFill>
                <a:latin typeface="Arial"/>
                <a:ea typeface="Arial"/>
              </a:rPr>
              <a:t>Text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66" name="PlaceHolder 1"/>
          <p:cNvSpPr>
            <a:spLocks noGrp="1"/>
          </p:cNvSpPr>
          <p:nvPr>
            <p:ph type="dt" idx="11"/>
          </p:nvPr>
        </p:nvSpPr>
        <p:spPr>
          <a:xfrm>
            <a:off x="10146600" y="6405840"/>
            <a:ext cx="76572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algn="r">
              <a:lnSpc>
                <a:spcPct val="100000"/>
              </a:lnSpc>
              <a:buNone/>
              <a:defRPr b="0" lang="nl-NL" sz="12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nl-NL" sz="1200" spc="-1" strike="noStrike">
                <a:solidFill>
                  <a:srgbClr val="000000"/>
                </a:solidFill>
                <a:latin typeface="Arial"/>
                <a:ea typeface="Arial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867" name="PlaceHolder 2"/>
          <p:cNvSpPr>
            <a:spLocks noGrp="1"/>
          </p:cNvSpPr>
          <p:nvPr>
            <p:ph type="sldNum" idx="12"/>
          </p:nvPr>
        </p:nvSpPr>
        <p:spPr>
          <a:xfrm>
            <a:off x="11178360" y="6405840"/>
            <a:ext cx="29088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algn="r">
              <a:lnSpc>
                <a:spcPct val="100000"/>
              </a:lnSpc>
              <a:buNone/>
              <a:defRPr b="1" lang="en-GB" sz="12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AB34304-83ED-45BF-B82C-825C86684F61}" type="slidenum">
              <a:rPr b="1" lang="en-GB" sz="12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868" name="PlaceHolder 3"/>
          <p:cNvSpPr>
            <a:spLocks noGrp="1"/>
          </p:cNvSpPr>
          <p:nvPr>
            <p:ph type="body"/>
          </p:nvPr>
        </p:nvSpPr>
        <p:spPr>
          <a:xfrm>
            <a:off x="719280" y="1565280"/>
            <a:ext cx="1075176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71280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Bullet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lvl="1" marL="712800" indent="-3510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71280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Sub-bullet 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Default text</a:t>
            </a:r>
            <a:br>
              <a:rPr sz="2000"/>
            </a:b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GB" sz="3600" spc="-1" strike="noStrike">
                <a:solidFill>
                  <a:srgbClr val="000000"/>
                </a:solidFill>
                <a:latin typeface="Arial"/>
                <a:ea typeface="Arial"/>
              </a:rPr>
              <a:t>Title/Quote</a:t>
            </a:r>
            <a:endParaRPr b="0" lang="nl-NL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GB" sz="2400" spc="-1" strike="noStrike">
                <a:solidFill>
                  <a:srgbClr val="00a6d6"/>
                </a:solidFill>
                <a:latin typeface="Arial"/>
                <a:ea typeface="Arial"/>
              </a:rPr>
              <a:t>Subtitle</a:t>
            </a: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Default text</a:t>
            </a:r>
            <a:br>
              <a:rPr sz="2000"/>
            </a:b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lvl="6"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Numerical bullet</a:t>
            </a:r>
            <a:endParaRPr b="0" lang="nl-NL" sz="2000" spc="-1" strike="noStrike">
              <a:solidFill>
                <a:srgbClr val="00a6d6"/>
              </a:solidFill>
              <a:latin typeface="Arial"/>
            </a:endParaRPr>
          </a:p>
          <a:p>
            <a:pPr lvl="7"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Font typeface="Arial"/>
              <a:buAutoNum type="alphaLcPeriod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Alphabetical bullet</a:t>
            </a:r>
            <a:endParaRPr b="0" lang="nl-NL" sz="2000" spc="-1" strike="noStrike">
              <a:solidFill>
                <a:srgbClr val="00a6d6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i="1" lang="en-GB" sz="1600" spc="-1" strike="noStrike">
                <a:solidFill>
                  <a:srgbClr val="000000"/>
                </a:solidFill>
                <a:latin typeface="Arial"/>
                <a:ea typeface="Arial"/>
              </a:rPr>
              <a:t>Source</a:t>
            </a:r>
            <a:endParaRPr b="0" lang="nl-NL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nl-NL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PlaceHolder 4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-27360" bIns="350640" anchor="t">
            <a:noAutofit/>
          </a:bodyPr>
          <a:p>
            <a:pPr>
              <a:lnSpc>
                <a:spcPts val="3600"/>
              </a:lnSpc>
              <a:buNone/>
            </a:pPr>
            <a:r>
              <a:rPr b="1" lang="en-GB" sz="3600" spc="-1" strike="noStrike">
                <a:solidFill>
                  <a:srgbClr val="000000"/>
                </a:solidFill>
                <a:latin typeface="Arial"/>
                <a:ea typeface="Arial"/>
              </a:rPr>
              <a:t>Title goes here</a:t>
            </a:r>
            <a:endParaRPr b="0" lang="nl-NL" sz="3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70" name="INSTRUCTION"/>
          <p:cNvGrpSpPr/>
          <p:nvPr/>
        </p:nvGrpSpPr>
        <p:grpSpPr>
          <a:xfrm>
            <a:off x="-3786480" y="0"/>
            <a:ext cx="3693240" cy="5358960"/>
            <a:chOff x="-3786480" y="0"/>
            <a:chExt cx="3693240" cy="5358960"/>
          </a:xfrm>
        </p:grpSpPr>
        <p:sp>
          <p:nvSpPr>
            <p:cNvPr id="871" name="Rechthoek 5"/>
            <p:cNvSpPr/>
            <p:nvPr/>
          </p:nvSpPr>
          <p:spPr>
            <a:xfrm>
              <a:off x="-3786120" y="0"/>
              <a:ext cx="3592800" cy="46411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vertOverflow="overflow" lIns="180000" rIns="180000" tIns="144000" bIns="144000" anchor="t">
              <a:noAutofit/>
            </a:bodyPr>
            <a:p>
              <a:pPr>
                <a:lnSpc>
                  <a:spcPct val="90000"/>
                </a:lnSpc>
                <a:spcBef>
                  <a:spcPts val="601"/>
                </a:spcBef>
                <a:spcAft>
                  <a:spcPts val="601"/>
                </a:spcAft>
                <a:buNone/>
              </a:pPr>
              <a:r>
                <a:rPr b="1" lang="en-GB" sz="1400" spc="-1" strike="noStrike" cap="all">
                  <a:solidFill>
                    <a:srgbClr val="00a6d6"/>
                  </a:solidFill>
                  <a:latin typeface="Calibri"/>
                  <a:ea typeface="Arial"/>
                </a:rPr>
                <a:t>Choosing text levels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872" name="Ovaal 7"/>
            <p:cNvSpPr/>
            <p:nvPr/>
          </p:nvSpPr>
          <p:spPr>
            <a:xfrm>
              <a:off x="-3604320" y="183744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1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873" name="Rechthoek 8"/>
            <p:cNvSpPr/>
            <p:nvPr/>
          </p:nvSpPr>
          <p:spPr>
            <a:xfrm>
              <a:off x="-3319560" y="183744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357120" indent="-357120"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Clr>
                  <a:srgbClr val="00a6d6"/>
                </a:buClr>
                <a:buFont typeface="Calibri"/>
                <a:buChar char="•"/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Bullet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874" name="Ovaal 9"/>
            <p:cNvSpPr/>
            <p:nvPr/>
          </p:nvSpPr>
          <p:spPr>
            <a:xfrm>
              <a:off x="-3604320" y="212868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2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875" name="Rechthoek 10"/>
            <p:cNvSpPr/>
            <p:nvPr/>
          </p:nvSpPr>
          <p:spPr>
            <a:xfrm>
              <a:off x="-3604320" y="1196280"/>
              <a:ext cx="3228840" cy="45900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90000"/>
                </a:lnSpc>
                <a:spcBef>
                  <a:spcPts val="601"/>
                </a:spcBef>
                <a:spcAft>
                  <a:spcPts val="601"/>
                </a:spcAft>
                <a:buNone/>
                <a:tabLst>
                  <a:tab algn="l" pos="0"/>
                </a:tabLst>
              </a:pP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Under the tab </a:t>
              </a:r>
              <a:r>
                <a:rPr b="1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‘Home’</a:t>
              </a: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, use the </a:t>
              </a:r>
              <a:r>
                <a:rPr b="1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list level-buttons</a:t>
              </a: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 to choose a text level. </a:t>
              </a:r>
              <a:br>
                <a:rPr sz="1200"/>
              </a:br>
              <a:r>
                <a:rPr b="0" lang="en-GB" sz="1200" spc="-1" strike="noStrike">
                  <a:solidFill>
                    <a:srgbClr val="000000"/>
                  </a:solidFill>
                  <a:latin typeface="Calibri"/>
                  <a:ea typeface="Arial"/>
                </a:rPr>
                <a:t>Choose from: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876" name="Rechthoek 11"/>
            <p:cNvSpPr/>
            <p:nvPr/>
          </p:nvSpPr>
          <p:spPr>
            <a:xfrm>
              <a:off x="-3319560" y="212904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716040" indent="-358920"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Clr>
                  <a:srgbClr val="00a6d6"/>
                </a:buClr>
                <a:buFont typeface="Calibri"/>
                <a:buChar char="•"/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Sub-bullet 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877" name="Ovaal 12"/>
            <p:cNvSpPr/>
            <p:nvPr/>
          </p:nvSpPr>
          <p:spPr>
            <a:xfrm>
              <a:off x="-3604320" y="241992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3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878" name="Rechthoek 13"/>
            <p:cNvSpPr/>
            <p:nvPr/>
          </p:nvSpPr>
          <p:spPr>
            <a:xfrm>
              <a:off x="-3319560" y="242028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None/>
                <a:tabLst>
                  <a:tab algn="l" pos="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Default text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879" name="Ovaal 14"/>
            <p:cNvSpPr/>
            <p:nvPr/>
          </p:nvSpPr>
          <p:spPr>
            <a:xfrm>
              <a:off x="-3604320" y="271116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4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880" name="Rechthoek 15"/>
            <p:cNvSpPr/>
            <p:nvPr/>
          </p:nvSpPr>
          <p:spPr>
            <a:xfrm>
              <a:off x="-3319560" y="271152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None/>
                <a:tabLst>
                  <a:tab algn="l" pos="0"/>
                </a:tabLst>
              </a:pPr>
              <a:r>
                <a:rPr b="1" lang="en-GB" sz="2400" spc="-1" strike="noStrike">
                  <a:solidFill>
                    <a:srgbClr val="000000"/>
                  </a:solidFill>
                  <a:latin typeface="Arial"/>
                  <a:ea typeface="Arial"/>
                </a:rPr>
                <a:t>Title/Quote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881" name="Ovaal 16"/>
            <p:cNvSpPr/>
            <p:nvPr/>
          </p:nvSpPr>
          <p:spPr>
            <a:xfrm>
              <a:off x="-3604320" y="300276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5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882" name="Rechthoek 17"/>
            <p:cNvSpPr/>
            <p:nvPr/>
          </p:nvSpPr>
          <p:spPr>
            <a:xfrm>
              <a:off x="-3319560" y="300312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None/>
                <a:tabLst>
                  <a:tab algn="l" pos="0"/>
                </a:tabLst>
              </a:pPr>
              <a:r>
                <a:rPr b="0" lang="en-GB" sz="1800" spc="-1" strike="noStrike">
                  <a:solidFill>
                    <a:srgbClr val="00a6d6"/>
                  </a:solidFill>
                  <a:latin typeface="Arial"/>
                  <a:ea typeface="Arial"/>
                </a:rPr>
                <a:t>Subtitle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883" name="Ovaal 18"/>
            <p:cNvSpPr/>
            <p:nvPr/>
          </p:nvSpPr>
          <p:spPr>
            <a:xfrm>
              <a:off x="-3604320" y="329400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6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884" name="Rechthoek 19"/>
            <p:cNvSpPr/>
            <p:nvPr/>
          </p:nvSpPr>
          <p:spPr>
            <a:xfrm>
              <a:off x="-3319560" y="358596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357120" indent="-357120"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Clr>
                  <a:srgbClr val="00a6d6"/>
                </a:buClr>
                <a:buFont typeface="Arial"/>
                <a:buAutoNum type="arabicPeriod"/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Numerical bullet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885" name="Ovaal 21"/>
            <p:cNvSpPr/>
            <p:nvPr/>
          </p:nvSpPr>
          <p:spPr>
            <a:xfrm>
              <a:off x="-3604320" y="358524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7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886" name="Rechthoek 22"/>
            <p:cNvSpPr/>
            <p:nvPr/>
          </p:nvSpPr>
          <p:spPr>
            <a:xfrm>
              <a:off x="-3325680" y="387720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343080" indent="-343080"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Clr>
                  <a:srgbClr val="00a6d6"/>
                </a:buClr>
                <a:buFont typeface="Arial"/>
                <a:buAutoNum type="alphaLcPeriod"/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Alphabetical bullet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887" name="Ovaal 23"/>
            <p:cNvSpPr/>
            <p:nvPr/>
          </p:nvSpPr>
          <p:spPr>
            <a:xfrm>
              <a:off x="-3604320" y="387648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8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888" name="Rechthoek 24"/>
            <p:cNvSpPr/>
            <p:nvPr/>
          </p:nvSpPr>
          <p:spPr>
            <a:xfrm>
              <a:off x="-3319560" y="416844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None/>
                <a:tabLst>
                  <a:tab algn="l" pos="0"/>
                </a:tabLst>
              </a:pPr>
              <a:r>
                <a:rPr b="0" i="1" lang="en-GB" sz="1200" spc="-1" strike="noStrike">
                  <a:solidFill>
                    <a:srgbClr val="000000"/>
                  </a:solidFill>
                  <a:latin typeface="Arial"/>
                  <a:ea typeface="Arial"/>
                </a:rPr>
                <a:t>Source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889" name="Ovaal 25"/>
            <p:cNvSpPr/>
            <p:nvPr/>
          </p:nvSpPr>
          <p:spPr>
            <a:xfrm>
              <a:off x="-3604320" y="4168440"/>
              <a:ext cx="179640" cy="17964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GB" sz="1000" spc="-1" strike="noStrike">
                  <a:solidFill>
                    <a:srgbClr val="ffffff"/>
                  </a:solidFill>
                  <a:latin typeface="Calibri"/>
                  <a:ea typeface="Arial"/>
                </a:rPr>
                <a:t>9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890" name="Rechthoek 26"/>
            <p:cNvSpPr/>
            <p:nvPr/>
          </p:nvSpPr>
          <p:spPr>
            <a:xfrm>
              <a:off x="-3319560" y="3294360"/>
              <a:ext cx="2948760" cy="17964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spcBef>
                  <a:spcPts val="601"/>
                </a:spcBef>
                <a:spcAft>
                  <a:spcPts val="601"/>
                </a:spcAft>
                <a:buNone/>
                <a:tabLst>
                  <a:tab algn="l" pos="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Default text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891" name="Rechthoek 27"/>
            <p:cNvSpPr/>
            <p:nvPr/>
          </p:nvSpPr>
          <p:spPr>
            <a:xfrm>
              <a:off x="-3786480" y="4531320"/>
              <a:ext cx="3593160" cy="82764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vertOverflow="overflow" lIns="180000" rIns="180000" tIns="144000" bIns="144000" anchor="ctr">
              <a:noAutofit/>
            </a:bodyPr>
            <a:p>
              <a:pPr>
                <a:lnSpc>
                  <a:spcPct val="90000"/>
                </a:lnSpc>
                <a:spcBef>
                  <a:spcPts val="601"/>
                </a:spcBef>
                <a:spcAft>
                  <a:spcPts val="601"/>
                </a:spcAft>
                <a:buNone/>
              </a:pPr>
              <a:r>
                <a:rPr b="1" lang="en-GB" sz="1200" spc="-1" strike="noStrike" cap="all">
                  <a:solidFill>
                    <a:srgbClr val="211f26"/>
                  </a:solidFill>
                  <a:latin typeface="Calibri"/>
                  <a:ea typeface="Arial"/>
                </a:rPr>
                <a:t>Want to know more?</a:t>
              </a:r>
              <a:br>
                <a:rPr sz="1200"/>
              </a:br>
              <a:r>
                <a:rPr b="0" lang="en-GB" sz="1200" spc="-1" strike="noStrike">
                  <a:solidFill>
                    <a:srgbClr val="211f26"/>
                  </a:solidFill>
                  <a:latin typeface="Calibri"/>
                  <a:ea typeface="Arial"/>
                </a:rPr>
                <a:t>Go to the tab</a:t>
              </a:r>
              <a:r>
                <a:rPr b="1" lang="en-GB" sz="1200" spc="-1" strike="noStrike" cap="all">
                  <a:solidFill>
                    <a:srgbClr val="211f26"/>
                  </a:solidFill>
                  <a:latin typeface="Calibri"/>
                  <a:ea typeface="Arial"/>
                </a:rPr>
                <a:t> 'SLIDEBUILDER’ </a:t>
              </a:r>
              <a:r>
                <a:rPr b="0" lang="en-GB" sz="1200" spc="-1" strike="noStrike">
                  <a:solidFill>
                    <a:srgbClr val="211f26"/>
                  </a:solidFill>
                  <a:latin typeface="Calibri"/>
                  <a:ea typeface="Arial"/>
                </a:rPr>
                <a:t>and click</a:t>
              </a:r>
              <a:br>
                <a:rPr sz="1200"/>
              </a:br>
              <a:r>
                <a:rPr b="0" lang="en-GB" sz="1200" spc="-1" strike="noStrike">
                  <a:solidFill>
                    <a:srgbClr val="211f26"/>
                  </a:solidFill>
                  <a:latin typeface="Calibri"/>
                  <a:ea typeface="Arial"/>
                </a:rPr>
                <a:t>on the button </a:t>
              </a:r>
              <a:r>
                <a:rPr b="1" lang="en-GB" sz="1200" spc="-1" strike="noStrike" cap="all">
                  <a:solidFill>
                    <a:srgbClr val="211f26"/>
                  </a:solidFill>
                  <a:latin typeface="Calibri"/>
                  <a:ea typeface="Arial"/>
                </a:rPr>
                <a:t>‘Inspiration'</a:t>
              </a:r>
              <a:endParaRPr b="0" lang="en-US" sz="1200" spc="-1" strike="noStrike">
                <a:latin typeface="Arial"/>
              </a:endParaRPr>
            </a:p>
          </p:txBody>
        </p:sp>
        <p:grpSp>
          <p:nvGrpSpPr>
            <p:cNvPr id="892" name="ICOON_info"/>
            <p:cNvGrpSpPr/>
            <p:nvPr/>
          </p:nvGrpSpPr>
          <p:grpSpPr>
            <a:xfrm>
              <a:off x="-376560" y="4400280"/>
              <a:ext cx="283320" cy="283320"/>
              <a:chOff x="-376560" y="4400280"/>
              <a:chExt cx="283320" cy="283320"/>
            </a:xfrm>
          </p:grpSpPr>
          <p:sp>
            <p:nvSpPr>
              <p:cNvPr id="893" name="Ovaal 76"/>
              <p:cNvSpPr/>
              <p:nvPr/>
            </p:nvSpPr>
            <p:spPr>
              <a:xfrm>
                <a:off x="-356760" y="4419720"/>
                <a:ext cx="244440" cy="24444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894" name="Graphic 163"/>
              <p:cNvSpPr/>
              <p:nvPr/>
            </p:nvSpPr>
            <p:spPr>
              <a:xfrm>
                <a:off x="-376560" y="4400280"/>
                <a:ext cx="283320" cy="283320"/>
              </a:xfrm>
              <a:custGeom>
                <a:avLst/>
                <a:gdLst/>
                <a:ahLst/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895" name="VOORBEELD"/>
            <p:cNvGrpSpPr/>
            <p:nvPr/>
          </p:nvGrpSpPr>
          <p:grpSpPr>
            <a:xfrm>
              <a:off x="-3605400" y="458640"/>
              <a:ext cx="3234240" cy="558720"/>
              <a:chOff x="-3605400" y="458640"/>
              <a:chExt cx="3234240" cy="558720"/>
            </a:xfrm>
          </p:grpSpPr>
          <p:sp>
            <p:nvSpPr>
              <p:cNvPr id="896" name="Rechthoek 36"/>
              <p:cNvSpPr/>
              <p:nvPr/>
            </p:nvSpPr>
            <p:spPr>
              <a:xfrm>
                <a:off x="-3604320" y="458640"/>
                <a:ext cx="393120" cy="183600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numCol="1" spcCol="0" lIns="0" rIns="0" tIns="18000" bIns="0" anchor="t">
                <a:no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1" lang="en-GB" sz="900" spc="-1" strike="noStrike">
                    <a:solidFill>
                      <a:srgbClr val="211f26"/>
                    </a:solidFill>
                    <a:latin typeface="Calibri"/>
                    <a:ea typeface="Arial"/>
                  </a:rPr>
                  <a:t>Home</a:t>
                </a:r>
                <a:endParaRPr b="0" lang="en-US" sz="900" spc="-1" strike="noStrike">
                  <a:latin typeface="Arial"/>
                </a:endParaRPr>
              </a:p>
            </p:txBody>
          </p:sp>
          <p:sp>
            <p:nvSpPr>
              <p:cNvPr id="897" name="Rechthoek 37"/>
              <p:cNvSpPr/>
              <p:nvPr/>
            </p:nvSpPr>
            <p:spPr>
              <a:xfrm>
                <a:off x="-3599280" y="621360"/>
                <a:ext cx="383400" cy="2664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898" name="Groep 38"/>
              <p:cNvGrpSpPr/>
              <p:nvPr/>
            </p:nvGrpSpPr>
            <p:grpSpPr>
              <a:xfrm>
                <a:off x="-3386160" y="830520"/>
                <a:ext cx="139680" cy="110160"/>
                <a:chOff x="-3386160" y="830520"/>
                <a:chExt cx="139680" cy="110160"/>
              </a:xfrm>
            </p:grpSpPr>
            <p:grpSp>
              <p:nvGrpSpPr>
                <p:cNvPr id="899" name="Groep 69"/>
                <p:cNvGrpSpPr/>
                <p:nvPr/>
              </p:nvGrpSpPr>
              <p:grpSpPr>
                <a:xfrm>
                  <a:off x="-3386160" y="830520"/>
                  <a:ext cx="139680" cy="110160"/>
                  <a:chOff x="-3386160" y="830520"/>
                  <a:chExt cx="139680" cy="110160"/>
                </a:xfrm>
              </p:grpSpPr>
              <p:sp>
                <p:nvSpPr>
                  <p:cNvPr id="900" name="Rechte verbindingslijn 71"/>
                  <p:cNvSpPr/>
                  <p:nvPr/>
                </p:nvSpPr>
                <p:spPr>
                  <a:xfrm>
                    <a:off x="-3386160" y="830520"/>
                    <a:ext cx="13968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901" name="Rechte verbindingslijn 72"/>
                  <p:cNvSpPr/>
                  <p:nvPr/>
                </p:nvSpPr>
                <p:spPr>
                  <a:xfrm>
                    <a:off x="-3386160" y="940320"/>
                    <a:ext cx="13968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902" name="Rechte verbindingslijn 73"/>
                  <p:cNvSpPr/>
                  <p:nvPr/>
                </p:nvSpPr>
                <p:spPr>
                  <a:xfrm>
                    <a:off x="-3309480" y="912960"/>
                    <a:ext cx="6300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903" name="Rechte verbindingslijn 74"/>
                  <p:cNvSpPr/>
                  <p:nvPr/>
                </p:nvSpPr>
                <p:spPr>
                  <a:xfrm>
                    <a:off x="-3309480" y="885600"/>
                    <a:ext cx="6300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904" name="Rechte verbindingslijn 75"/>
                  <p:cNvSpPr/>
                  <p:nvPr/>
                </p:nvSpPr>
                <p:spPr>
                  <a:xfrm>
                    <a:off x="-3309480" y="858240"/>
                    <a:ext cx="6300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</p:grpSp>
            <p:sp>
              <p:nvSpPr>
                <p:cNvPr id="905" name="Pijl: rechts 70"/>
                <p:cNvSpPr/>
                <p:nvPr/>
              </p:nvSpPr>
              <p:spPr>
                <a:xfrm>
                  <a:off x="-3386160" y="857160"/>
                  <a:ext cx="57960" cy="55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grpSp>
            <p:nvGrpSpPr>
              <p:cNvPr id="906" name="Groep 39"/>
              <p:cNvGrpSpPr/>
              <p:nvPr/>
            </p:nvGrpSpPr>
            <p:grpSpPr>
              <a:xfrm>
                <a:off x="-3605400" y="830520"/>
                <a:ext cx="139680" cy="110160"/>
                <a:chOff x="-3605400" y="830520"/>
                <a:chExt cx="139680" cy="110160"/>
              </a:xfrm>
            </p:grpSpPr>
            <p:grpSp>
              <p:nvGrpSpPr>
                <p:cNvPr id="907" name="Groep 62"/>
                <p:cNvGrpSpPr/>
                <p:nvPr/>
              </p:nvGrpSpPr>
              <p:grpSpPr>
                <a:xfrm>
                  <a:off x="-3605040" y="830520"/>
                  <a:ext cx="139320" cy="110160"/>
                  <a:chOff x="-3605040" y="830520"/>
                  <a:chExt cx="139320" cy="110160"/>
                </a:xfrm>
              </p:grpSpPr>
              <p:sp>
                <p:nvSpPr>
                  <p:cNvPr id="908" name="Rechte verbindingslijn 64"/>
                  <p:cNvSpPr/>
                  <p:nvPr/>
                </p:nvSpPr>
                <p:spPr>
                  <a:xfrm>
                    <a:off x="-3605040" y="830520"/>
                    <a:ext cx="13932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909" name="Rechte verbindingslijn 65"/>
                  <p:cNvSpPr/>
                  <p:nvPr/>
                </p:nvSpPr>
                <p:spPr>
                  <a:xfrm>
                    <a:off x="-3605040" y="940320"/>
                    <a:ext cx="13932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910" name="Rechte verbindingslijn 66"/>
                  <p:cNvSpPr/>
                  <p:nvPr/>
                </p:nvSpPr>
                <p:spPr>
                  <a:xfrm>
                    <a:off x="-3528360" y="912960"/>
                    <a:ext cx="6264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911" name="Rechte verbindingslijn 67"/>
                  <p:cNvSpPr/>
                  <p:nvPr/>
                </p:nvSpPr>
                <p:spPr>
                  <a:xfrm>
                    <a:off x="-3528360" y="885600"/>
                    <a:ext cx="6264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912" name="Rechte verbindingslijn 68"/>
                  <p:cNvSpPr/>
                  <p:nvPr/>
                </p:nvSpPr>
                <p:spPr>
                  <a:xfrm>
                    <a:off x="-3528360" y="858240"/>
                    <a:ext cx="6264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</p:grpSp>
            <p:sp>
              <p:nvSpPr>
                <p:cNvPr id="913" name="Pijl: rechts 63"/>
                <p:cNvSpPr/>
                <p:nvPr/>
              </p:nvSpPr>
              <p:spPr>
                <a:xfrm flipH="1">
                  <a:off x="-3605760" y="857160"/>
                  <a:ext cx="57960" cy="55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914" name="Rechte verbindingslijn 40"/>
              <p:cNvSpPr/>
              <p:nvPr/>
            </p:nvSpPr>
            <p:spPr>
              <a:xfrm flipV="1">
                <a:off x="-3459600" y="587880"/>
                <a:ext cx="547560" cy="219240"/>
              </a:xfrm>
              <a:prstGeom prst="line">
                <a:avLst/>
              </a:prstGeom>
              <a:ln cap="rnd" w="19050">
                <a:solidFill>
                  <a:srgbClr val="00a6d6"/>
                </a:solidFill>
                <a:round/>
                <a:headEnd len="med" type="oval" w="med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15" name="Rechte verbindingslijn 41"/>
              <p:cNvSpPr/>
              <p:nvPr/>
            </p:nvSpPr>
            <p:spPr>
              <a:xfrm>
                <a:off x="-3224160" y="828360"/>
                <a:ext cx="319320" cy="360"/>
              </a:xfrm>
              <a:prstGeom prst="line">
                <a:avLst/>
              </a:prstGeom>
              <a:ln cap="rnd" w="19050">
                <a:solidFill>
                  <a:srgbClr val="00a6d6"/>
                </a:solidFill>
                <a:round/>
                <a:headEnd len="med" type="oval" w="med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16" name="Rechthoek 42"/>
              <p:cNvSpPr/>
              <p:nvPr/>
            </p:nvSpPr>
            <p:spPr>
              <a:xfrm>
                <a:off x="-2559960" y="512280"/>
                <a:ext cx="2188800" cy="15084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601"/>
                  </a:spcBef>
                  <a:spcAft>
                    <a:spcPts val="601"/>
                  </a:spcAft>
                  <a:buNone/>
                  <a:tabLst>
                    <a:tab algn="l" pos="0"/>
                  </a:tabLst>
                </a:pPr>
                <a:r>
                  <a:rPr b="0" lang="en-GB" sz="1100" spc="-1" strike="noStrike">
                    <a:solidFill>
                      <a:srgbClr val="000000"/>
                    </a:solidFill>
                    <a:latin typeface="Calibri"/>
                    <a:ea typeface="Arial"/>
                  </a:rPr>
                  <a:t>Text level down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917" name="Rechthoek 43"/>
              <p:cNvSpPr/>
              <p:nvPr/>
            </p:nvSpPr>
            <p:spPr>
              <a:xfrm>
                <a:off x="-2559960" y="819720"/>
                <a:ext cx="2188800" cy="14184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90000"/>
                  </a:lnSpc>
                  <a:spcBef>
                    <a:spcPts val="601"/>
                  </a:spcBef>
                  <a:spcAft>
                    <a:spcPts val="601"/>
                  </a:spcAft>
                  <a:buNone/>
                  <a:tabLst>
                    <a:tab algn="l" pos="0"/>
                  </a:tabLst>
                </a:pPr>
                <a:r>
                  <a:rPr b="0" lang="en-GB" sz="1100" spc="-1" strike="noStrike">
                    <a:solidFill>
                      <a:srgbClr val="000000"/>
                    </a:solidFill>
                    <a:latin typeface="Calibri"/>
                    <a:ea typeface="Arial"/>
                  </a:rPr>
                  <a:t>Text level up</a:t>
                </a:r>
                <a:endParaRPr b="0" lang="en-US" sz="1100" spc="-1" strike="noStrike">
                  <a:latin typeface="Arial"/>
                </a:endParaRPr>
              </a:p>
            </p:txBody>
          </p:sp>
          <p:grpSp>
            <p:nvGrpSpPr>
              <p:cNvPr id="918" name="Groep 44"/>
              <p:cNvGrpSpPr/>
              <p:nvPr/>
            </p:nvGrpSpPr>
            <p:grpSpPr>
              <a:xfrm>
                <a:off x="-2916720" y="769320"/>
                <a:ext cx="268200" cy="248040"/>
                <a:chOff x="-2916720" y="769320"/>
                <a:chExt cx="268200" cy="248040"/>
              </a:xfrm>
            </p:grpSpPr>
            <p:sp>
              <p:nvSpPr>
                <p:cNvPr id="919" name="Rechthoek 54"/>
                <p:cNvSpPr/>
                <p:nvPr/>
              </p:nvSpPr>
              <p:spPr>
                <a:xfrm>
                  <a:off x="-2916720" y="769320"/>
                  <a:ext cx="268200" cy="248040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grpSp>
              <p:nvGrpSpPr>
                <p:cNvPr id="920" name="Groep 55"/>
                <p:cNvGrpSpPr/>
                <p:nvPr/>
              </p:nvGrpSpPr>
              <p:grpSpPr>
                <a:xfrm>
                  <a:off x="-2866680" y="826920"/>
                  <a:ext cx="168840" cy="132840"/>
                  <a:chOff x="-2866680" y="826920"/>
                  <a:chExt cx="168840" cy="132840"/>
                </a:xfrm>
              </p:grpSpPr>
              <p:sp>
                <p:nvSpPr>
                  <p:cNvPr id="921" name="Rechte verbindingslijn 57"/>
                  <p:cNvSpPr/>
                  <p:nvPr/>
                </p:nvSpPr>
                <p:spPr>
                  <a:xfrm>
                    <a:off x="-2866680" y="826920"/>
                    <a:ext cx="16884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922" name="Rechte verbindingslijn 58"/>
                  <p:cNvSpPr/>
                  <p:nvPr/>
                </p:nvSpPr>
                <p:spPr>
                  <a:xfrm>
                    <a:off x="-2866680" y="959400"/>
                    <a:ext cx="16884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923" name="Rechte verbindingslijn 59"/>
                  <p:cNvSpPr/>
                  <p:nvPr/>
                </p:nvSpPr>
                <p:spPr>
                  <a:xfrm>
                    <a:off x="-2773800" y="926280"/>
                    <a:ext cx="7596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924" name="Rechte verbindingslijn 60"/>
                  <p:cNvSpPr/>
                  <p:nvPr/>
                </p:nvSpPr>
                <p:spPr>
                  <a:xfrm>
                    <a:off x="-2773800" y="893160"/>
                    <a:ext cx="7596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925" name="Rechte verbindingslijn 61"/>
                  <p:cNvSpPr/>
                  <p:nvPr/>
                </p:nvSpPr>
                <p:spPr>
                  <a:xfrm>
                    <a:off x="-2773800" y="860040"/>
                    <a:ext cx="7596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</p:grpSp>
            <p:sp>
              <p:nvSpPr>
                <p:cNvPr id="926" name="Pijl: rechts 56"/>
                <p:cNvSpPr/>
                <p:nvPr/>
              </p:nvSpPr>
              <p:spPr>
                <a:xfrm>
                  <a:off x="-2866680" y="858600"/>
                  <a:ext cx="70200" cy="6768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grpSp>
            <p:nvGrpSpPr>
              <p:cNvPr id="927" name="Groep 45"/>
              <p:cNvGrpSpPr/>
              <p:nvPr/>
            </p:nvGrpSpPr>
            <p:grpSpPr>
              <a:xfrm>
                <a:off x="-2916720" y="460080"/>
                <a:ext cx="268200" cy="248040"/>
                <a:chOff x="-2916720" y="460080"/>
                <a:chExt cx="268200" cy="248040"/>
              </a:xfrm>
            </p:grpSpPr>
            <p:sp>
              <p:nvSpPr>
                <p:cNvPr id="928" name="Rechthoek 46"/>
                <p:cNvSpPr/>
                <p:nvPr/>
              </p:nvSpPr>
              <p:spPr>
                <a:xfrm>
                  <a:off x="-2916720" y="460080"/>
                  <a:ext cx="268200" cy="248040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grpSp>
              <p:nvGrpSpPr>
                <p:cNvPr id="929" name="Groep 47"/>
                <p:cNvGrpSpPr/>
                <p:nvPr/>
              </p:nvGrpSpPr>
              <p:grpSpPr>
                <a:xfrm>
                  <a:off x="-2866680" y="518040"/>
                  <a:ext cx="168840" cy="132840"/>
                  <a:chOff x="-2866680" y="518040"/>
                  <a:chExt cx="168840" cy="132840"/>
                </a:xfrm>
              </p:grpSpPr>
              <p:sp>
                <p:nvSpPr>
                  <p:cNvPr id="930" name="Rechte verbindingslijn 49"/>
                  <p:cNvSpPr/>
                  <p:nvPr/>
                </p:nvSpPr>
                <p:spPr>
                  <a:xfrm>
                    <a:off x="-2866680" y="518040"/>
                    <a:ext cx="16884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931" name="Rechte verbindingslijn 50"/>
                  <p:cNvSpPr/>
                  <p:nvPr/>
                </p:nvSpPr>
                <p:spPr>
                  <a:xfrm>
                    <a:off x="-2866680" y="650520"/>
                    <a:ext cx="16884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932" name="Rechte verbindingslijn 51"/>
                  <p:cNvSpPr/>
                  <p:nvPr/>
                </p:nvSpPr>
                <p:spPr>
                  <a:xfrm>
                    <a:off x="-2773800" y="617400"/>
                    <a:ext cx="7596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933" name="Rechte verbindingslijn 52"/>
                  <p:cNvSpPr/>
                  <p:nvPr/>
                </p:nvSpPr>
                <p:spPr>
                  <a:xfrm>
                    <a:off x="-2773800" y="584280"/>
                    <a:ext cx="7596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934" name="Rechte verbindingslijn 53"/>
                  <p:cNvSpPr/>
                  <p:nvPr/>
                </p:nvSpPr>
                <p:spPr>
                  <a:xfrm>
                    <a:off x="-2773800" y="551160"/>
                    <a:ext cx="75960" cy="360"/>
                  </a:xfrm>
                  <a:prstGeom prst="line">
                    <a:avLst/>
                  </a:prstGeom>
                  <a:ln w="12700">
                    <a:solidFill>
                      <a:srgbClr val="9d9fa1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</p:grpSp>
            <p:sp>
              <p:nvSpPr>
                <p:cNvPr id="935" name="Pijl: rechts 48"/>
                <p:cNvSpPr/>
                <p:nvPr/>
              </p:nvSpPr>
              <p:spPr>
                <a:xfrm flipH="1">
                  <a:off x="-2867400" y="549720"/>
                  <a:ext cx="70200" cy="6768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</p:grpSp>
        <p:grpSp>
          <p:nvGrpSpPr>
            <p:cNvPr id="936" name="Groep 30"/>
            <p:cNvGrpSpPr/>
            <p:nvPr/>
          </p:nvGrpSpPr>
          <p:grpSpPr>
            <a:xfrm>
              <a:off x="-938520" y="4663080"/>
              <a:ext cx="627480" cy="576360"/>
              <a:chOff x="-938520" y="4663080"/>
              <a:chExt cx="627480" cy="576360"/>
            </a:xfrm>
          </p:grpSpPr>
          <p:grpSp>
            <p:nvGrpSpPr>
              <p:cNvPr id="937" name="Inspireren"/>
              <p:cNvGrpSpPr/>
              <p:nvPr/>
            </p:nvGrpSpPr>
            <p:grpSpPr>
              <a:xfrm>
                <a:off x="-716040" y="4663080"/>
                <a:ext cx="169560" cy="241920"/>
                <a:chOff x="-716040" y="4663080"/>
                <a:chExt cx="169560" cy="241920"/>
              </a:xfrm>
            </p:grpSpPr>
            <p:sp>
              <p:nvSpPr>
                <p:cNvPr id="938" name="Freeform 12"/>
                <p:cNvSpPr/>
                <p:nvPr/>
              </p:nvSpPr>
              <p:spPr>
                <a:xfrm>
                  <a:off x="-666000" y="4749840"/>
                  <a:ext cx="68400" cy="61560"/>
                </a:xfrm>
                <a:custGeom>
                  <a:avLst/>
                  <a:gdLst/>
                  <a:ahLst/>
                  <a:rect l="l" t="t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939" name="Freeform 13"/>
                <p:cNvSpPr/>
                <p:nvPr/>
              </p:nvSpPr>
              <p:spPr>
                <a:xfrm>
                  <a:off x="-661320" y="4881240"/>
                  <a:ext cx="60480" cy="23760"/>
                </a:xfrm>
                <a:custGeom>
                  <a:avLst/>
                  <a:gdLst/>
                  <a:ahLst/>
                  <a:rect l="l" t="t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 rotWithShape="0">
                  <a:gsLst>
                    <a:gs pos="30000">
                      <a:srgbClr val="211f26"/>
                    </a:gs>
                    <a:gs pos="100000">
                      <a:srgbClr val="9d9fa1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940" name="Freeform 14"/>
                <p:cNvSpPr/>
                <p:nvPr/>
              </p:nvSpPr>
              <p:spPr>
                <a:xfrm>
                  <a:off x="-716040" y="4663080"/>
                  <a:ext cx="169560" cy="207720"/>
                </a:xfrm>
                <a:custGeom>
                  <a:avLst/>
                  <a:gdLst/>
                  <a:ahLst/>
                  <a:rect l="l" t="t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 rotWithShape="0">
                  <a:gsLst>
                    <a:gs pos="30000">
                      <a:srgbClr val="211f26"/>
                    </a:gs>
                    <a:gs pos="100000">
                      <a:srgbClr val="9d9fa1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941" name="Tekstvak 32"/>
              <p:cNvSpPr/>
              <p:nvPr/>
            </p:nvSpPr>
            <p:spPr>
              <a:xfrm>
                <a:off x="-938520" y="4917600"/>
                <a:ext cx="627480" cy="321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90000"/>
                  </a:lnSpc>
                  <a:spcBef>
                    <a:spcPts val="601"/>
                  </a:spcBef>
                  <a:spcAft>
                    <a:spcPts val="601"/>
                  </a:spcAft>
                  <a:buNone/>
                  <a:tabLst>
                    <a:tab algn="l" pos="0"/>
                  </a:tabLst>
                </a:pPr>
                <a:r>
                  <a:rPr b="0" lang="en-GB" sz="1000" spc="-1" strike="noStrike">
                    <a:solidFill>
                      <a:srgbClr val="211f26"/>
                    </a:solidFill>
                    <a:latin typeface="Calibri"/>
                    <a:ea typeface="Arial"/>
                  </a:rPr>
                  <a:t>Inspiration</a:t>
                </a:r>
                <a:endParaRPr b="0" lang="en-US" sz="1000" spc="-1" strike="noStrike">
                  <a:latin typeface="Arial"/>
                </a:endParaRPr>
              </a:p>
            </p:txBody>
          </p:sp>
        </p:grp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37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37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6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73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37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7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6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73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slideLayout" Target="../slideLayouts/slideLayout61.xml"/><Relationship Id="rId6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PlaceHolder 1"/>
          <p:cNvSpPr>
            <a:spLocks noGrp="1"/>
          </p:cNvSpPr>
          <p:nvPr>
            <p:ph type="title"/>
          </p:nvPr>
        </p:nvSpPr>
        <p:spPr>
          <a:xfrm>
            <a:off x="0" y="-429120"/>
            <a:ext cx="1989720" cy="27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GB" sz="1800" spc="-1" strike="noStrike">
                <a:solidFill>
                  <a:srgbClr val="00a6d6"/>
                </a:solidFill>
                <a:latin typeface="Arial"/>
                <a:ea typeface="Arial"/>
              </a:rPr>
              <a:t>Title slide + image</a:t>
            </a:r>
            <a:endParaRPr b="0" lang="nl-N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" name="PlaceHolder 2"/>
          <p:cNvSpPr>
            <a:spLocks noGrp="1"/>
          </p:cNvSpPr>
          <p:nvPr>
            <p:ph/>
          </p:nvPr>
        </p:nvSpPr>
        <p:spPr>
          <a:xfrm>
            <a:off x="690840" y="1930320"/>
            <a:ext cx="5709960" cy="2641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ts val="5199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Arial"/>
                <a:ea typeface="Arial"/>
              </a:rPr>
              <a:t>Aerodynamic Performance</a:t>
            </a:r>
            <a:endParaRPr b="0" lang="nl-NL" sz="4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5199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Arial"/>
                <a:ea typeface="Arial"/>
              </a:rPr>
              <a:t>Analysis of a </a:t>
            </a:r>
            <a:endParaRPr b="0" lang="nl-NL" sz="4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5199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Arial"/>
                <a:ea typeface="Arial"/>
              </a:rPr>
              <a:t>Tip-Propelled</a:t>
            </a:r>
            <a:endParaRPr b="0" lang="nl-NL" sz="4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5199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Arial"/>
                <a:ea typeface="Arial"/>
              </a:rPr>
              <a:t>Rotorcraft UAV</a:t>
            </a:r>
            <a:endParaRPr b="0" lang="nl-NL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6" name="PlaceHolder 3"/>
          <p:cNvSpPr>
            <a:spLocks noGrp="1"/>
          </p:cNvSpPr>
          <p:nvPr>
            <p:ph/>
          </p:nvPr>
        </p:nvSpPr>
        <p:spPr>
          <a:xfrm>
            <a:off x="685800" y="4928760"/>
            <a:ext cx="5117040" cy="46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Green Light Presentation</a:t>
            </a: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7" name="PlaceHolder 4"/>
          <p:cNvSpPr>
            <a:spLocks noGrp="1"/>
          </p:cNvSpPr>
          <p:nvPr>
            <p:ph type="dt" idx="16"/>
          </p:nvPr>
        </p:nvSpPr>
        <p:spPr>
          <a:xfrm>
            <a:off x="685800" y="5389920"/>
            <a:ext cx="1600200" cy="1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en-US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30/10/2025</a:t>
            </a:r>
            <a:endParaRPr b="0" lang="en-US" sz="1300" spc="-1" strike="noStrike">
              <a:latin typeface="Times New Roman"/>
            </a:endParaRPr>
          </a:p>
        </p:txBody>
      </p:sp>
      <p:pic>
        <p:nvPicPr>
          <p:cNvPr id="988" name="" descr=""/>
          <p:cNvPicPr/>
          <p:nvPr/>
        </p:nvPicPr>
        <p:blipFill>
          <a:blip r:embed="rId1"/>
          <a:stretch/>
        </p:blipFill>
        <p:spPr>
          <a:xfrm>
            <a:off x="5802840" y="0"/>
            <a:ext cx="6389280" cy="6858000"/>
          </a:xfrm>
          <a:prstGeom prst="rect">
            <a:avLst/>
          </a:prstGeom>
          <a:ln w="0">
            <a:noFill/>
          </a:ln>
        </p:spPr>
      </p:pic>
    </p:spTree>
  </p:cSld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PlaceHolder 1"/>
          <p:cNvSpPr>
            <a:spLocks noGrp="1"/>
          </p:cNvSpPr>
          <p:nvPr>
            <p:ph type="dt" idx="17"/>
          </p:nvPr>
        </p:nvSpPr>
        <p:spPr>
          <a:xfrm>
            <a:off x="10146600" y="6405840"/>
            <a:ext cx="76572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990" name="PlaceHolder 2"/>
          <p:cNvSpPr>
            <a:spLocks noGrp="1"/>
          </p:cNvSpPr>
          <p:nvPr>
            <p:ph type="sldNum" idx="18"/>
          </p:nvPr>
        </p:nvSpPr>
        <p:spPr>
          <a:xfrm>
            <a:off x="11178360" y="6405840"/>
            <a:ext cx="29088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991" name="PlaceHolder 3"/>
          <p:cNvSpPr>
            <a:spLocks noGrp="1"/>
          </p:cNvSpPr>
          <p:nvPr>
            <p:ph/>
          </p:nvPr>
        </p:nvSpPr>
        <p:spPr>
          <a:xfrm>
            <a:off x="718560" y="1045440"/>
            <a:ext cx="10751760" cy="49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Midterm state review 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LL Model 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71280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LL model sensitivity analysis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71280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CFD comparison (update) 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marL="361800" indent="-361800">
              <a:lnSpc>
                <a:spcPct val="90000"/>
              </a:lnSpc>
              <a:spcBef>
                <a:spcPts val="1417"/>
              </a:spcBef>
              <a:buClr>
                <a:srgbClr val="00a6d6"/>
              </a:buClr>
              <a:buSzPct val="120000"/>
              <a:buFont typeface="Arial"/>
              <a:buChar char="•"/>
              <a:tabLst>
                <a:tab algn="l" pos="71280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Baseline configurations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marL="361800" indent="-361800">
              <a:lnSpc>
                <a:spcPct val="90000"/>
              </a:lnSpc>
              <a:spcBef>
                <a:spcPts val="1417"/>
              </a:spcBef>
              <a:buClr>
                <a:srgbClr val="00a6d6"/>
              </a:buClr>
              <a:buSzPct val="120000"/>
              <a:buFont typeface="Arial"/>
              <a:buChar char="•"/>
              <a:tabLst>
                <a:tab algn="l" pos="71280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Factorial design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marL="361800" indent="-361800">
              <a:lnSpc>
                <a:spcPct val="90000"/>
              </a:lnSpc>
              <a:spcBef>
                <a:spcPts val="1417"/>
              </a:spcBef>
              <a:buClr>
                <a:srgbClr val="00a6d6"/>
              </a:buClr>
              <a:buSzPct val="120000"/>
              <a:buFont typeface="Arial"/>
              <a:buChar char="•"/>
              <a:tabLst>
                <a:tab algn="l" pos="71280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Results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71280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Performance Comparison 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71280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Tip propellers efficiency 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marL="361800" indent="-361800">
              <a:lnSpc>
                <a:spcPct val="90000"/>
              </a:lnSpc>
              <a:spcBef>
                <a:spcPts val="1417"/>
              </a:spcBef>
              <a:buClr>
                <a:srgbClr val="00a6d6"/>
              </a:buClr>
              <a:buSzPct val="120000"/>
              <a:buFont typeface="Arial"/>
              <a:buChar char="•"/>
              <a:tabLst>
                <a:tab algn="l" pos="71280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Conclusions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2" name="PlaceHolder 4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-27360" bIns="350640" anchor="t">
            <a:noAutofit/>
          </a:bodyPr>
          <a:p>
            <a:pPr>
              <a:lnSpc>
                <a:spcPts val="3600"/>
              </a:lnSpc>
              <a:buNone/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Agenda</a:t>
            </a:r>
            <a:endParaRPr b="0" lang="nl-NL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PlaceHolder 1"/>
          <p:cNvSpPr>
            <a:spLocks noGrp="1"/>
          </p:cNvSpPr>
          <p:nvPr>
            <p:ph type="dt" idx="19"/>
          </p:nvPr>
        </p:nvSpPr>
        <p:spPr>
          <a:xfrm>
            <a:off x="10146600" y="6405840"/>
            <a:ext cx="76572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994" name="PlaceHolder 2"/>
          <p:cNvSpPr>
            <a:spLocks noGrp="1"/>
          </p:cNvSpPr>
          <p:nvPr>
            <p:ph type="sldNum" idx="20"/>
          </p:nvPr>
        </p:nvSpPr>
        <p:spPr>
          <a:xfrm>
            <a:off x="11178360" y="6405840"/>
            <a:ext cx="29088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995" name="PlaceHolder 3"/>
          <p:cNvSpPr>
            <a:spLocks noGrp="1"/>
          </p:cNvSpPr>
          <p:nvPr>
            <p:ph/>
          </p:nvPr>
        </p:nvSpPr>
        <p:spPr>
          <a:xfrm>
            <a:off x="719280" y="1371600"/>
            <a:ext cx="1075176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a6d6"/>
                </a:solidFill>
                <a:latin typeface="Arial"/>
                <a:ea typeface="Arial"/>
              </a:rPr>
              <a:t>Main Objective</a:t>
            </a: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  <a:p>
            <a:pPr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0"/>
              </a:tabLst>
            </a:pPr>
            <a:r>
              <a:rPr b="0" lang="nl-NL" sz="2000" spc="-1" strike="noStrike">
                <a:solidFill>
                  <a:srgbClr val="000000"/>
                </a:solidFill>
                <a:latin typeface="Arial"/>
                <a:ea typeface="Arial"/>
              </a:rPr>
              <a:t>Develop and validate a low-fidelity aerodynamic framework for analyzing tip-propelled spinning drones in hover, and use it to evaluate and improve their aerodynamic efficiency compared with conventional configurations.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a6d6"/>
                </a:solidFill>
                <a:latin typeface="Arial"/>
                <a:ea typeface="Arial"/>
              </a:rPr>
              <a:t>Research questions</a:t>
            </a: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  <a:p>
            <a:pPr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What modeling approach can effectively represent the coupled aerodynamic behavior of the tip-propelled rotorcraft under low-Reynolds-number conditions within a modular low-fidelity framework?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0"/>
              </a:tabLst>
            </a:pPr>
            <a:r>
              <a:rPr b="0" lang="nl-NL" sz="2000" spc="-1" strike="noStrike">
                <a:solidFill>
                  <a:srgbClr val="000000"/>
                </a:solidFill>
                <a:latin typeface="Arial"/>
                <a:ea typeface="Arial"/>
              </a:rPr>
              <a:t>How does the developed low-fidelity model compare with higher-fidelity methods in terms of accuracy and computational efficiency?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How does the aerodynamic performance of the tip-propelled rotorcraft UAV compare to conventional platforms used for hovering?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What are the aerodynamic limitations of the tip-propelled rotorcraft UAV, and how can these insights inform design improvements to enhance efficiency?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6" name="PlaceHolder 4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-27360" bIns="350640" anchor="t">
            <a:noAutofit/>
          </a:bodyPr>
          <a:p>
            <a:pPr>
              <a:lnSpc>
                <a:spcPts val="3600"/>
              </a:lnSpc>
              <a:buNone/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Midterm results summary (1)</a:t>
            </a:r>
            <a:endParaRPr b="0" lang="nl-NL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7" name="" descr=""/>
          <p:cNvPicPr/>
          <p:nvPr/>
        </p:nvPicPr>
        <p:blipFill>
          <a:blip r:embed="rId1"/>
          <a:stretch/>
        </p:blipFill>
        <p:spPr>
          <a:xfrm>
            <a:off x="11608200" y="3389400"/>
            <a:ext cx="507600" cy="496800"/>
          </a:xfrm>
          <a:prstGeom prst="rect">
            <a:avLst/>
          </a:prstGeom>
          <a:ln w="0">
            <a:noFill/>
          </a:ln>
        </p:spPr>
      </p:pic>
      <p:pic>
        <p:nvPicPr>
          <p:cNvPr id="998" name="" descr=""/>
          <p:cNvPicPr/>
          <p:nvPr/>
        </p:nvPicPr>
        <p:blipFill>
          <a:blip r:embed="rId2"/>
          <a:stretch/>
        </p:blipFill>
        <p:spPr>
          <a:xfrm>
            <a:off x="11608200" y="4303800"/>
            <a:ext cx="507600" cy="496800"/>
          </a:xfrm>
          <a:prstGeom prst="rect">
            <a:avLst/>
          </a:prstGeom>
          <a:ln w="0">
            <a:noFill/>
          </a:ln>
        </p:spPr>
      </p:pic>
      <p:pic>
        <p:nvPicPr>
          <p:cNvPr id="999" name="" descr=""/>
          <p:cNvPicPr/>
          <p:nvPr/>
        </p:nvPicPr>
        <p:blipFill>
          <a:blip r:embed="rId3"/>
          <a:stretch/>
        </p:blipFill>
        <p:spPr>
          <a:xfrm>
            <a:off x="11608200" y="4989600"/>
            <a:ext cx="507600" cy="496800"/>
          </a:xfrm>
          <a:prstGeom prst="rect">
            <a:avLst/>
          </a:prstGeom>
          <a:ln w="0">
            <a:noFill/>
          </a:ln>
        </p:spPr>
      </p:pic>
      <p:pic>
        <p:nvPicPr>
          <p:cNvPr id="1000" name="" descr=""/>
          <p:cNvPicPr/>
          <p:nvPr/>
        </p:nvPicPr>
        <p:blipFill>
          <a:blip r:embed="rId4"/>
          <a:stretch/>
        </p:blipFill>
        <p:spPr>
          <a:xfrm>
            <a:off x="11608200" y="5715000"/>
            <a:ext cx="507600" cy="496800"/>
          </a:xfrm>
          <a:prstGeom prst="rect">
            <a:avLst/>
          </a:prstGeom>
          <a:ln w="0">
            <a:noFill/>
          </a:ln>
        </p:spPr>
      </p:pic>
    </p:spTree>
  </p:cSld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PlaceHolder 1"/>
          <p:cNvSpPr>
            <a:spLocks noGrp="1"/>
          </p:cNvSpPr>
          <p:nvPr>
            <p:ph type="dt" idx="21"/>
          </p:nvPr>
        </p:nvSpPr>
        <p:spPr>
          <a:xfrm>
            <a:off x="10146600" y="6405840"/>
            <a:ext cx="76572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1002" name="PlaceHolder 2"/>
          <p:cNvSpPr>
            <a:spLocks noGrp="1"/>
          </p:cNvSpPr>
          <p:nvPr>
            <p:ph type="sldNum" idx="22"/>
          </p:nvPr>
        </p:nvSpPr>
        <p:spPr>
          <a:xfrm>
            <a:off x="11178360" y="6405840"/>
            <a:ext cx="29088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1003" name="PlaceHolder 3"/>
          <p:cNvSpPr>
            <a:spLocks noGrp="1"/>
          </p:cNvSpPr>
          <p:nvPr>
            <p:ph/>
          </p:nvPr>
        </p:nvSpPr>
        <p:spPr>
          <a:xfrm>
            <a:off x="906840" y="1565280"/>
            <a:ext cx="1075176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a6d6"/>
                </a:solidFill>
                <a:latin typeface="Arial"/>
                <a:ea typeface="Arial"/>
              </a:rPr>
              <a:t>Free variables (5):</a:t>
            </a: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  <a:p>
            <a:pPr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Rotor wake length, propeller wake length, wake refinement, rotor blade refinement, propeller blade refinement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a6d6"/>
                </a:solidFill>
                <a:latin typeface="Arial"/>
                <a:ea typeface="Arial"/>
              </a:rPr>
              <a:t>Control variables:</a:t>
            </a: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  <a:p>
            <a:pPr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Thrust and Torque residuals (for either rotor or propeller)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a6d6"/>
                </a:solidFill>
                <a:latin typeface="Arial"/>
                <a:ea typeface="Arial"/>
              </a:rPr>
              <a:t>Resultant values:</a:t>
            </a: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  <a:p>
            <a:pPr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Model is more sensitive to geometry refinement, rather than wake refinement 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  <a:p>
            <a:pPr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4" name="PlaceHolder 4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-27360" bIns="350640" anchor="t">
            <a:noAutofit/>
          </a:bodyPr>
          <a:p>
            <a:pPr>
              <a:lnSpc>
                <a:spcPts val="3600"/>
              </a:lnSpc>
              <a:buNone/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Lifting Line (LL) model sensitivity analysis</a:t>
            </a:r>
            <a:endParaRPr b="0" lang="nl-NL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PlaceHolder 1"/>
          <p:cNvSpPr>
            <a:spLocks noGrp="1"/>
          </p:cNvSpPr>
          <p:nvPr>
            <p:ph type="dt" idx="23"/>
          </p:nvPr>
        </p:nvSpPr>
        <p:spPr>
          <a:xfrm>
            <a:off x="10146600" y="6405840"/>
            <a:ext cx="76572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1006" name="PlaceHolder 2"/>
          <p:cNvSpPr>
            <a:spLocks noGrp="1"/>
          </p:cNvSpPr>
          <p:nvPr>
            <p:ph type="sldNum" idx="24"/>
          </p:nvPr>
        </p:nvSpPr>
        <p:spPr>
          <a:xfrm>
            <a:off x="11178360" y="6405840"/>
            <a:ext cx="29088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1007" name="PlaceHolder 3"/>
          <p:cNvSpPr>
            <a:spLocks noGrp="1"/>
          </p:cNvSpPr>
          <p:nvPr>
            <p:ph type="title"/>
          </p:nvPr>
        </p:nvSpPr>
        <p:spPr>
          <a:xfrm>
            <a:off x="449280" y="68580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-27360" bIns="350640" anchor="t">
            <a:noAutofit/>
          </a:bodyPr>
          <a:p>
            <a:pPr>
              <a:lnSpc>
                <a:spcPts val="3600"/>
              </a:lnSpc>
              <a:buNone/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Lifting Line (LL) model sensitivity analysis(2)</a:t>
            </a:r>
            <a:endParaRPr b="0" lang="nl-NL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8" name="" descr=""/>
          <p:cNvPicPr/>
          <p:nvPr/>
        </p:nvPicPr>
        <p:blipFill>
          <a:blip r:embed="rId1"/>
          <a:stretch/>
        </p:blipFill>
        <p:spPr>
          <a:xfrm rot="21596400">
            <a:off x="4115880" y="1244880"/>
            <a:ext cx="8058960" cy="2637000"/>
          </a:xfrm>
          <a:prstGeom prst="rect">
            <a:avLst/>
          </a:prstGeom>
          <a:ln w="0">
            <a:noFill/>
          </a:ln>
        </p:spPr>
      </p:pic>
      <p:pic>
        <p:nvPicPr>
          <p:cNvPr id="1009" name="" descr=""/>
          <p:cNvPicPr/>
          <p:nvPr/>
        </p:nvPicPr>
        <p:blipFill>
          <a:blip r:embed="rId2"/>
          <a:stretch/>
        </p:blipFill>
        <p:spPr>
          <a:xfrm>
            <a:off x="4030920" y="3886200"/>
            <a:ext cx="8124840" cy="297180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010" name=""/>
          <p:cNvGraphicFramePr/>
          <p:nvPr/>
        </p:nvGraphicFramePr>
        <p:xfrm>
          <a:off x="371880" y="1317960"/>
          <a:ext cx="3522600" cy="4048920"/>
        </p:xfrm>
        <a:graphic>
          <a:graphicData uri="http://schemas.openxmlformats.org/drawingml/2006/table">
            <a:tbl>
              <a:tblPr/>
              <a:tblGrid>
                <a:gridCol w="1174320"/>
                <a:gridCol w="1174320"/>
                <a:gridCol w="1173960"/>
              </a:tblGrid>
              <a:tr h="80928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Variable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ctr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Final value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ctr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Max residual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ctr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80928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L_wr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ctr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6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ctr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&lt;1e-4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ctr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80928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L_wp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ctr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10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ctr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&lt;1e-4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ctr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80928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PPR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ctr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60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ctr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&lt;1e-4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ctr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81180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n_r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ctr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50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ctr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&lt;1e-3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ctr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81180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n_p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ctr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25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ctr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&lt;1e-2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ctr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</p:cSld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PlaceHolder 1"/>
          <p:cNvSpPr>
            <a:spLocks noGrp="1"/>
          </p:cNvSpPr>
          <p:nvPr>
            <p:ph type="dt" idx="25"/>
          </p:nvPr>
        </p:nvSpPr>
        <p:spPr>
          <a:xfrm>
            <a:off x="10146600" y="6405840"/>
            <a:ext cx="76572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1012" name="PlaceHolder 2"/>
          <p:cNvSpPr>
            <a:spLocks noGrp="1"/>
          </p:cNvSpPr>
          <p:nvPr>
            <p:ph type="sldNum" idx="26"/>
          </p:nvPr>
        </p:nvSpPr>
        <p:spPr>
          <a:xfrm>
            <a:off x="11178360" y="6405840"/>
            <a:ext cx="29088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1013" name="PlaceHolder 3"/>
          <p:cNvSpPr>
            <a:spLocks noGrp="1"/>
          </p:cNvSpPr>
          <p:nvPr>
            <p:ph type="title"/>
          </p:nvPr>
        </p:nvSpPr>
        <p:spPr>
          <a:xfrm>
            <a:off x="449280" y="68580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-27360" bIns="350640" anchor="t">
            <a:noAutofit/>
          </a:bodyPr>
          <a:p>
            <a:pPr>
              <a:lnSpc>
                <a:spcPts val="3600"/>
              </a:lnSpc>
              <a:buNone/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Lifting Line (LL) CFD comparison (update)</a:t>
            </a:r>
            <a:endParaRPr b="0" lang="nl-NL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4" name="" descr=""/>
          <p:cNvPicPr/>
          <p:nvPr/>
        </p:nvPicPr>
        <p:blipFill>
          <a:blip r:embed="rId1"/>
          <a:stretch/>
        </p:blipFill>
        <p:spPr>
          <a:xfrm>
            <a:off x="1143000" y="1371600"/>
            <a:ext cx="4562280" cy="3429000"/>
          </a:xfrm>
          <a:prstGeom prst="rect">
            <a:avLst/>
          </a:prstGeom>
          <a:ln w="0">
            <a:noFill/>
          </a:ln>
        </p:spPr>
      </p:pic>
      <p:pic>
        <p:nvPicPr>
          <p:cNvPr id="1015" name="" descr=""/>
          <p:cNvPicPr/>
          <p:nvPr/>
        </p:nvPicPr>
        <p:blipFill>
          <a:blip r:embed="rId2"/>
          <a:stretch/>
        </p:blipFill>
        <p:spPr>
          <a:xfrm>
            <a:off x="6181920" y="1371600"/>
            <a:ext cx="4562280" cy="3429000"/>
          </a:xfrm>
          <a:prstGeom prst="rect">
            <a:avLst/>
          </a:prstGeom>
          <a:ln w="0">
            <a:noFill/>
          </a:ln>
        </p:spPr>
      </p:pic>
      <p:pic>
        <p:nvPicPr>
          <p:cNvPr id="1016" name="" descr=""/>
          <p:cNvPicPr/>
          <p:nvPr/>
        </p:nvPicPr>
        <p:blipFill>
          <a:blip r:embed="rId3"/>
          <a:stretch/>
        </p:blipFill>
        <p:spPr>
          <a:xfrm>
            <a:off x="5953320" y="5143680"/>
            <a:ext cx="4790880" cy="1257120"/>
          </a:xfrm>
          <a:prstGeom prst="rect">
            <a:avLst/>
          </a:prstGeom>
          <a:ln w="0">
            <a:noFill/>
          </a:ln>
        </p:spPr>
      </p:pic>
      <p:sp>
        <p:nvSpPr>
          <p:cNvPr id="1017" name=""/>
          <p:cNvSpPr txBox="1"/>
          <p:nvPr/>
        </p:nvSpPr>
        <p:spPr>
          <a:xfrm>
            <a:off x="1371600" y="5257800"/>
            <a:ext cx="4572000" cy="85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Good global match, but poor correlation in distribution patterns</a:t>
            </a:r>
            <a:endParaRPr b="0" lang="en-US" sz="1800" spc="-1" strike="noStrike">
              <a:latin typeface="Arial"/>
            </a:endParaRPr>
          </a:p>
        </p:txBody>
      </p:sp>
    </p:spTree>
  </p:cSld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PlaceHolder 1"/>
          <p:cNvSpPr>
            <a:spLocks noGrp="1"/>
          </p:cNvSpPr>
          <p:nvPr>
            <p:ph type="dt" idx="27"/>
          </p:nvPr>
        </p:nvSpPr>
        <p:spPr>
          <a:xfrm>
            <a:off x="10146600" y="6405840"/>
            <a:ext cx="76572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1019" name="PlaceHolder 2"/>
          <p:cNvSpPr>
            <a:spLocks noGrp="1"/>
          </p:cNvSpPr>
          <p:nvPr>
            <p:ph type="sldNum" idx="28"/>
          </p:nvPr>
        </p:nvSpPr>
        <p:spPr>
          <a:xfrm>
            <a:off x="11178360" y="6405840"/>
            <a:ext cx="29088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1020" name="PlaceHolder 3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-27360" bIns="350640" anchor="t">
            <a:noAutofit/>
          </a:bodyPr>
          <a:p>
            <a:pPr>
              <a:lnSpc>
                <a:spcPts val="3600"/>
              </a:lnSpc>
              <a:buNone/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Baseline configurations</a:t>
            </a:r>
            <a:endParaRPr b="0" lang="nl-NL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1" name="" descr=""/>
          <p:cNvPicPr/>
          <p:nvPr/>
        </p:nvPicPr>
        <p:blipFill>
          <a:blip r:embed="rId1"/>
          <a:stretch/>
        </p:blipFill>
        <p:spPr>
          <a:xfrm>
            <a:off x="457200" y="1629000"/>
            <a:ext cx="6400800" cy="3024720"/>
          </a:xfrm>
          <a:prstGeom prst="rect">
            <a:avLst/>
          </a:prstGeom>
          <a:ln w="0">
            <a:noFill/>
          </a:ln>
        </p:spPr>
      </p:pic>
      <p:pic>
        <p:nvPicPr>
          <p:cNvPr id="1022" name="" descr=""/>
          <p:cNvPicPr/>
          <p:nvPr/>
        </p:nvPicPr>
        <p:blipFill>
          <a:blip r:embed="rId2"/>
          <a:stretch/>
        </p:blipFill>
        <p:spPr>
          <a:xfrm>
            <a:off x="7582320" y="1600200"/>
            <a:ext cx="3847680" cy="3104640"/>
          </a:xfrm>
          <a:prstGeom prst="rect">
            <a:avLst/>
          </a:prstGeom>
          <a:ln w="0">
            <a:noFill/>
          </a:ln>
        </p:spPr>
      </p:pic>
      <p:sp>
        <p:nvSpPr>
          <p:cNvPr id="1023" name=""/>
          <p:cNvSpPr txBox="1"/>
          <p:nvPr/>
        </p:nvSpPr>
        <p:spPr>
          <a:xfrm>
            <a:off x="914400" y="4800600"/>
            <a:ext cx="52578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0" lang="en-US" sz="1800" spc="-1" strike="noStrike">
                <a:latin typeface="Arial"/>
              </a:rPr>
              <a:t>Drone and Helicopter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24" name=""/>
          <p:cNvSpPr txBox="1"/>
          <p:nvPr/>
        </p:nvSpPr>
        <p:spPr>
          <a:xfrm>
            <a:off x="6629400" y="4800600"/>
            <a:ext cx="52578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0" lang="en-US" sz="1800" spc="-1" strike="noStrike">
                <a:latin typeface="Arial"/>
              </a:rPr>
              <a:t>Quadcopter (DJI inspired)</a:t>
            </a:r>
            <a:endParaRPr b="0" lang="en-US" sz="1800" spc="-1" strike="noStrike">
              <a:latin typeface="Arial"/>
            </a:endParaRPr>
          </a:p>
        </p:txBody>
      </p:sp>
    </p:spTree>
  </p:cSld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PlaceHolder 1"/>
          <p:cNvSpPr>
            <a:spLocks noGrp="1"/>
          </p:cNvSpPr>
          <p:nvPr>
            <p:ph type="dt" idx="29"/>
          </p:nvPr>
        </p:nvSpPr>
        <p:spPr>
          <a:xfrm>
            <a:off x="10146600" y="6405840"/>
            <a:ext cx="76572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1026" name="PlaceHolder 2"/>
          <p:cNvSpPr>
            <a:spLocks noGrp="1"/>
          </p:cNvSpPr>
          <p:nvPr>
            <p:ph type="sldNum" idx="30"/>
          </p:nvPr>
        </p:nvSpPr>
        <p:spPr>
          <a:xfrm>
            <a:off x="11178360" y="6405840"/>
            <a:ext cx="29088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1027" name="PlaceHolder 3"/>
          <p:cNvSpPr>
            <a:spLocks noGrp="1"/>
          </p:cNvSpPr>
          <p:nvPr>
            <p:ph/>
          </p:nvPr>
        </p:nvSpPr>
        <p:spPr>
          <a:xfrm>
            <a:off x="906840" y="1600200"/>
            <a:ext cx="1075176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a6d6"/>
                </a:solidFill>
                <a:latin typeface="Arial"/>
                <a:ea typeface="Arial"/>
              </a:rPr>
              <a:t>Drone and helicopter variables:</a:t>
            </a: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a6d6"/>
                </a:solidFill>
                <a:latin typeface="Arial"/>
                <a:ea typeface="Arial"/>
              </a:rPr>
              <a:t>Quadcopter design variables:</a:t>
            </a: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  <a:p>
            <a:pPr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8" name="PlaceHolder 4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-27360" bIns="350640" anchor="t">
            <a:noAutofit/>
          </a:bodyPr>
          <a:p>
            <a:pPr>
              <a:lnSpc>
                <a:spcPts val="3600"/>
              </a:lnSpc>
              <a:buNone/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Factorial Design Setup</a:t>
            </a:r>
            <a:endParaRPr b="0" lang="nl-NL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9" name="" descr=""/>
          <p:cNvPicPr/>
          <p:nvPr/>
        </p:nvPicPr>
        <p:blipFill>
          <a:blip r:embed="rId1"/>
          <a:stretch/>
        </p:blipFill>
        <p:spPr>
          <a:xfrm>
            <a:off x="2514600" y="2057400"/>
            <a:ext cx="8648280" cy="2314080"/>
          </a:xfrm>
          <a:prstGeom prst="rect">
            <a:avLst/>
          </a:prstGeom>
          <a:ln w="0">
            <a:noFill/>
          </a:ln>
        </p:spPr>
      </p:pic>
      <p:pic>
        <p:nvPicPr>
          <p:cNvPr id="1030" name="" descr=""/>
          <p:cNvPicPr/>
          <p:nvPr/>
        </p:nvPicPr>
        <p:blipFill>
          <a:blip r:embed="rId2"/>
          <a:stretch/>
        </p:blipFill>
        <p:spPr>
          <a:xfrm>
            <a:off x="3258000" y="4924800"/>
            <a:ext cx="7257600" cy="1704600"/>
          </a:xfrm>
          <a:prstGeom prst="rect">
            <a:avLst/>
          </a:prstGeom>
          <a:ln w="0">
            <a:noFill/>
          </a:ln>
        </p:spPr>
      </p:pic>
    </p:spTree>
  </p:cSld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PlaceHolder 1"/>
          <p:cNvSpPr>
            <a:spLocks noGrp="1"/>
          </p:cNvSpPr>
          <p:nvPr>
            <p:ph type="dt" idx="31"/>
          </p:nvPr>
        </p:nvSpPr>
        <p:spPr>
          <a:xfrm>
            <a:off x="10146600" y="6405840"/>
            <a:ext cx="76572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1032" name="PlaceHolder 2"/>
          <p:cNvSpPr>
            <a:spLocks noGrp="1"/>
          </p:cNvSpPr>
          <p:nvPr>
            <p:ph type="sldNum" idx="32"/>
          </p:nvPr>
        </p:nvSpPr>
        <p:spPr>
          <a:xfrm>
            <a:off x="11178360" y="6405840"/>
            <a:ext cx="29088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1033" name="PlaceHolder 3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-27360" bIns="350640" anchor="t">
            <a:noAutofit/>
          </a:bodyPr>
          <a:p>
            <a:pPr>
              <a:lnSpc>
                <a:spcPts val="3600"/>
              </a:lnSpc>
              <a:buNone/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Factorial design results</a:t>
            </a:r>
            <a:endParaRPr b="0" lang="nl-NL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4" name="" descr=""/>
          <p:cNvPicPr/>
          <p:nvPr/>
        </p:nvPicPr>
        <p:blipFill>
          <a:blip r:embed="rId1"/>
          <a:stretch/>
        </p:blipFill>
        <p:spPr>
          <a:xfrm>
            <a:off x="1600200" y="1295280"/>
            <a:ext cx="8854920" cy="5294880"/>
          </a:xfrm>
          <a:prstGeom prst="rect">
            <a:avLst/>
          </a:prstGeom>
          <a:ln w="0">
            <a:noFill/>
          </a:ln>
        </p:spPr>
      </p:pic>
    </p:spTree>
  </p:cSld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PlaceHolder 1"/>
          <p:cNvSpPr>
            <a:spLocks noGrp="1"/>
          </p:cNvSpPr>
          <p:nvPr>
            <p:ph type="dt" idx="33"/>
          </p:nvPr>
        </p:nvSpPr>
        <p:spPr>
          <a:xfrm>
            <a:off x="10146600" y="6405840"/>
            <a:ext cx="76572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1036" name="PlaceHolder 2"/>
          <p:cNvSpPr>
            <a:spLocks noGrp="1"/>
          </p:cNvSpPr>
          <p:nvPr>
            <p:ph type="sldNum" idx="34"/>
          </p:nvPr>
        </p:nvSpPr>
        <p:spPr>
          <a:xfrm>
            <a:off x="11178360" y="6405840"/>
            <a:ext cx="29088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1037" name="PlaceHolder 3"/>
          <p:cNvSpPr>
            <a:spLocks noGrp="1"/>
          </p:cNvSpPr>
          <p:nvPr>
            <p:ph type="title"/>
          </p:nvPr>
        </p:nvSpPr>
        <p:spPr>
          <a:xfrm>
            <a:off x="449280" y="68580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-27360" bIns="350640" anchor="t">
            <a:noAutofit/>
          </a:bodyPr>
          <a:p>
            <a:pPr>
              <a:lnSpc>
                <a:spcPts val="3600"/>
              </a:lnSpc>
              <a:buNone/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Tip propeller thrust distribution  </a:t>
            </a:r>
            <a:endParaRPr b="0" lang="nl-NL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8" name="" descr=""/>
          <p:cNvPicPr/>
          <p:nvPr/>
        </p:nvPicPr>
        <p:blipFill>
          <a:blip r:embed="rId1"/>
          <a:stretch/>
        </p:blipFill>
        <p:spPr>
          <a:xfrm>
            <a:off x="5372280" y="1600200"/>
            <a:ext cx="6514920" cy="4047840"/>
          </a:xfrm>
          <a:prstGeom prst="rect">
            <a:avLst/>
          </a:prstGeom>
          <a:ln w="0">
            <a:noFill/>
          </a:ln>
        </p:spPr>
      </p:pic>
      <p:sp>
        <p:nvSpPr>
          <p:cNvPr id="1039" name="Tijdelijke aanduiding voor tekst 1"/>
          <p:cNvSpPr txBox="1"/>
          <p:nvPr/>
        </p:nvSpPr>
        <p:spPr>
          <a:xfrm>
            <a:off x="564120" y="1565280"/>
            <a:ext cx="480816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  <a:p>
            <a:pPr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Pulsating thrust generation (source of vibrations)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Propeller blade-rotor airframe interactions (limitation of the model, causes instabilities) 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  <a:p>
            <a:pPr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PlaceHolder 1"/>
          <p:cNvSpPr>
            <a:spLocks noGrp="1"/>
          </p:cNvSpPr>
          <p:nvPr>
            <p:ph type="dt" idx="35"/>
          </p:nvPr>
        </p:nvSpPr>
        <p:spPr>
          <a:xfrm>
            <a:off x="10146600" y="6405840"/>
            <a:ext cx="76572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1041" name="PlaceHolder 2"/>
          <p:cNvSpPr>
            <a:spLocks noGrp="1"/>
          </p:cNvSpPr>
          <p:nvPr>
            <p:ph type="sldNum" idx="36"/>
          </p:nvPr>
        </p:nvSpPr>
        <p:spPr>
          <a:xfrm>
            <a:off x="11178360" y="6405840"/>
            <a:ext cx="29088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1042" name="PlaceHolder 3"/>
          <p:cNvSpPr>
            <a:spLocks noGrp="1"/>
          </p:cNvSpPr>
          <p:nvPr>
            <p:ph type="title"/>
          </p:nvPr>
        </p:nvSpPr>
        <p:spPr>
          <a:xfrm>
            <a:off x="449280" y="68580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-27360" bIns="350640" anchor="t">
            <a:noAutofit/>
          </a:bodyPr>
          <a:p>
            <a:pPr>
              <a:lnSpc>
                <a:spcPts val="3600"/>
              </a:lnSpc>
              <a:buNone/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Tip propeller thrust distribution (2) </a:t>
            </a:r>
            <a:endParaRPr b="0" lang="nl-NL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3" name="" descr=""/>
          <p:cNvPicPr/>
          <p:nvPr/>
        </p:nvPicPr>
        <p:blipFill>
          <a:blip r:embed="rId1"/>
          <a:stretch/>
        </p:blipFill>
        <p:spPr>
          <a:xfrm>
            <a:off x="141120" y="1371600"/>
            <a:ext cx="11925000" cy="3762000"/>
          </a:xfrm>
          <a:prstGeom prst="rect">
            <a:avLst/>
          </a:prstGeom>
          <a:ln w="0">
            <a:noFill/>
          </a:ln>
        </p:spPr>
      </p:pic>
      <p:sp>
        <p:nvSpPr>
          <p:cNvPr id="1044" name=""/>
          <p:cNvSpPr txBox="1"/>
          <p:nvPr/>
        </p:nvSpPr>
        <p:spPr>
          <a:xfrm>
            <a:off x="457200" y="5257800"/>
            <a:ext cx="20574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0" lang="en-US" sz="1800" spc="-1" strike="noStrike">
                <a:latin typeface="Arial"/>
              </a:rPr>
              <a:t>Thrust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45" name=""/>
          <p:cNvSpPr txBox="1"/>
          <p:nvPr/>
        </p:nvSpPr>
        <p:spPr>
          <a:xfrm>
            <a:off x="4572000" y="5257800"/>
            <a:ext cx="20574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0" lang="en-US" sz="1800" spc="-1" strike="noStrike">
                <a:latin typeface="Arial"/>
              </a:rPr>
              <a:t>Angle of attack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46" name=""/>
          <p:cNvSpPr txBox="1"/>
          <p:nvPr/>
        </p:nvSpPr>
        <p:spPr>
          <a:xfrm>
            <a:off x="8915400" y="5257800"/>
            <a:ext cx="20574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0" lang="en-US" sz="1800" spc="-1" strike="noStrike">
                <a:latin typeface="Arial"/>
              </a:rPr>
              <a:t>Axial velocity</a:t>
            </a:r>
            <a:endParaRPr b="0" lang="en-US" sz="1800" spc="-1" strike="noStrike">
              <a:latin typeface="Arial"/>
            </a:endParaRPr>
          </a:p>
        </p:txBody>
      </p:sp>
    </p:spTree>
  </p:cSld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PlaceHolder 1"/>
          <p:cNvSpPr>
            <a:spLocks noGrp="1"/>
          </p:cNvSpPr>
          <p:nvPr>
            <p:ph type="dt" idx="37"/>
          </p:nvPr>
        </p:nvSpPr>
        <p:spPr>
          <a:xfrm>
            <a:off x="10146600" y="6405840"/>
            <a:ext cx="76572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1048" name="PlaceHolder 2"/>
          <p:cNvSpPr>
            <a:spLocks noGrp="1"/>
          </p:cNvSpPr>
          <p:nvPr>
            <p:ph type="sldNum" idx="38"/>
          </p:nvPr>
        </p:nvSpPr>
        <p:spPr>
          <a:xfrm>
            <a:off x="11178360" y="6405840"/>
            <a:ext cx="29088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1049" name="PlaceHolder 3"/>
          <p:cNvSpPr>
            <a:spLocks noGrp="1"/>
          </p:cNvSpPr>
          <p:nvPr>
            <p:ph type="title"/>
          </p:nvPr>
        </p:nvSpPr>
        <p:spPr>
          <a:xfrm>
            <a:off x="449280" y="68580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-27360" bIns="350640" anchor="t">
            <a:noAutofit/>
          </a:bodyPr>
          <a:p>
            <a:pPr>
              <a:lnSpc>
                <a:spcPts val="3600"/>
              </a:lnSpc>
              <a:buNone/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Tip propeller effect on the main balde</a:t>
            </a:r>
            <a:endParaRPr b="0" lang="nl-NL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0" name="" descr=""/>
          <p:cNvPicPr/>
          <p:nvPr/>
        </p:nvPicPr>
        <p:blipFill>
          <a:blip r:embed="rId1"/>
          <a:stretch/>
        </p:blipFill>
        <p:spPr>
          <a:xfrm>
            <a:off x="134640" y="1417680"/>
            <a:ext cx="12057120" cy="2915280"/>
          </a:xfrm>
          <a:prstGeom prst="rect">
            <a:avLst/>
          </a:prstGeom>
          <a:ln w="0">
            <a:noFill/>
          </a:ln>
        </p:spPr>
      </p:pic>
      <p:sp>
        <p:nvSpPr>
          <p:cNvPr id="1051" name=""/>
          <p:cNvSpPr txBox="1"/>
          <p:nvPr/>
        </p:nvSpPr>
        <p:spPr>
          <a:xfrm>
            <a:off x="795600" y="4504680"/>
            <a:ext cx="10936800" cy="85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The positive aerodynamic effects of tip-mounted propellers described by T. Sinnige et al. are also observed in the rotorcraft configuration. However, due to the significantly lower local flow acceleration, these effects remain minor.</a:t>
            </a:r>
            <a:endParaRPr b="0" lang="en-US" sz="1800" spc="-1" strike="noStrike">
              <a:latin typeface="Arial"/>
            </a:endParaRPr>
          </a:p>
        </p:txBody>
      </p:sp>
    </p:spTree>
  </p:cSld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PlaceHolder 1"/>
          <p:cNvSpPr>
            <a:spLocks noGrp="1"/>
          </p:cNvSpPr>
          <p:nvPr>
            <p:ph type="dt" idx="39"/>
          </p:nvPr>
        </p:nvSpPr>
        <p:spPr>
          <a:xfrm>
            <a:off x="10146600" y="6405840"/>
            <a:ext cx="76572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1053" name="PlaceHolder 2"/>
          <p:cNvSpPr>
            <a:spLocks noGrp="1"/>
          </p:cNvSpPr>
          <p:nvPr>
            <p:ph type="sldNum" idx="40"/>
          </p:nvPr>
        </p:nvSpPr>
        <p:spPr>
          <a:xfrm>
            <a:off x="11178360" y="6405840"/>
            <a:ext cx="29088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1054" name="PlaceHolder 3"/>
          <p:cNvSpPr>
            <a:spLocks noGrp="1"/>
          </p:cNvSpPr>
          <p:nvPr>
            <p:ph/>
          </p:nvPr>
        </p:nvSpPr>
        <p:spPr>
          <a:xfrm>
            <a:off x="719280" y="1371600"/>
            <a:ext cx="1075176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a6d6"/>
                </a:solidFill>
                <a:latin typeface="Arial"/>
                <a:ea typeface="Arial"/>
              </a:rPr>
              <a:t>Main Objective</a:t>
            </a: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  <a:p>
            <a:pPr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0"/>
              </a:tabLst>
            </a:pPr>
            <a:r>
              <a:rPr b="0" lang="nl-NL" sz="2000" spc="-1" strike="noStrike">
                <a:solidFill>
                  <a:srgbClr val="000000"/>
                </a:solidFill>
                <a:latin typeface="Arial"/>
                <a:ea typeface="Arial"/>
              </a:rPr>
              <a:t>Develop and validate a low-fidelity aerodynamic framework for analyzing tip-propelled spinning drones in hover, and use it to evaluate and improve their aerodynamic efficiency compared with conventional configurations.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a6d6"/>
                </a:solidFill>
                <a:latin typeface="Arial"/>
                <a:ea typeface="Arial"/>
              </a:rPr>
              <a:t>Research questions</a:t>
            </a: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  <a:p>
            <a:pPr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What modelling approach can effectively represent the coupled aerodynamic behaviour of the tip-propelled rotorcraft under low-Reynolds-number conditions within a modular low-fidelity framework?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0"/>
              </a:tabLst>
            </a:pPr>
            <a:r>
              <a:rPr b="0" lang="nl-NL" sz="2000" spc="-1" strike="noStrike">
                <a:solidFill>
                  <a:srgbClr val="000000"/>
                </a:solidFill>
                <a:latin typeface="Arial"/>
                <a:ea typeface="Arial"/>
              </a:rPr>
              <a:t>How does the developed low-fidelity model compare with higher-fidelity methods in terms of accuracy and computational efficiency?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How does the aerodynamic performance of the tip-propelled rotorcraft UAV compare to conventional platforms used for hovering?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What are the aerodynamic limitations of the tip-propelled rotorcraft UAV, and how can these insights inform design improvements to enhance efficiency?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5" name="PlaceHolder 4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-27360" bIns="350640" anchor="t">
            <a:noAutofit/>
          </a:bodyPr>
          <a:p>
            <a:pPr>
              <a:lnSpc>
                <a:spcPts val="3600"/>
              </a:lnSpc>
              <a:buNone/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Looking back at the RQs</a:t>
            </a:r>
            <a:endParaRPr b="0" lang="nl-NL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6" name="" descr=""/>
          <p:cNvPicPr/>
          <p:nvPr/>
        </p:nvPicPr>
        <p:blipFill>
          <a:blip r:embed="rId1"/>
          <a:stretch/>
        </p:blipFill>
        <p:spPr>
          <a:xfrm>
            <a:off x="11608200" y="3389400"/>
            <a:ext cx="507600" cy="496800"/>
          </a:xfrm>
          <a:prstGeom prst="rect">
            <a:avLst/>
          </a:prstGeom>
          <a:ln w="0">
            <a:noFill/>
          </a:ln>
        </p:spPr>
      </p:pic>
      <p:pic>
        <p:nvPicPr>
          <p:cNvPr id="1057" name="" descr=""/>
          <p:cNvPicPr/>
          <p:nvPr/>
        </p:nvPicPr>
        <p:blipFill>
          <a:blip r:embed="rId2"/>
          <a:stretch/>
        </p:blipFill>
        <p:spPr>
          <a:xfrm>
            <a:off x="11608200" y="4989600"/>
            <a:ext cx="507600" cy="496800"/>
          </a:xfrm>
          <a:prstGeom prst="rect">
            <a:avLst/>
          </a:prstGeom>
          <a:ln w="0">
            <a:noFill/>
          </a:ln>
        </p:spPr>
      </p:pic>
      <p:pic>
        <p:nvPicPr>
          <p:cNvPr id="1058" name="" descr=""/>
          <p:cNvPicPr/>
          <p:nvPr/>
        </p:nvPicPr>
        <p:blipFill>
          <a:blip r:embed="rId3"/>
          <a:stretch/>
        </p:blipFill>
        <p:spPr>
          <a:xfrm>
            <a:off x="11608200" y="5715000"/>
            <a:ext cx="507600" cy="496800"/>
          </a:xfrm>
          <a:prstGeom prst="rect">
            <a:avLst/>
          </a:prstGeom>
          <a:ln w="0">
            <a:noFill/>
          </a:ln>
        </p:spPr>
      </p:pic>
      <p:pic>
        <p:nvPicPr>
          <p:cNvPr id="1059" name="" descr=""/>
          <p:cNvPicPr/>
          <p:nvPr/>
        </p:nvPicPr>
        <p:blipFill>
          <a:blip r:embed="rId4"/>
          <a:stretch/>
        </p:blipFill>
        <p:spPr>
          <a:xfrm>
            <a:off x="11614680" y="4147200"/>
            <a:ext cx="488880" cy="477000"/>
          </a:xfrm>
          <a:prstGeom prst="rect">
            <a:avLst/>
          </a:prstGeom>
          <a:ln w="0">
            <a:noFill/>
          </a:ln>
        </p:spPr>
      </p:pic>
    </p:spTree>
  </p:cSld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PlaceHolder 1"/>
          <p:cNvSpPr>
            <a:spLocks noGrp="1"/>
          </p:cNvSpPr>
          <p:nvPr>
            <p:ph type="dt" idx="41"/>
          </p:nvPr>
        </p:nvSpPr>
        <p:spPr>
          <a:xfrm>
            <a:off x="10146600" y="6405840"/>
            <a:ext cx="76572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1061" name="PlaceHolder 2"/>
          <p:cNvSpPr>
            <a:spLocks noGrp="1"/>
          </p:cNvSpPr>
          <p:nvPr>
            <p:ph type="sldNum" idx="42"/>
          </p:nvPr>
        </p:nvSpPr>
        <p:spPr>
          <a:xfrm>
            <a:off x="11178360" y="6405840"/>
            <a:ext cx="29088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1062" name="PlaceHolder 3"/>
          <p:cNvSpPr>
            <a:spLocks noGrp="1"/>
          </p:cNvSpPr>
          <p:nvPr>
            <p:ph/>
          </p:nvPr>
        </p:nvSpPr>
        <p:spPr>
          <a:xfrm>
            <a:off x="719280" y="1371600"/>
            <a:ext cx="10751760" cy="167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a6d6"/>
                </a:solidFill>
                <a:latin typeface="Arial"/>
                <a:ea typeface="Arial"/>
              </a:rPr>
              <a:t>Model</a:t>
            </a: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  <a:p>
            <a:pPr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A low-fidelity aerodynamic model has been successfully developed and implemented. Sensitivity analysis identified optimal precision–computation cost trade-offs for the model’s free parameters.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The model demonstrates acceptable accuracy when compared with high-fidelity simulations.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3" name="PlaceHolder 4"/>
          <p:cNvSpPr>
            <a:spLocks noGrp="1"/>
          </p:cNvSpPr>
          <p:nvPr>
            <p:ph type="title"/>
          </p:nvPr>
        </p:nvSpPr>
        <p:spPr>
          <a:xfrm>
            <a:off x="718560" y="722520"/>
            <a:ext cx="1075212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-27360" bIns="350640" anchor="t">
            <a:noAutofit/>
          </a:bodyPr>
          <a:p>
            <a:pPr>
              <a:lnSpc>
                <a:spcPts val="3600"/>
              </a:lnSpc>
              <a:buNone/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Conclusions</a:t>
            </a:r>
            <a:endParaRPr b="0" lang="nl-NL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4" name="Tijdelijke aanduiding voor tekst 8"/>
          <p:cNvSpPr txBox="1"/>
          <p:nvPr/>
        </p:nvSpPr>
        <p:spPr>
          <a:xfrm>
            <a:off x="708120" y="3621960"/>
            <a:ext cx="10751760" cy="167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a6d6"/>
                </a:solidFill>
                <a:latin typeface="Arial"/>
                <a:ea typeface="Arial"/>
              </a:rPr>
              <a:t>Design and insights</a:t>
            </a:r>
            <a:endParaRPr b="0" lang="nl-NL" sz="2400" spc="-1" strike="noStrike">
              <a:solidFill>
                <a:srgbClr val="000000"/>
              </a:solidFill>
              <a:latin typeface="Arial"/>
            </a:endParaRPr>
          </a:p>
          <a:p>
            <a:pPr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The proposed design shows competitive hover performance – slightly inferior to a conventional helicopter, but significantly superior to a classical quadcopter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Design suffers due to uneven inflow distribution for the tip propellers that decreases their efficiency.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Positive aerodynamic side effects from tip-mounted propellers are minor and do not significantly influence overall performance. 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  <a:p>
            <a:pPr marL="361800" indent="-36180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00a6d6"/>
              </a:buClr>
              <a:buSzPct val="120000"/>
              <a:buFont typeface="Arial"/>
              <a:buChar char="•"/>
              <a:tabLst>
                <a:tab algn="l" pos="0"/>
              </a:tabLst>
            </a:pPr>
            <a:endParaRPr b="0" lang="nl-NL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a6d6"/>
      </a:accent1>
      <a:accent2>
        <a:srgbClr val="0c2340"/>
      </a:accent2>
      <a:accent3>
        <a:srgbClr val="ef60a3"/>
      </a:accent3>
      <a:accent4>
        <a:srgbClr val="ec6842"/>
      </a:accent4>
      <a:accent5>
        <a:srgbClr val="ffb81c"/>
      </a:accent5>
      <a:accent6>
        <a:srgbClr val="6cc24a"/>
      </a:accent6>
      <a:hlink>
        <a:srgbClr val="00a6d6"/>
      </a:hlink>
      <a:folHlink>
        <a:srgbClr val="00a6d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a6d6"/>
      </a:accent1>
      <a:accent2>
        <a:srgbClr val="0c2340"/>
      </a:accent2>
      <a:accent3>
        <a:srgbClr val="ef60a3"/>
      </a:accent3>
      <a:accent4>
        <a:srgbClr val="ec6842"/>
      </a:accent4>
      <a:accent5>
        <a:srgbClr val="ffb81c"/>
      </a:accent5>
      <a:accent6>
        <a:srgbClr val="6cc24a"/>
      </a:accent6>
      <a:hlink>
        <a:srgbClr val="00a6d6"/>
      </a:hlink>
      <a:folHlink>
        <a:srgbClr val="00a6d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a6d6"/>
      </a:accent1>
      <a:accent2>
        <a:srgbClr val="0c2340"/>
      </a:accent2>
      <a:accent3>
        <a:srgbClr val="ef60a3"/>
      </a:accent3>
      <a:accent4>
        <a:srgbClr val="ec6842"/>
      </a:accent4>
      <a:accent5>
        <a:srgbClr val="ffb81c"/>
      </a:accent5>
      <a:accent6>
        <a:srgbClr val="6cc24a"/>
      </a:accent6>
      <a:hlink>
        <a:srgbClr val="00a6d6"/>
      </a:hlink>
      <a:folHlink>
        <a:srgbClr val="00a6d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a6d6"/>
      </a:accent1>
      <a:accent2>
        <a:srgbClr val="0c2340"/>
      </a:accent2>
      <a:accent3>
        <a:srgbClr val="ef60a3"/>
      </a:accent3>
      <a:accent4>
        <a:srgbClr val="ec6842"/>
      </a:accent4>
      <a:accent5>
        <a:srgbClr val="ffb81c"/>
      </a:accent5>
      <a:accent6>
        <a:srgbClr val="6cc24a"/>
      </a:accent6>
      <a:hlink>
        <a:srgbClr val="00a6d6"/>
      </a:hlink>
      <a:folHlink>
        <a:srgbClr val="00a6d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a6d6"/>
      </a:accent1>
      <a:accent2>
        <a:srgbClr val="0c2340"/>
      </a:accent2>
      <a:accent3>
        <a:srgbClr val="ef60a3"/>
      </a:accent3>
      <a:accent4>
        <a:srgbClr val="ec6842"/>
      </a:accent4>
      <a:accent5>
        <a:srgbClr val="ffb81c"/>
      </a:accent5>
      <a:accent6>
        <a:srgbClr val="6cc24a"/>
      </a:accent6>
      <a:hlink>
        <a:srgbClr val="00a6d6"/>
      </a:hlink>
      <a:folHlink>
        <a:srgbClr val="00a6d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a6d6"/>
      </a:accent1>
      <a:accent2>
        <a:srgbClr val="0c2340"/>
      </a:accent2>
      <a:accent3>
        <a:srgbClr val="ef60a3"/>
      </a:accent3>
      <a:accent4>
        <a:srgbClr val="ec6842"/>
      </a:accent4>
      <a:accent5>
        <a:srgbClr val="ffb81c"/>
      </a:accent5>
      <a:accent6>
        <a:srgbClr val="6cc24a"/>
      </a:accent6>
      <a:hlink>
        <a:srgbClr val="00a6d6"/>
      </a:hlink>
      <a:folHlink>
        <a:srgbClr val="00a6d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a6d6"/>
      </a:accent1>
      <a:accent2>
        <a:srgbClr val="0c2340"/>
      </a:accent2>
      <a:accent3>
        <a:srgbClr val="ef60a3"/>
      </a:accent3>
      <a:accent4>
        <a:srgbClr val="ec6842"/>
      </a:accent4>
      <a:accent5>
        <a:srgbClr val="ffb81c"/>
      </a:accent5>
      <a:accent6>
        <a:srgbClr val="6cc24a"/>
      </a:accent6>
      <a:hlink>
        <a:srgbClr val="00a6d6"/>
      </a:hlink>
      <a:folHlink>
        <a:srgbClr val="00a6d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a6d6"/>
      </a:accent1>
      <a:accent2>
        <a:srgbClr val="0c2340"/>
      </a:accent2>
      <a:accent3>
        <a:srgbClr val="ef60a3"/>
      </a:accent3>
      <a:accent4>
        <a:srgbClr val="ec6842"/>
      </a:accent4>
      <a:accent5>
        <a:srgbClr val="ffb81c"/>
      </a:accent5>
      <a:accent6>
        <a:srgbClr val="6cc24a"/>
      </a:accent6>
      <a:hlink>
        <a:srgbClr val="00a6d6"/>
      </a:hlink>
      <a:folHlink>
        <a:srgbClr val="00a6d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 template - TU Delft huisstijl</Template>
  <TotalTime>14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2025-03-10T09:36:58Z</dcterms:created>
  <dc:creator>Ellie Boyd</dc:creator>
  <dc:description/>
  <dc:language>en-US</dc:language>
  <cp:lastModifiedBy/>
  <dcterms:modified xsi:type="dcterms:W3CDTF">2025-10-30T11:40:54Z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0x0101006F8CCD81E9B8EC4AA9F37098270FA7B2</vt:lpwstr>
  </property>
  <property fmtid="{D5CDD505-2E9C-101B-9397-08002B2CF9AE}" pid="3" name="MMClips">
    <vt:i4>2</vt:i4>
  </property>
  <property fmtid="{D5CDD505-2E9C-101B-9397-08002B2CF9AE}" pid="4" name="Notes">
    <vt:i4>17</vt:i4>
  </property>
  <property fmtid="{D5CDD505-2E9C-101B-9397-08002B2CF9AE}" pid="5" name="PresentationFormat">
    <vt:lpwstr>On-screen Show (4:3)</vt:lpwstr>
  </property>
  <property fmtid="{D5CDD505-2E9C-101B-9397-08002B2CF9AE}" pid="6" name="Slides">
    <vt:i4>17</vt:i4>
  </property>
</Properties>
</file>