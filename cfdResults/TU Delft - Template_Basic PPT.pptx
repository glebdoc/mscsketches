
<file path=[Content_Types].xml><?xml version="1.0" encoding="utf-8"?>
<Types xmlns="http://schemas.openxmlformats.org/package/2006/content-types">
  <Default Extension="wmf" ContentType="image/x-wmf"/>
  <Default Extension="png" ContentType="image/png"/>
  <Default Extension="jpg" ContentType="image/jpeg"/>
  <Default Extension="jpeg" ContentType="image/jpeg"/>
  <Default Extension="xml" ContentType="application/xml"/>
  <Default Extension="rels" ContentType="application/vnd.openxmlformats-package.relationships+xml"/>
  <Default Extension="bin" ContentType="application/vnd.openxmlformats-officedocument.oleObject"/>
  <Override PartName="/ppt/notesSlides/notesSlide17.xml" ContentType="application/vnd.openxmlformats-officedocument.presentationml.notesSlide+xml"/>
  <Override PartName="/ppt/notesSlides/notesSlide14.xml" ContentType="application/vnd.openxmlformats-officedocument.presentationml.notesSlide+xml"/>
  <Override PartName="/ppt/notesSlides/notesSlide13.xml" ContentType="application/vnd.openxmlformats-officedocument.presentationml.notesSlide+xml"/>
  <Override PartName="/ppt/notesSlides/notesSlide9.xml" ContentType="application/vnd.openxmlformats-officedocument.presentationml.notesSlide+xml"/>
  <Override PartName="/ppt/notesSlides/notesSlide8.xml" ContentType="application/vnd.openxmlformats-officedocument.presentationml.notesSlide+xml"/>
  <Override PartName="/ppt/notesSlides/notesSlide16.xml" ContentType="application/vnd.openxmlformats-officedocument.presentationml.notesSlide+xml"/>
  <Override PartName="/ppt/notesSlides/notesSlide7.xml" ContentType="application/vnd.openxmlformats-officedocument.presentationml.notesSlide+xml"/>
  <Override PartName="/ppt/notesSlides/notesSlide6.xml" ContentType="application/vnd.openxmlformats-officedocument.presentationml.notesSlide+xml"/>
  <Override PartName="/ppt/notesSlides/notesSlide5.xml" ContentType="application/vnd.openxmlformats-officedocument.presentationml.notesSlide+xml"/>
  <Override PartName="/ppt/notesSlides/notesSlide4.xml" ContentType="application/vnd.openxmlformats-officedocument.presentationml.notesSlide+xml"/>
  <Override PartName="/ppt/notesSlides/notesSlide3.xml" ContentType="application/vnd.openxmlformats-officedocument.presentationml.notesSlide+xml"/>
  <Override PartName="/ppt/notesSlides/notesSlide2.xml" ContentType="application/vnd.openxmlformats-officedocument.presentationml.notesSlide+xml"/>
  <Override PartName="/ppt/notesSlides/notesSlide10.xml" ContentType="application/vnd.openxmlformats-officedocument.presentationml.notesSlide+xml"/>
  <Override PartName="/ppt/notesSlides/notesSlide1.xml" ContentType="application/vnd.openxmlformats-officedocument.presentationml.notesSlide+xml"/>
  <Override PartName="/ppt/slides/slide17.xml" ContentType="application/vnd.openxmlformats-officedocument.presentationml.slide+xml"/>
  <Override PartName="/ppt/slides/slide13.xml" ContentType="application/vnd.openxmlformats-officedocument.presentationml.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0.xml" ContentType="application/vnd.openxmlformats-officedocument.presentationml.slide+xml"/>
  <Override PartName="/ppt/notesSlides/notesSlide15.xml" ContentType="application/vnd.openxmlformats-officedocument.presentationml.notesSlide+xml"/>
  <Override PartName="/ppt/slides/slide8.xml" ContentType="application/vnd.openxmlformats-officedocument.presentationml.slide+xml"/>
  <Override PartName="/ppt/slides/slide1.xml" ContentType="application/vnd.openxmlformats-officedocument.presentationml.slide+xml"/>
  <Override PartName="/ppt/notesSlides/notesSlide12.xml" ContentType="application/vnd.openxmlformats-officedocument.presentationml.notesSlide+xml"/>
  <Override PartName="/ppt/slideLayouts/slideLayout5.xml" ContentType="application/vnd.openxmlformats-officedocument.presentationml.slideLayout+xml"/>
  <Override PartName="/ppt/slideLayouts/slideLayout3.xml" ContentType="application/vnd.openxmlformats-officedocument.presentationml.slideLayout+xml"/>
  <Override PartName="/ppt/slides/slide9.xml" ContentType="application/vnd.openxmlformats-officedocument.presentationml.slide+xml"/>
  <Override PartName="/ppt/slideLayouts/slideLayout2.xml" ContentType="application/vnd.openxmlformats-officedocument.presentationml.slideLayout+xml"/>
  <Override PartName="/ppt/slides/slide5.xml" ContentType="application/vnd.openxmlformats-officedocument.presentationml.slide+xml"/>
  <Override PartName="/ppt/slides/slide14.xml" ContentType="application/vnd.openxmlformats-officedocument.presentationml.slide+xml"/>
  <Override PartName="/ppt/slideMasters/slideMaster1.xml" ContentType="application/vnd.openxmlformats-officedocument.presentationml.slideMaster+xml"/>
  <Override PartName="/ppt/theme/theme2.xml" ContentType="application/vnd.openxmlformats-officedocument.theme+xml"/>
  <Override PartName="/ppt/slides/slide15.xml" ContentType="application/vnd.openxmlformats-officedocument.presentationml.slide+xml"/>
  <Override PartName="/ppt/slides/slide3.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docProps/custom.xml" ContentType="application/vnd.openxmlformats-officedocument.custom-properties+xml"/>
  <Override PartName="/ppt/slides/slide6.xml" ContentType="application/vnd.openxmlformats-officedocument.presentationml.slide+xml"/>
  <Override PartName="/ppt/tableStyles.xml" ContentType="application/vnd.openxmlformats-officedocument.presentationml.tableStyles+xml"/>
  <Override PartName="/docProps/app.xml" ContentType="application/vnd.openxmlformats-officedocument.extended-properties+xml"/>
  <Override PartName="/docProps/core.xml" ContentType="application/vnd.openxmlformats-package.core-properties+xml"/>
  <Override PartName="/ppt/presentation.xml" ContentType="application/vnd.openxmlformats-officedocument.presentationml.presentation.main+xml"/>
  <Override PartName="/ppt/slides/slide4.xml" ContentType="application/vnd.openxmlformats-officedocument.presentationml.slide+xml"/>
  <Override PartName="/customXml/itemProps3.xml" ContentType="application/vnd.openxmlformats-officedocument.customXmlProperties+xml"/>
  <Override PartName="/ppt/slideLayouts/slideLayout4.xml" ContentType="application/vnd.openxmlformats-officedocument.presentationml.slideLayout+xml"/>
  <Override PartName="/ppt/theme/theme1.xml" ContentType="application/vnd.openxmlformats-officedocument.theme+xml"/>
  <Override PartName="/customXml/itemProps2.xml" ContentType="application/vnd.openxmlformats-officedocument.customXmlProperties+xml"/>
  <Override PartName="/ppt/slides/slide16.xml" ContentType="application/vnd.openxmlformats-officedocument.presentationml.slide+xml"/>
  <Override PartName="/ppt/slideLayouts/slideLayout1.xml" ContentType="application/vnd.openxmlformats-officedocument.presentationml.slideLayout+xml"/>
  <Override PartName="/ppt/slides/slide2.xml" ContentType="application/vnd.openxmlformats-officedocument.presentationml.slide+xml"/>
  <Override PartName="/ppt/viewProps.xml" ContentType="application/vnd.openxmlformats-officedocument.presentationml.viewProps+xml"/>
  <Override PartName="/ppt/presProps.xml" ContentType="application/vnd.openxmlformats-officedocument.presentationml.presProps+xml"/>
  <Override PartName="/ppt/slideLayouts/slideLayout6.xml" ContentType="application/vnd.openxmlformats-officedocument.presentationml.slideLayout+xml"/>
  <Override PartName="/customXml/itemProps1.xml" ContentType="application/vnd.openxmlformats-officedocument.customXmlProperties+xml"/>
  <Override PartName="/ppt/slides/slide7.xml" ContentType="application/vnd.openxmlformats-officedocument.presentationml.slide+xml"/>
</Types>
</file>

<file path=_rels/.rels><?xml version="1.0" encoding="UTF-8" standalone="yes"?><Relationships xmlns="http://schemas.openxmlformats.org/package/2006/relationships"><Relationship Id="rId3" Type="http://schemas.openxmlformats.org/package/2006/relationships/metadata/core-properties" Target="docProps/core.xml"/><Relationship Id="rId1" Type="http://schemas.openxmlformats.org/officeDocument/2006/relationships/officeDocument" Target="ppt/presentation.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aveSubsetFonts="1">
  <p:sldMasterIdLst>
    <p:sldMasterId id="2147483648" r:id="rId1"/>
  </p:sldMasterIdLst>
  <p:notesMasterIdLst>
    <p:notesMasterId r:id="rId21"/>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Lst>
  <p:sldSz cx="12192000" cy="6858000"/>
  <p:notesSz cx="6858000" cy="9144000"/>
  <p:defaultTextStyle>
    <a:defPPr>
      <a:defRPr lang="nl-NL"/>
    </a:defPPr>
    <a:lvl1pPr marL="0" algn="l" defTabSz="914400">
      <a:defRPr sz="1800">
        <a:solidFill>
          <a:schemeClr val="tx1"/>
        </a:solidFill>
        <a:latin typeface="+mn-lt"/>
        <a:ea typeface="+mn-ea"/>
        <a:cs typeface="+mn-cs"/>
      </a:defRPr>
    </a:lvl1pPr>
    <a:lvl2pPr marL="457200" algn="l" defTabSz="914400">
      <a:defRPr sz="1800">
        <a:solidFill>
          <a:schemeClr val="tx1"/>
        </a:solidFill>
        <a:latin typeface="+mn-lt"/>
        <a:ea typeface="+mn-ea"/>
        <a:cs typeface="+mn-cs"/>
      </a:defRPr>
    </a:lvl2pPr>
    <a:lvl3pPr marL="914400" algn="l" defTabSz="914400">
      <a:defRPr sz="1800">
        <a:solidFill>
          <a:schemeClr val="tx1"/>
        </a:solidFill>
        <a:latin typeface="+mn-lt"/>
        <a:ea typeface="+mn-ea"/>
        <a:cs typeface="+mn-cs"/>
      </a:defRPr>
    </a:lvl3pPr>
    <a:lvl4pPr marL="1371600" algn="l" defTabSz="914400">
      <a:defRPr sz="1800">
        <a:solidFill>
          <a:schemeClr val="tx1"/>
        </a:solidFill>
        <a:latin typeface="+mn-lt"/>
        <a:ea typeface="+mn-ea"/>
        <a:cs typeface="+mn-cs"/>
      </a:defRPr>
    </a:lvl4pPr>
    <a:lvl5pPr marL="1828800" algn="l" defTabSz="914400">
      <a:defRPr sz="1800">
        <a:solidFill>
          <a:schemeClr val="tx1"/>
        </a:solidFill>
        <a:latin typeface="+mn-lt"/>
        <a:ea typeface="+mn-ea"/>
        <a:cs typeface="+mn-cs"/>
      </a:defRPr>
    </a:lvl5pPr>
    <a:lvl6pPr marL="2286000" algn="l" defTabSz="914400">
      <a:defRPr sz="1800">
        <a:solidFill>
          <a:schemeClr val="tx1"/>
        </a:solidFill>
        <a:latin typeface="+mn-lt"/>
        <a:ea typeface="+mn-ea"/>
        <a:cs typeface="+mn-cs"/>
      </a:defRPr>
    </a:lvl6pPr>
    <a:lvl7pPr marL="2743200" algn="l" defTabSz="914400">
      <a:defRPr sz="1800">
        <a:solidFill>
          <a:schemeClr val="tx1"/>
        </a:solidFill>
        <a:latin typeface="+mn-lt"/>
        <a:ea typeface="+mn-ea"/>
        <a:cs typeface="+mn-cs"/>
      </a:defRPr>
    </a:lvl7pPr>
    <a:lvl8pPr marL="3200400" algn="l" defTabSz="914400">
      <a:defRPr sz="1800">
        <a:solidFill>
          <a:schemeClr val="tx1"/>
        </a:solidFill>
        <a:latin typeface="+mn-lt"/>
        <a:ea typeface="+mn-ea"/>
        <a:cs typeface="+mn-cs"/>
      </a:defRPr>
    </a:lvl8pPr>
    <a:lvl9pPr marL="3657600" algn="l" defTabSz="914400">
      <a:defRPr sz="18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a:solidFill>
                <a:schemeClr val="lt1"/>
              </a:solidFill>
            </a:ln>
          </a:left>
          <a:right>
            <a:ln w="12700">
              <a:solidFill>
                <a:schemeClr val="lt1"/>
              </a:solidFill>
            </a:ln>
          </a:right>
          <a:top>
            <a:ln w="12700">
              <a:solidFill>
                <a:schemeClr val="lt1"/>
              </a:solidFill>
            </a:ln>
          </a:top>
          <a:bottom>
            <a:ln w="12700">
              <a:solidFill>
                <a:schemeClr val="lt1"/>
              </a:solidFill>
            </a:ln>
          </a:bottom>
          <a:insideH>
            <a:ln w="12700">
              <a:solidFill>
                <a:schemeClr val="lt1"/>
              </a:solidFill>
            </a:ln>
          </a:insideH>
          <a:insideV>
            <a:ln w="12700">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a:solidFill>
                <a:schemeClr val="lt1"/>
              </a:solidFill>
            </a:ln>
          </a:top>
        </a:tcBdr>
        <a:fill>
          <a:solidFill>
            <a:schemeClr val="accent1"/>
          </a:solidFill>
        </a:fill>
      </a:tcStyle>
    </a:lastRow>
    <a:seCell>
      <a:tcStyle>
        <a:tcBdr/>
      </a:tcStyle>
    </a:seCell>
    <a:swCell>
      <a:tcStyle>
        <a:tcBdr/>
      </a:tcStyle>
    </a:swCell>
    <a:firstRow>
      <a:tcTxStyle b="on">
        <a:fontRef idx="minor">
          <a:prstClr val="black"/>
        </a:fontRef>
        <a:schemeClr val="lt1"/>
      </a:tcTxStyle>
      <a:tcStyle>
        <a:tcBdr>
          <a:bottom>
            <a:ln w="38100">
              <a:solidFill>
                <a:schemeClr val="lt1"/>
              </a:solidFill>
            </a:ln>
          </a:bottom>
        </a:tcBdr>
        <a:fill>
          <a:solidFill>
            <a:schemeClr val="accent1"/>
          </a:solidFill>
        </a:fill>
      </a:tcStyle>
    </a:firstRow>
    <a:neCell>
      <a:tcStyle>
        <a:tcBdr/>
      </a:tcStyle>
    </a:neCell>
    <a:nwCell>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varScale="1">
        <p:scale>
          <a:sx n="105" d="100"/>
          <a:sy n="105" d="100"/>
        </p:scale>
        <p:origin x="834" y="510"/>
      </p:cViewPr>
      <p:guideLst>
        <p:guide pos="3840"/>
        <p:guide pos="2160" orient="horz"/>
        <p:guide pos="3940"/>
      </p:guideLst>
    </p:cSldViewPr>
  </p:slideViewPr>
  <p:gridSpacing cx="72008" cy="72008"/>
</p:viewPr>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theme" Target="theme/theme2.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notesMaster" Target="notesMasters/notesMaster1.xml"/><Relationship Id="rId22" Type="http://schemas.openxmlformats.org/officeDocument/2006/relationships/presProps" Target="presProps.xml" /><Relationship Id="rId23" Type="http://schemas.openxmlformats.org/officeDocument/2006/relationships/tableStyles" Target="tableStyles.xml" /><Relationship Id="rId24" Type="http://schemas.openxmlformats.org/officeDocument/2006/relationships/viewProps" Target="viewProps.xml" /></Relationships>
</file>

<file path=ppt/notesMasters/_rels/notesMaster1.xml.rels><?xml version="1.0" encoding="UTF-8" standalone="yes"?><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name="">
    <p:bg>
      <p:bgRef idx="1001">
        <a:schemeClr val="bg1"/>
      </p:bgRef>
    </p:bg>
    <p:spTree>
      <p:nvGrpSpPr>
        <p:cNvPr id="1" name=""/>
        <p:cNvGrpSpPr/>
        <p:nvPr/>
      </p:nvGrpSpPr>
      <p:grpSpPr bwMode="auto">
        <a:xfrm>
          <a:off x="0" y="0"/>
          <a:ext cx="0" cy="0"/>
          <a:chOff x="0" y="0"/>
          <a:chExt cx="0" cy="0"/>
        </a:xfrm>
      </p:grpSpPr>
      <p:sp>
        <p:nvSpPr>
          <p:cNvPr id="1616320558" name="Header Placeholder 1"/>
          <p:cNvSpPr>
            <a:spLocks noGrp="1"/>
          </p:cNvSpPr>
          <p:nvPr>
            <p:ph type="hdr" sz="quarter"/>
          </p:nvPr>
        </p:nvSpPr>
        <p:spPr bwMode="auto">
          <a:xfrm>
            <a:off x="0" y="0"/>
            <a:ext cx="2971800" cy="458788"/>
          </a:xfrm>
          <a:prstGeom prst="rect">
            <a:avLst/>
          </a:prstGeom>
        </p:spPr>
        <p:txBody>
          <a:bodyPr vert="horz" lIns="91440" tIns="45720" rIns="91440" bIns="45720" rtlCol="0"/>
          <a:lstStyle>
            <a:lvl1pPr algn="l">
              <a:defRPr sz="1200"/>
            </a:lvl1pPr>
          </a:lstStyle>
          <a:p>
            <a:pPr>
              <a:defRPr/>
            </a:pPr>
            <a:endParaRPr lang="nl-NL"/>
          </a:p>
        </p:txBody>
      </p:sp>
      <p:sp>
        <p:nvSpPr>
          <p:cNvPr id="1449150098" name="Date Placeholder 2"/>
          <p:cNvSpPr>
            <a:spLocks noGrp="1"/>
          </p:cNvSpPr>
          <p:nvPr>
            <p:ph type="dt" idx="1"/>
          </p:nvPr>
        </p:nvSpPr>
        <p:spPr bwMode="auto">
          <a:xfrm>
            <a:off x="3884613" y="0"/>
            <a:ext cx="2971800" cy="458788"/>
          </a:xfrm>
          <a:prstGeom prst="rect">
            <a:avLst/>
          </a:prstGeom>
        </p:spPr>
        <p:txBody>
          <a:bodyPr vert="horz" lIns="91440" tIns="45720" rIns="91440" bIns="45720" rtlCol="0"/>
          <a:lstStyle>
            <a:lvl1pPr algn="r">
              <a:defRPr sz="1200"/>
            </a:lvl1pPr>
          </a:lstStyle>
          <a:p>
            <a:pPr>
              <a:defRPr/>
            </a:pPr>
            <a:fld id="{4B0057EB-7613-40BF-BC38-C4404E475540}" type="datetimeFigureOut">
              <a:rPr lang="nl-NL"/>
              <a:t>10-3-2025</a:t>
            </a:fld>
            <a:endParaRPr lang="nl-NL"/>
          </a:p>
        </p:txBody>
      </p:sp>
      <p:sp>
        <p:nvSpPr>
          <p:cNvPr id="1522799133" name="Slide Image Placeholder 3"/>
          <p:cNvSpPr>
            <a:spLocks noChangeAspect="1" noGrp="1" noRot="1"/>
          </p:cNvSpPr>
          <p:nvPr>
            <p:ph type="sldImg" idx="2"/>
          </p:nvPr>
        </p:nvSpPr>
        <p:spPr bwMode="auto">
          <a:xfrm>
            <a:off x="685800" y="1143000"/>
            <a:ext cx="5486400" cy="3086100"/>
          </a:xfrm>
          <a:prstGeom prst="rect">
            <a:avLst/>
          </a:prstGeom>
          <a:noFill/>
          <a:ln w="12700">
            <a:solidFill>
              <a:prstClr val="black"/>
            </a:solidFill>
          </a:ln>
        </p:spPr>
        <p:txBody>
          <a:bodyPr vert="horz" lIns="91440" tIns="45720" rIns="91440" bIns="45720" rtlCol="0" anchor="ctr"/>
          <a:lstStyle/>
          <a:p>
            <a:pPr>
              <a:defRPr/>
            </a:pPr>
            <a:endParaRPr lang="nl-NL"/>
          </a:p>
        </p:txBody>
      </p:sp>
      <p:sp>
        <p:nvSpPr>
          <p:cNvPr id="203056848" name="Notes Placeholder 4"/>
          <p:cNvSpPr>
            <a:spLocks noGrp="1"/>
          </p:cNvSpPr>
          <p:nvPr>
            <p:ph type="body" sz="quarter" idx="3"/>
          </p:nvPr>
        </p:nvSpPr>
        <p:spPr bwMode="auto">
          <a:xfrm>
            <a:off x="685800" y="4400550"/>
            <a:ext cx="5486400" cy="3600450"/>
          </a:xfrm>
          <a:prstGeom prst="rect">
            <a:avLst/>
          </a:prstGeom>
        </p:spPr>
        <p:txBody>
          <a:bodyPr vert="horz" lIns="91440" tIns="45720" rIns="91440" bIns="45720" rtlCol="0"/>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nl-NL"/>
          </a:p>
        </p:txBody>
      </p:sp>
      <p:sp>
        <p:nvSpPr>
          <p:cNvPr id="1962108986" name="Footer Placeholder 5"/>
          <p:cNvSpPr>
            <a:spLocks noGrp="1"/>
          </p:cNvSpPr>
          <p:nvPr>
            <p:ph type="ftr" sz="quarter" idx="4"/>
          </p:nvPr>
        </p:nvSpPr>
        <p:spPr bwMode="auto">
          <a:xfrm>
            <a:off x="0" y="8685213"/>
            <a:ext cx="2971800" cy="458787"/>
          </a:xfrm>
          <a:prstGeom prst="rect">
            <a:avLst/>
          </a:prstGeom>
        </p:spPr>
        <p:txBody>
          <a:bodyPr vert="horz" lIns="91440" tIns="45720" rIns="91440" bIns="45720" rtlCol="0" anchor="b"/>
          <a:lstStyle>
            <a:lvl1pPr algn="l">
              <a:defRPr sz="1200"/>
            </a:lvl1pPr>
          </a:lstStyle>
          <a:p>
            <a:pPr>
              <a:defRPr/>
            </a:pPr>
            <a:endParaRPr lang="nl-NL"/>
          </a:p>
        </p:txBody>
      </p:sp>
      <p:sp>
        <p:nvSpPr>
          <p:cNvPr id="1773490608" name="Slide Number Placeholder 6"/>
          <p:cNvSpPr>
            <a:spLocks noGrp="1"/>
          </p:cNvSpPr>
          <p:nvPr>
            <p:ph type="sldNum" sz="quarter" idx="5"/>
          </p:nvPr>
        </p:nvSpPr>
        <p:spPr bwMode="auto">
          <a:xfrm>
            <a:off x="3884613" y="8685213"/>
            <a:ext cx="2971800" cy="458787"/>
          </a:xfrm>
          <a:prstGeom prst="rect">
            <a:avLst/>
          </a:prstGeom>
        </p:spPr>
        <p:txBody>
          <a:bodyPr vert="horz" lIns="91440" tIns="45720" rIns="91440" bIns="45720" rtlCol="0" anchor="b"/>
          <a:lstStyle>
            <a:lvl1pPr algn="r">
              <a:defRPr sz="1200"/>
            </a:lvl1pPr>
          </a:lstStyle>
          <a:p>
            <a:pPr>
              <a:defRPr/>
            </a:pPr>
            <a:fld id="{8F6EDA97-E338-45F8-A5E7-1CDD5AF6A9A8}" type="slidenum">
              <a:rPr lang="nl-NL"/>
              <a:t>‹#›</a:t>
            </a:fld>
            <a:endParaRPr lang="nl-NL"/>
          </a:p>
        </p:txBody>
      </p:sp>
    </p:spTree>
  </p:cSld>
  <p:clrMap bg1="lt1" tx1="dk1" bg2="lt2" tx2="dk2" accent1="accent1" accent2="accent2" accent3="accent3" accent4="accent4" accent5="accent5" accent6="accent6" hlink="hlink" folHlink="folHlink"/>
  <p:notesStyle>
    <a:lvl1pPr marL="0" algn="l" defTabSz="914400">
      <a:defRPr sz="1200">
        <a:solidFill>
          <a:schemeClr val="tx1"/>
        </a:solidFill>
        <a:latin typeface="+mn-lt"/>
        <a:ea typeface="+mn-ea"/>
        <a:cs typeface="+mn-cs"/>
      </a:defRPr>
    </a:lvl1pPr>
    <a:lvl2pPr marL="457200" algn="l" defTabSz="914400">
      <a:defRPr sz="1200">
        <a:solidFill>
          <a:schemeClr val="tx1"/>
        </a:solidFill>
        <a:latin typeface="+mn-lt"/>
        <a:ea typeface="+mn-ea"/>
        <a:cs typeface="+mn-cs"/>
      </a:defRPr>
    </a:lvl2pPr>
    <a:lvl3pPr marL="914400" algn="l" defTabSz="914400">
      <a:defRPr sz="1200">
        <a:solidFill>
          <a:schemeClr val="tx1"/>
        </a:solidFill>
        <a:latin typeface="+mn-lt"/>
        <a:ea typeface="+mn-ea"/>
        <a:cs typeface="+mn-cs"/>
      </a:defRPr>
    </a:lvl3pPr>
    <a:lvl4pPr marL="1371600" algn="l" defTabSz="914400">
      <a:defRPr sz="1200">
        <a:solidFill>
          <a:schemeClr val="tx1"/>
        </a:solidFill>
        <a:latin typeface="+mn-lt"/>
        <a:ea typeface="+mn-ea"/>
        <a:cs typeface="+mn-cs"/>
      </a:defRPr>
    </a:lvl4pPr>
    <a:lvl5pPr marL="1828800" algn="l" defTabSz="914400">
      <a:defRPr sz="1200">
        <a:solidFill>
          <a:schemeClr val="tx1"/>
        </a:solidFill>
        <a:latin typeface="+mn-lt"/>
        <a:ea typeface="+mn-ea"/>
        <a:cs typeface="+mn-cs"/>
      </a:defRPr>
    </a:lvl5pPr>
    <a:lvl6pPr marL="2286000" algn="l" defTabSz="914400">
      <a:defRPr sz="1200">
        <a:solidFill>
          <a:schemeClr val="tx1"/>
        </a:solidFill>
        <a:latin typeface="+mn-lt"/>
        <a:ea typeface="+mn-ea"/>
        <a:cs typeface="+mn-cs"/>
      </a:defRPr>
    </a:lvl6pPr>
    <a:lvl7pPr marL="2743200" algn="l" defTabSz="914400">
      <a:defRPr sz="1200">
        <a:solidFill>
          <a:schemeClr val="tx1"/>
        </a:solidFill>
        <a:latin typeface="+mn-lt"/>
        <a:ea typeface="+mn-ea"/>
        <a:cs typeface="+mn-cs"/>
      </a:defRPr>
    </a:lvl7pPr>
    <a:lvl8pPr marL="3200400" algn="l" defTabSz="914400">
      <a:defRPr sz="1200">
        <a:solidFill>
          <a:schemeClr val="tx1"/>
        </a:solidFill>
        <a:latin typeface="+mn-lt"/>
        <a:ea typeface="+mn-ea"/>
        <a:cs typeface="+mn-cs"/>
      </a:defRPr>
    </a:lvl8pPr>
    <a:lvl9pPr marL="3657600" algn="l" defTabSz="914400">
      <a:defRPr sz="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274243467" name="Tijdelijke aanduiding voor dia-afbeelding 1"/>
          <p:cNvSpPr>
            <a:spLocks noChangeAspect="1" noGrp="1" noRot="1"/>
          </p:cNvSpPr>
          <p:nvPr>
            <p:ph type="sldImg"/>
          </p:nvPr>
        </p:nvSpPr>
        <p:spPr bwMode="auto"/>
      </p:sp>
      <p:sp>
        <p:nvSpPr>
          <p:cNvPr id="2005149787" name="Tijdelijke aanduiding voor notities 2"/>
          <p:cNvSpPr>
            <a:spLocks noGrp="1"/>
          </p:cNvSpPr>
          <p:nvPr>
            <p:ph type="body" idx="1"/>
          </p:nvPr>
        </p:nvSpPr>
        <p:spPr bwMode="auto"/>
        <p:txBody>
          <a:bodyPr/>
          <a:lstStyle/>
          <a:p>
            <a:pPr>
              <a:defRPr/>
            </a:pPr>
            <a:endParaRPr lang="en-GB"/>
          </a:p>
        </p:txBody>
      </p:sp>
      <p:sp>
        <p:nvSpPr>
          <p:cNvPr id="2135292953" name="Tijdelijke aanduiding voor dianummer 3"/>
          <p:cNvSpPr>
            <a:spLocks noGrp="1"/>
          </p:cNvSpPr>
          <p:nvPr>
            <p:ph type="sldNum" sz="quarter" idx="5"/>
          </p:nvPr>
        </p:nvSpPr>
        <p:spPr bwMode="auto"/>
        <p:txBody>
          <a:bodyPr/>
          <a:lstStyle/>
          <a:p>
            <a:pPr>
              <a:defRPr/>
            </a:pPr>
            <a:fld id="{48C176B4-2F3E-4542-A88B-B482618D0CAA}" type="slidenum">
              <a:rPr lang="nl-NL"/>
              <a:t>1</a:t>
            </a:fld>
            <a:endParaRPr lang="nl-NL"/>
          </a:p>
        </p:txBody>
      </p:sp>
    </p:spTree>
  </p:cSld>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ADEAED50-AB95-230B-6D24-C9F889311482}" type="slidenum">
              <a:rPr/>
              <a:t/>
            </a:fld>
            <a:endParaRPr/>
          </a:p>
        </p:txBody>
      </p:sp>
    </p:spTree>
  </p:cSld>
</p:notes>
</file>

<file path=ppt/notesSlides/notesSlide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66764901" name="Slide Image Placeholder 1"/>
          <p:cNvSpPr>
            <a:spLocks noChangeAspect="1" noGrp="1" noRot="1"/>
          </p:cNvSpPr>
          <p:nvPr>
            <p:ph type="sldImg"/>
          </p:nvPr>
        </p:nvSpPr>
        <p:spPr bwMode="auto"/>
      </p:sp>
      <p:sp>
        <p:nvSpPr>
          <p:cNvPr id="691122710" name="Notes Placeholder 2"/>
          <p:cNvSpPr>
            <a:spLocks noGrp="1"/>
          </p:cNvSpPr>
          <p:nvPr>
            <p:ph type="body" idx="1"/>
          </p:nvPr>
        </p:nvSpPr>
        <p:spPr bwMode="auto"/>
        <p:txBody>
          <a:bodyPr/>
          <a:lstStyle/>
          <a:p>
            <a:pPr>
              <a:defRPr/>
            </a:pPr>
            <a:endParaRPr/>
          </a:p>
        </p:txBody>
      </p:sp>
      <p:sp>
        <p:nvSpPr>
          <p:cNvPr id="1443680107" name="Slide Number Placeholder 3"/>
          <p:cNvSpPr>
            <a:spLocks noGrp="1"/>
          </p:cNvSpPr>
          <p:nvPr>
            <p:ph type="sldNum" sz="quarter" idx="10"/>
          </p:nvPr>
        </p:nvSpPr>
        <p:spPr bwMode="auto"/>
        <p:txBody>
          <a:bodyPr/>
          <a:lstStyle/>
          <a:p>
            <a:pPr>
              <a:defRPr/>
            </a:pPr>
            <a:fld id="{8AF701E3-77FD-6EEC-7620-2E0E1702C80A}" type="slidenum">
              <a:rPr/>
              <a:t/>
            </a:fld>
            <a:endParaRPr/>
          </a:p>
        </p:txBody>
      </p:sp>
    </p:spTree>
  </p:cSld>
</p:notes>
</file>

<file path=ppt/notesSlides/notesSlide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58BBCB68-F18F-54BA-D6A3-F7A36AB86C21}" type="slidenum">
              <a:rPr/>
              <a:t/>
            </a:fld>
            <a:endParaRPr/>
          </a:p>
        </p:txBody>
      </p:sp>
    </p:spTree>
  </p:cSld>
</p:notes>
</file>

<file path=ppt/notesSlides/notesSlide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055935372" name="Slide Image Placeholder 1"/>
          <p:cNvSpPr>
            <a:spLocks noChangeAspect="1" noGrp="1" noRot="1"/>
          </p:cNvSpPr>
          <p:nvPr>
            <p:ph type="sldImg"/>
          </p:nvPr>
        </p:nvSpPr>
        <p:spPr bwMode="auto"/>
      </p:sp>
      <p:sp>
        <p:nvSpPr>
          <p:cNvPr id="1446149164" name="Notes Placeholder 2"/>
          <p:cNvSpPr>
            <a:spLocks noGrp="1"/>
          </p:cNvSpPr>
          <p:nvPr>
            <p:ph type="body" idx="1"/>
          </p:nvPr>
        </p:nvSpPr>
        <p:spPr bwMode="auto"/>
        <p:txBody>
          <a:bodyPr/>
          <a:lstStyle/>
          <a:p>
            <a:pPr>
              <a:defRPr/>
            </a:pPr>
            <a:endParaRPr/>
          </a:p>
        </p:txBody>
      </p:sp>
      <p:sp>
        <p:nvSpPr>
          <p:cNvPr id="1412426738" name="Slide Number Placeholder 3"/>
          <p:cNvSpPr>
            <a:spLocks noGrp="1"/>
          </p:cNvSpPr>
          <p:nvPr>
            <p:ph type="sldNum" sz="quarter" idx="10"/>
          </p:nvPr>
        </p:nvSpPr>
        <p:spPr bwMode="auto"/>
        <p:txBody>
          <a:bodyPr/>
          <a:lstStyle/>
          <a:p>
            <a:pPr>
              <a:defRPr/>
            </a:pPr>
            <a:fld id="{1E4E225B-5442-D73A-04D5-4E3CAB4A8469}" type="slidenum">
              <a:rPr/>
              <a:t/>
            </a:fld>
            <a:endParaRPr/>
          </a:p>
        </p:txBody>
      </p:sp>
    </p:spTree>
  </p:cSld>
</p:notes>
</file>

<file path=ppt/notesSlides/notesSlide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716269070" name="Slide Image Placeholder 1"/>
          <p:cNvSpPr>
            <a:spLocks noChangeAspect="1" noGrp="1" noRot="1"/>
          </p:cNvSpPr>
          <p:nvPr>
            <p:ph type="sldImg"/>
          </p:nvPr>
        </p:nvSpPr>
        <p:spPr bwMode="auto"/>
      </p:sp>
      <p:sp>
        <p:nvSpPr>
          <p:cNvPr id="1283871332" name="Notes Placeholder 2"/>
          <p:cNvSpPr>
            <a:spLocks noGrp="1"/>
          </p:cNvSpPr>
          <p:nvPr>
            <p:ph type="body" idx="1"/>
          </p:nvPr>
        </p:nvSpPr>
        <p:spPr bwMode="auto"/>
        <p:txBody>
          <a:bodyPr/>
          <a:lstStyle/>
          <a:p>
            <a:pPr>
              <a:defRPr/>
            </a:pPr>
            <a:endParaRPr/>
          </a:p>
        </p:txBody>
      </p:sp>
      <p:sp>
        <p:nvSpPr>
          <p:cNvPr id="1329492471" name="Slide Number Placeholder 3"/>
          <p:cNvSpPr>
            <a:spLocks noGrp="1"/>
          </p:cNvSpPr>
          <p:nvPr>
            <p:ph type="sldNum" sz="quarter" idx="10"/>
          </p:nvPr>
        </p:nvSpPr>
        <p:spPr bwMode="auto"/>
        <p:txBody>
          <a:bodyPr/>
          <a:lstStyle/>
          <a:p>
            <a:pPr>
              <a:defRPr/>
            </a:pPr>
            <a:fld id="{CFE19EBE-F99A-87B6-E4E7-8BE72CC87012}" type="slidenum">
              <a:rPr/>
              <a:t/>
            </a:fld>
            <a:endParaRPr/>
          </a:p>
        </p:txBody>
      </p:sp>
    </p:spTree>
  </p:cSld>
</p:notes>
</file>

<file path=ppt/notesSlides/notesSlide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334557133" name="Slide Image Placeholder 1"/>
          <p:cNvSpPr>
            <a:spLocks noChangeAspect="1" noGrp="1" noRot="1"/>
          </p:cNvSpPr>
          <p:nvPr>
            <p:ph type="sldImg"/>
          </p:nvPr>
        </p:nvSpPr>
        <p:spPr bwMode="auto"/>
      </p:sp>
      <p:sp>
        <p:nvSpPr>
          <p:cNvPr id="1797501492" name="Notes Placeholder 2"/>
          <p:cNvSpPr>
            <a:spLocks noGrp="1"/>
          </p:cNvSpPr>
          <p:nvPr>
            <p:ph type="body" idx="1"/>
          </p:nvPr>
        </p:nvSpPr>
        <p:spPr bwMode="auto"/>
        <p:txBody>
          <a:bodyPr/>
          <a:lstStyle/>
          <a:p>
            <a:pPr>
              <a:defRPr/>
            </a:pPr>
            <a:endParaRPr/>
          </a:p>
        </p:txBody>
      </p:sp>
      <p:sp>
        <p:nvSpPr>
          <p:cNvPr id="1801941227" name="Slide Number Placeholder 3"/>
          <p:cNvSpPr>
            <a:spLocks noGrp="1"/>
          </p:cNvSpPr>
          <p:nvPr>
            <p:ph type="sldNum" sz="quarter" idx="10"/>
          </p:nvPr>
        </p:nvSpPr>
        <p:spPr bwMode="auto"/>
        <p:txBody>
          <a:bodyPr/>
          <a:lstStyle/>
          <a:p>
            <a:pPr>
              <a:defRPr/>
            </a:pPr>
            <a:fld id="{AA3F1B4A-FBD6-793B-48BE-4CC3D363E041}" type="slidenum">
              <a:rPr/>
              <a:t/>
            </a:fld>
            <a:endParaRPr/>
          </a:p>
        </p:txBody>
      </p:sp>
    </p:spTree>
  </p:cSld>
</p:notes>
</file>

<file path=ppt/notesSlides/notesSlide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029583117" name="Slide Image Placeholder 1"/>
          <p:cNvSpPr>
            <a:spLocks noChangeAspect="1" noGrp="1" noRot="1"/>
          </p:cNvSpPr>
          <p:nvPr>
            <p:ph type="sldImg"/>
          </p:nvPr>
        </p:nvSpPr>
        <p:spPr bwMode="auto"/>
      </p:sp>
      <p:sp>
        <p:nvSpPr>
          <p:cNvPr id="310351549" name="Notes Placeholder 2"/>
          <p:cNvSpPr>
            <a:spLocks noGrp="1"/>
          </p:cNvSpPr>
          <p:nvPr>
            <p:ph type="body" idx="1"/>
          </p:nvPr>
        </p:nvSpPr>
        <p:spPr bwMode="auto"/>
        <p:txBody>
          <a:bodyPr/>
          <a:lstStyle/>
          <a:p>
            <a:pPr>
              <a:defRPr/>
            </a:pPr>
            <a:endParaRPr/>
          </a:p>
        </p:txBody>
      </p:sp>
      <p:sp>
        <p:nvSpPr>
          <p:cNvPr id="1468281226" name="Slide Number Placeholder 3"/>
          <p:cNvSpPr>
            <a:spLocks noGrp="1"/>
          </p:cNvSpPr>
          <p:nvPr>
            <p:ph type="sldNum" sz="quarter" idx="10"/>
          </p:nvPr>
        </p:nvSpPr>
        <p:spPr bwMode="auto"/>
        <p:txBody>
          <a:bodyPr/>
          <a:lstStyle/>
          <a:p>
            <a:pPr>
              <a:defRPr/>
            </a:pPr>
            <a:fld id="{878D2C82-6796-A44E-1EE5-A905C8678B91}" type="slidenum">
              <a:rPr/>
              <a:t/>
            </a:fld>
            <a:endParaRPr/>
          </a:p>
        </p:txBody>
      </p:sp>
    </p:spTree>
  </p:cSld>
</p:notes>
</file>

<file path=ppt/notesSlides/notesSlide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813240808" name="Slide Image Placeholder 1"/>
          <p:cNvSpPr>
            <a:spLocks noChangeAspect="1" noGrp="1" noRot="1"/>
          </p:cNvSpPr>
          <p:nvPr>
            <p:ph type="sldImg"/>
          </p:nvPr>
        </p:nvSpPr>
        <p:spPr bwMode="auto"/>
      </p:sp>
      <p:sp>
        <p:nvSpPr>
          <p:cNvPr id="1241196875" name="Notes Placeholder 2"/>
          <p:cNvSpPr>
            <a:spLocks noGrp="1"/>
          </p:cNvSpPr>
          <p:nvPr>
            <p:ph type="body" idx="1"/>
          </p:nvPr>
        </p:nvSpPr>
        <p:spPr bwMode="auto"/>
        <p:txBody>
          <a:bodyPr/>
          <a:lstStyle/>
          <a:p>
            <a:pPr>
              <a:defRPr/>
            </a:pPr>
            <a:endParaRPr/>
          </a:p>
        </p:txBody>
      </p:sp>
      <p:sp>
        <p:nvSpPr>
          <p:cNvPr id="2048007878" name="Slide Number Placeholder 3"/>
          <p:cNvSpPr>
            <a:spLocks noGrp="1"/>
          </p:cNvSpPr>
          <p:nvPr>
            <p:ph type="sldNum" sz="quarter" idx="10"/>
          </p:nvPr>
        </p:nvSpPr>
        <p:spPr bwMode="auto"/>
        <p:txBody>
          <a:bodyPr/>
          <a:lstStyle/>
          <a:p>
            <a:pPr>
              <a:defRPr/>
            </a:pPr>
            <a:fld id="{C497A9F9-B7A5-7028-2C07-F4A1C61851E5}" type="slidenum">
              <a:rPr/>
              <a:t/>
            </a:fld>
            <a:endParaRPr/>
          </a:p>
        </p:txBody>
      </p:sp>
    </p:spTree>
  </p:cSld>
</p:notes>
</file>

<file path=ppt/notesSlides/notesSlide1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04236866" name="Slide Image Placeholder 1"/>
          <p:cNvSpPr>
            <a:spLocks noChangeAspect="1" noGrp="1" noRot="1"/>
          </p:cNvSpPr>
          <p:nvPr>
            <p:ph type="sldImg"/>
          </p:nvPr>
        </p:nvSpPr>
        <p:spPr bwMode="auto"/>
      </p:sp>
      <p:sp>
        <p:nvSpPr>
          <p:cNvPr id="558953946" name="Notes Placeholder 2"/>
          <p:cNvSpPr>
            <a:spLocks noGrp="1"/>
          </p:cNvSpPr>
          <p:nvPr>
            <p:ph type="body" idx="1"/>
          </p:nvPr>
        </p:nvSpPr>
        <p:spPr bwMode="auto"/>
        <p:txBody>
          <a:bodyPr/>
          <a:lstStyle/>
          <a:p>
            <a:pPr>
              <a:defRPr/>
            </a:pPr>
            <a:endParaRPr/>
          </a:p>
        </p:txBody>
      </p:sp>
      <p:sp>
        <p:nvSpPr>
          <p:cNvPr id="275859194" name="Slide Number Placeholder 3"/>
          <p:cNvSpPr>
            <a:spLocks noGrp="1"/>
          </p:cNvSpPr>
          <p:nvPr>
            <p:ph type="sldNum" sz="quarter" idx="10"/>
          </p:nvPr>
        </p:nvSpPr>
        <p:spPr bwMode="auto"/>
        <p:txBody>
          <a:bodyPr/>
          <a:lstStyle/>
          <a:p>
            <a:pPr>
              <a:defRPr/>
            </a:pPr>
            <a:fld id="{719952E7-5EBF-3C4A-07B3-704A1D1EB005}" type="slidenum">
              <a:rPr/>
              <a:t/>
            </a:fld>
            <a:endParaRPr/>
          </a:p>
        </p:txBody>
      </p:sp>
    </p:spTree>
  </p:cSld>
</p:notes>
</file>

<file path=ppt/notesSlides/notesSlide1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784963601" name="Slide Image Placeholder 1"/>
          <p:cNvSpPr>
            <a:spLocks noChangeAspect="1" noGrp="1" noRot="1"/>
          </p:cNvSpPr>
          <p:nvPr>
            <p:ph type="sldImg"/>
          </p:nvPr>
        </p:nvSpPr>
        <p:spPr bwMode="auto"/>
      </p:sp>
      <p:sp>
        <p:nvSpPr>
          <p:cNvPr id="1551792978" name="Notes Placeholder 2"/>
          <p:cNvSpPr>
            <a:spLocks noGrp="1"/>
          </p:cNvSpPr>
          <p:nvPr>
            <p:ph type="body" idx="1"/>
          </p:nvPr>
        </p:nvSpPr>
        <p:spPr bwMode="auto"/>
        <p:txBody>
          <a:bodyPr/>
          <a:lstStyle/>
          <a:p>
            <a:pPr>
              <a:defRPr/>
            </a:pPr>
            <a:endParaRPr/>
          </a:p>
        </p:txBody>
      </p:sp>
      <p:sp>
        <p:nvSpPr>
          <p:cNvPr id="558456128" name="Slide Number Placeholder 3"/>
          <p:cNvSpPr>
            <a:spLocks noGrp="1"/>
          </p:cNvSpPr>
          <p:nvPr>
            <p:ph type="sldNum" sz="quarter" idx="10"/>
          </p:nvPr>
        </p:nvSpPr>
        <p:spPr bwMode="auto"/>
        <p:txBody>
          <a:bodyPr/>
          <a:lstStyle/>
          <a:p>
            <a:pPr>
              <a:defRPr/>
            </a:pPr>
            <a:fld id="{C050FD3C-5639-7D52-45E1-C0DF05F05BAF}" type="slidenum">
              <a:rPr/>
              <a:t/>
            </a:fld>
            <a:endParaRPr/>
          </a:p>
        </p:txBody>
      </p:sp>
    </p:spTree>
  </p:cSld>
</p:notes>
</file>

<file path=ppt/notesSlides/notesSlide1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098634633" name="Slide Image Placeholder 1"/>
          <p:cNvSpPr>
            <a:spLocks noChangeAspect="1" noGrp="1" noRot="1"/>
          </p:cNvSpPr>
          <p:nvPr>
            <p:ph type="sldImg"/>
          </p:nvPr>
        </p:nvSpPr>
        <p:spPr bwMode="auto"/>
      </p:sp>
      <p:sp>
        <p:nvSpPr>
          <p:cNvPr id="1323190198" name="Notes Placeholder 2"/>
          <p:cNvSpPr>
            <a:spLocks noGrp="1"/>
          </p:cNvSpPr>
          <p:nvPr>
            <p:ph type="body" idx="1"/>
          </p:nvPr>
        </p:nvSpPr>
        <p:spPr bwMode="auto"/>
        <p:txBody>
          <a:bodyPr/>
          <a:lstStyle/>
          <a:p>
            <a:pPr>
              <a:defRPr/>
            </a:pPr>
            <a:endParaRPr/>
          </a:p>
        </p:txBody>
      </p:sp>
      <p:sp>
        <p:nvSpPr>
          <p:cNvPr id="1973866606" name="Slide Number Placeholder 3"/>
          <p:cNvSpPr>
            <a:spLocks noGrp="1"/>
          </p:cNvSpPr>
          <p:nvPr>
            <p:ph type="sldNum" sz="quarter" idx="10"/>
          </p:nvPr>
        </p:nvSpPr>
        <p:spPr bwMode="auto"/>
        <p:txBody>
          <a:bodyPr/>
          <a:lstStyle/>
          <a:p>
            <a:pPr>
              <a:defRPr/>
            </a:pPr>
            <a:fld id="{3E8B28A4-77DB-0225-A529-782ED2A5A324}" type="slidenum">
              <a:rPr/>
              <a:t/>
            </a:fld>
            <a:endParaRPr/>
          </a:p>
        </p:txBody>
      </p:sp>
    </p:spTree>
  </p:cSld>
</p:notes>
</file>

<file path=ppt/notesSlides/notesSlide1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487673170" name="Slide Image Placeholder 1"/>
          <p:cNvSpPr>
            <a:spLocks noChangeAspect="1" noGrp="1" noRot="1"/>
          </p:cNvSpPr>
          <p:nvPr>
            <p:ph type="sldImg"/>
          </p:nvPr>
        </p:nvSpPr>
        <p:spPr bwMode="auto"/>
      </p:sp>
      <p:sp>
        <p:nvSpPr>
          <p:cNvPr id="1633467752" name="Notes Placeholder 2"/>
          <p:cNvSpPr>
            <a:spLocks noGrp="1"/>
          </p:cNvSpPr>
          <p:nvPr>
            <p:ph type="body" idx="1"/>
          </p:nvPr>
        </p:nvSpPr>
        <p:spPr bwMode="auto"/>
        <p:txBody>
          <a:bodyPr/>
          <a:lstStyle/>
          <a:p>
            <a:pPr>
              <a:defRPr/>
            </a:pPr>
            <a:endParaRPr/>
          </a:p>
        </p:txBody>
      </p:sp>
      <p:sp>
        <p:nvSpPr>
          <p:cNvPr id="781877650" name="Slide Number Placeholder 3"/>
          <p:cNvSpPr>
            <a:spLocks noGrp="1"/>
          </p:cNvSpPr>
          <p:nvPr>
            <p:ph type="sldNum" sz="quarter" idx="10"/>
          </p:nvPr>
        </p:nvSpPr>
        <p:spPr bwMode="auto"/>
        <p:txBody>
          <a:bodyPr/>
          <a:lstStyle/>
          <a:p>
            <a:pPr>
              <a:defRPr/>
            </a:pPr>
            <a:fld id="{7DB91B17-4BB0-51CB-F643-F67CCF085830}" type="slidenum">
              <a:rPr/>
              <a:t/>
            </a:fld>
            <a:endParaRPr/>
          </a:p>
        </p:txBody>
      </p:sp>
    </p:spTree>
  </p:cSld>
</p:notes>
</file>

<file path=ppt/notesSlides/notesSlide1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868322792" name="Slide Image Placeholder 1"/>
          <p:cNvSpPr>
            <a:spLocks noChangeAspect="1" noGrp="1" noRot="1"/>
          </p:cNvSpPr>
          <p:nvPr>
            <p:ph type="sldImg"/>
          </p:nvPr>
        </p:nvSpPr>
        <p:spPr bwMode="auto"/>
      </p:sp>
      <p:sp>
        <p:nvSpPr>
          <p:cNvPr id="1472277618" name="Notes Placeholder 2"/>
          <p:cNvSpPr>
            <a:spLocks noGrp="1"/>
          </p:cNvSpPr>
          <p:nvPr>
            <p:ph type="body" idx="1"/>
          </p:nvPr>
        </p:nvSpPr>
        <p:spPr bwMode="auto"/>
        <p:txBody>
          <a:bodyPr/>
          <a:lstStyle/>
          <a:p>
            <a:pPr>
              <a:defRPr/>
            </a:pPr>
            <a:endParaRPr/>
          </a:p>
        </p:txBody>
      </p:sp>
      <p:sp>
        <p:nvSpPr>
          <p:cNvPr id="643239346" name="Slide Number Placeholder 3"/>
          <p:cNvSpPr>
            <a:spLocks noGrp="1"/>
          </p:cNvSpPr>
          <p:nvPr>
            <p:ph type="sldNum" sz="quarter" idx="10"/>
          </p:nvPr>
        </p:nvSpPr>
        <p:spPr bwMode="auto"/>
        <p:txBody>
          <a:bodyPr/>
          <a:lstStyle/>
          <a:p>
            <a:pPr>
              <a:defRPr/>
            </a:pPr>
            <a:fld id="{5B26D7DE-6D89-B7EE-6BA3-940D060AFEBA}" type="slidenum">
              <a:rPr/>
              <a:t/>
            </a:fld>
            <a:endParaRPr/>
          </a:p>
        </p:txBody>
      </p:sp>
    </p:spTree>
  </p:cSld>
</p:notes>
</file>

<file path=ppt/notesSlides/notesSlide1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989373587" name="Slide Image Placeholder 1"/>
          <p:cNvSpPr>
            <a:spLocks noChangeAspect="1" noGrp="1" noRot="1"/>
          </p:cNvSpPr>
          <p:nvPr>
            <p:ph type="sldImg"/>
          </p:nvPr>
        </p:nvSpPr>
        <p:spPr bwMode="auto"/>
      </p:sp>
      <p:sp>
        <p:nvSpPr>
          <p:cNvPr id="512963917" name="Notes Placeholder 2"/>
          <p:cNvSpPr>
            <a:spLocks noGrp="1"/>
          </p:cNvSpPr>
          <p:nvPr>
            <p:ph type="body" idx="1"/>
          </p:nvPr>
        </p:nvSpPr>
        <p:spPr bwMode="auto"/>
        <p:txBody>
          <a:bodyPr/>
          <a:lstStyle/>
          <a:p>
            <a:pPr>
              <a:defRPr/>
            </a:pPr>
            <a:endParaRPr/>
          </a:p>
        </p:txBody>
      </p:sp>
      <p:sp>
        <p:nvSpPr>
          <p:cNvPr id="7870857" name="Slide Number Placeholder 3"/>
          <p:cNvSpPr>
            <a:spLocks noGrp="1"/>
          </p:cNvSpPr>
          <p:nvPr>
            <p:ph type="sldNum" sz="quarter" idx="10"/>
          </p:nvPr>
        </p:nvSpPr>
        <p:spPr bwMode="auto"/>
        <p:txBody>
          <a:bodyPr/>
          <a:lstStyle/>
          <a:p>
            <a:pPr>
              <a:defRPr/>
            </a:pPr>
            <a:fld id="{F889CFCE-B694-7F28-983A-9444904F6E4E}" type="slidenum">
              <a:rPr/>
              <a:t/>
            </a:fld>
            <a:endParaRPr/>
          </a:p>
        </p:txBody>
      </p:sp>
    </p:spTree>
  </p:cSld>
</p:notes>
</file>

<file path=ppt/notesSlides/notesSlide1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0900733" name="Slide Image Placeholder 1"/>
          <p:cNvSpPr>
            <a:spLocks noChangeAspect="1" noGrp="1" noRot="1"/>
          </p:cNvSpPr>
          <p:nvPr>
            <p:ph type="sldImg"/>
          </p:nvPr>
        </p:nvSpPr>
        <p:spPr bwMode="auto"/>
      </p:sp>
      <p:sp>
        <p:nvSpPr>
          <p:cNvPr id="2035846876" name="Notes Placeholder 2"/>
          <p:cNvSpPr>
            <a:spLocks noGrp="1"/>
          </p:cNvSpPr>
          <p:nvPr>
            <p:ph type="body" idx="1"/>
          </p:nvPr>
        </p:nvSpPr>
        <p:spPr bwMode="auto"/>
        <p:txBody>
          <a:bodyPr/>
          <a:lstStyle/>
          <a:p>
            <a:pPr>
              <a:defRPr/>
            </a:pPr>
            <a:endParaRPr/>
          </a:p>
        </p:txBody>
      </p:sp>
      <p:sp>
        <p:nvSpPr>
          <p:cNvPr id="957905196" name="Slide Number Placeholder 3"/>
          <p:cNvSpPr>
            <a:spLocks noGrp="1"/>
          </p:cNvSpPr>
          <p:nvPr>
            <p:ph type="sldNum" sz="quarter" idx="10"/>
          </p:nvPr>
        </p:nvSpPr>
        <p:spPr bwMode="auto"/>
        <p:txBody>
          <a:bodyPr/>
          <a:lstStyle/>
          <a:p>
            <a:pPr>
              <a:defRPr/>
            </a:pPr>
            <a:fld id="{2F04DE49-20FF-E840-68B6-B5A59683B64A}" type="slidenum">
              <a:rPr/>
              <a:t/>
            </a:fld>
            <a:endParaRPr/>
          </a:p>
        </p:txBody>
      </p:sp>
    </p:spTree>
  </p:cSld>
</p:notes>
</file>

<file path=ppt/notesSlides/notesSlide1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194063746" name="Slide Image Placeholder 1"/>
          <p:cNvSpPr>
            <a:spLocks noChangeAspect="1" noGrp="1" noRot="1"/>
          </p:cNvSpPr>
          <p:nvPr>
            <p:ph type="sldImg"/>
          </p:nvPr>
        </p:nvSpPr>
        <p:spPr bwMode="auto"/>
      </p:sp>
      <p:sp>
        <p:nvSpPr>
          <p:cNvPr id="1995983492" name="Notes Placeholder 2"/>
          <p:cNvSpPr>
            <a:spLocks noGrp="1"/>
          </p:cNvSpPr>
          <p:nvPr>
            <p:ph type="body" idx="1"/>
          </p:nvPr>
        </p:nvSpPr>
        <p:spPr bwMode="auto"/>
        <p:txBody>
          <a:bodyPr/>
          <a:lstStyle/>
          <a:p>
            <a:pPr>
              <a:defRPr/>
            </a:pPr>
            <a:endParaRPr/>
          </a:p>
        </p:txBody>
      </p:sp>
      <p:sp>
        <p:nvSpPr>
          <p:cNvPr id="2099112670" name="Slide Number Placeholder 3"/>
          <p:cNvSpPr>
            <a:spLocks noGrp="1"/>
          </p:cNvSpPr>
          <p:nvPr>
            <p:ph type="sldNum" sz="quarter" idx="10"/>
          </p:nvPr>
        </p:nvSpPr>
        <p:spPr bwMode="auto"/>
        <p:txBody>
          <a:bodyPr/>
          <a:lstStyle/>
          <a:p>
            <a:pPr>
              <a:defRPr/>
            </a:pPr>
            <a:fld id="{B5856FC8-75EA-F650-B224-30876C8CDA14}" type="slidenum">
              <a:rPr/>
              <a:t/>
            </a:fld>
            <a:endParaRPr/>
          </a:p>
        </p:txBody>
      </p:sp>
    </p:spTree>
  </p:cSld>
</p:note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userDrawn="1">
  <p:cSld name="Quote">
    <p:bg>
      <p:bgPr shadeToTitle="0">
        <a:solidFill>
          <a:schemeClr val="accent1"/>
        </a:solidFill>
      </p:bgPr>
    </p:bg>
    <p:spTree>
      <p:nvGrpSpPr>
        <p:cNvPr id="1" name=""/>
        <p:cNvGrpSpPr/>
        <p:nvPr/>
      </p:nvGrpSpPr>
      <p:grpSpPr bwMode="auto">
        <a:xfrm>
          <a:off x="0" y="0"/>
          <a:ext cx="0" cy="0"/>
          <a:chOff x="0" y="0"/>
          <a:chExt cx="0" cy="0"/>
        </a:xfrm>
      </p:grpSpPr>
      <p:sp>
        <p:nvSpPr>
          <p:cNvPr id="1798016248" name="Rechthoek 33"/>
          <p:cNvSpPr/>
          <p:nvPr userDrawn="1"/>
        </p:nvSpPr>
        <p:spPr bwMode="auto">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algn="ctr">
              <a:lnSpc>
                <a:spcPct val="90000"/>
              </a:lnSpc>
              <a:spcBef>
                <a:spcPts val="200"/>
              </a:spcBef>
              <a:spcAft>
                <a:spcPts val="200"/>
              </a:spcAft>
              <a:defRPr/>
            </a:pPr>
            <a:endParaRPr lang="en-GB" sz="1600"/>
          </a:p>
        </p:txBody>
      </p:sp>
      <p:sp>
        <p:nvSpPr>
          <p:cNvPr id="1433441312" name="Titel 6"/>
          <p:cNvSpPr>
            <a:spLocks noGrp="1"/>
          </p:cNvSpPr>
          <p:nvPr>
            <p:ph type="title" hasCustomPrompt="1"/>
          </p:nvPr>
        </p:nvSpPr>
        <p:spPr bwMode="auto">
          <a:xfrm>
            <a:off x="0" y="-461002"/>
            <a:ext cx="666849" cy="2769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spAutoFit/>
          </a:bodyPr>
          <a:lstStyle>
            <a:lvl1pPr>
              <a:lnSpc>
                <a:spcPct val="100000"/>
              </a:lnSpc>
              <a:defRPr lang="nl-NL" sz="1800" b="1" cap="none">
                <a:solidFill>
                  <a:schemeClr val="accent1"/>
                </a:solidFill>
                <a:latin typeface="+mj-lt"/>
              </a:defRPr>
            </a:lvl1pPr>
          </a:lstStyle>
          <a:p>
            <a:pPr marL="0" lvl="0">
              <a:defRPr/>
            </a:pPr>
            <a:r>
              <a:rPr lang="en-GB"/>
              <a:t>Quote</a:t>
            </a:r>
            <a:endParaRPr/>
          </a:p>
        </p:txBody>
      </p:sp>
      <p:sp>
        <p:nvSpPr>
          <p:cNvPr id="661619106" name="Rechthoek 35"/>
          <p:cNvSpPr>
            <a:spLocks noAdjustHandles="1" noChangeArrowheads="1" noChangeShapeType="1" noEditPoints="1" noGrp="1" noMove="1" noResize="1" noRot="1"/>
          </p:cNvSpPr>
          <p:nvPr userDrawn="1"/>
        </p:nvSpPr>
        <p:spPr bwMode="auto">
          <a:xfrm>
            <a:off x="0" y="0"/>
            <a:ext cx="12192000" cy="6858000"/>
          </a:xfrm>
          <a:prstGeom prst="rect">
            <a:avLst/>
          </a:prstGeom>
          <a:solidFill>
            <a:srgbClr val="0076C2"/>
          </a:solidFill>
          <a:ln>
            <a:no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algn="ctr">
              <a:lnSpc>
                <a:spcPct val="90000"/>
              </a:lnSpc>
              <a:spcBef>
                <a:spcPts val="200"/>
              </a:spcBef>
              <a:spcAft>
                <a:spcPts val="200"/>
              </a:spcAft>
              <a:defRPr/>
            </a:pPr>
            <a:endParaRPr lang="en-GB" sz="1600"/>
          </a:p>
        </p:txBody>
      </p:sp>
      <p:sp>
        <p:nvSpPr>
          <p:cNvPr id="1183741674" name="Vrije vorm: vorm 40"/>
          <p:cNvSpPr>
            <a:spLocks noAdjustHandles="1" noChangeArrowheads="1" noChangeShapeType="1" noEditPoints="1" noGrp="1" noMove="1" noResize="1" noRot="1"/>
          </p:cNvSpPr>
          <p:nvPr userDrawn="1"/>
        </p:nvSpPr>
        <p:spPr bwMode="auto">
          <a:xfrm>
            <a:off x="2" y="2"/>
            <a:ext cx="12191999" cy="6857999"/>
          </a:xfrm>
          <a:custGeom>
            <a:avLst/>
            <a:gdLst>
              <a:gd name="connsiteX0" fmla="*/ 2664877 w 12191999"/>
              <a:gd name="connsiteY0" fmla="*/ 0 h 6857999"/>
              <a:gd name="connsiteX1" fmla="*/ 9662219 w 12191999"/>
              <a:gd name="connsiteY1" fmla="*/ 0 h 6857999"/>
              <a:gd name="connsiteX2" fmla="*/ 9669502 w 12191999"/>
              <a:gd name="connsiteY2" fmla="*/ 58454 h 6857999"/>
              <a:gd name="connsiteX3" fmla="*/ 12141987 w 12191999"/>
              <a:gd name="connsiteY3" fmla="*/ 2645975 h 6857999"/>
              <a:gd name="connsiteX4" fmla="*/ 12191999 w 12191999"/>
              <a:gd name="connsiteY4" fmla="*/ 2652349 h 6857999"/>
              <a:gd name="connsiteX5" fmla="*/ 12191999 w 12191999"/>
              <a:gd name="connsiteY5" fmla="*/ 6857999 h 6857999"/>
              <a:gd name="connsiteX6" fmla="*/ 7658728 w 12191999"/>
              <a:gd name="connsiteY6" fmla="*/ 6857999 h 6857999"/>
              <a:gd name="connsiteX7" fmla="*/ 7684133 w 12191999"/>
              <a:gd name="connsiteY7" fmla="*/ 6682259 h 6857999"/>
              <a:gd name="connsiteX8" fmla="*/ 7588732 w 12191999"/>
              <a:gd name="connsiteY8" fmla="*/ 5413362 h 6857999"/>
              <a:gd name="connsiteX9" fmla="*/ 6769078 w 12191999"/>
              <a:gd name="connsiteY9" fmla="*/ 6441900 h 6857999"/>
              <a:gd name="connsiteX10" fmla="*/ 6629774 w 12191999"/>
              <a:gd name="connsiteY10" fmla="*/ 6673849 h 6857999"/>
              <a:gd name="connsiteX11" fmla="*/ 6506207 w 12191999"/>
              <a:gd name="connsiteY11" fmla="*/ 6857999 h 6857999"/>
              <a:gd name="connsiteX12" fmla="*/ 0 w 12191999"/>
              <a:gd name="connsiteY12" fmla="*/ 6857999 h 6857999"/>
              <a:gd name="connsiteX13" fmla="*/ 0 w 12191999"/>
              <a:gd name="connsiteY13" fmla="*/ 4333078 h 6857999"/>
              <a:gd name="connsiteX14" fmla="*/ 146172 w 12191999"/>
              <a:gd name="connsiteY14" fmla="*/ 4092082 h 6857999"/>
              <a:gd name="connsiteX15" fmla="*/ 2642743 w 12191999"/>
              <a:gd name="connsiteY15" fmla="*/ 49565 h 6857999"/>
              <a:gd name="connsiteX16" fmla="*/ 0 w 12191999"/>
              <a:gd name="connsiteY16" fmla="*/ 0 h 6857999"/>
              <a:gd name="connsiteX17" fmla="*/ 960612 w 12191999"/>
              <a:gd name="connsiteY17" fmla="*/ 0 h 6857999"/>
              <a:gd name="connsiteX18" fmla="*/ 943428 w 12191999"/>
              <a:gd name="connsiteY18" fmla="*/ 19059 h 6857999"/>
              <a:gd name="connsiteX19" fmla="*/ 113541 w 12191999"/>
              <a:gd name="connsiteY19" fmla="*/ 831096 h 6857999"/>
              <a:gd name="connsiteX20" fmla="*/ 0 w 12191999"/>
              <a:gd name="connsiteY20" fmla="*/ 931685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2191999" h="6857999" fill="norm" stroke="1" extrusionOk="0">
                <a:moveTo>
                  <a:pt x="2664877" y="0"/>
                </a:moveTo>
                <a:lnTo>
                  <a:pt x="9662219" y="0"/>
                </a:lnTo>
                <a:lnTo>
                  <a:pt x="9669502" y="58454"/>
                </a:lnTo>
                <a:cubicBezTo>
                  <a:pt x="9916918" y="1666551"/>
                  <a:pt x="10899414" y="2453064"/>
                  <a:pt x="12141987" y="2645975"/>
                </a:cubicBezTo>
                <a:lnTo>
                  <a:pt x="12191999" y="2652349"/>
                </a:lnTo>
                <a:lnTo>
                  <a:pt x="12191999" y="6857999"/>
                </a:lnTo>
                <a:lnTo>
                  <a:pt x="7658728" y="6857999"/>
                </a:lnTo>
                <a:lnTo>
                  <a:pt x="7684133" y="6682259"/>
                </a:lnTo>
                <a:cubicBezTo>
                  <a:pt x="7761749" y="6064946"/>
                  <a:pt x="7755600" y="5464341"/>
                  <a:pt x="7588732" y="5413362"/>
                </a:cubicBezTo>
                <a:cubicBezTo>
                  <a:pt x="7340994" y="5335952"/>
                  <a:pt x="7131278" y="5762726"/>
                  <a:pt x="6769078" y="6441900"/>
                </a:cubicBezTo>
                <a:cubicBezTo>
                  <a:pt x="6725598" y="6518910"/>
                  <a:pt x="6679102" y="6596298"/>
                  <a:pt x="6629774" y="6673849"/>
                </a:cubicBezTo>
                <a:lnTo>
                  <a:pt x="6506207" y="6857999"/>
                </a:lnTo>
                <a:lnTo>
                  <a:pt x="0" y="6857999"/>
                </a:lnTo>
                <a:lnTo>
                  <a:pt x="0" y="4333078"/>
                </a:lnTo>
                <a:lnTo>
                  <a:pt x="146172" y="4092082"/>
                </a:lnTo>
                <a:cubicBezTo>
                  <a:pt x="909057" y="2863958"/>
                  <a:pt x="1936780" y="1556781"/>
                  <a:pt x="2642743" y="49565"/>
                </a:cubicBezTo>
                <a:close/>
                <a:moveTo>
                  <a:pt x="0" y="0"/>
                </a:moveTo>
                <a:lnTo>
                  <a:pt x="960612" y="0"/>
                </a:lnTo>
                <a:lnTo>
                  <a:pt x="943428" y="19059"/>
                </a:lnTo>
                <a:cubicBezTo>
                  <a:pt x="681749" y="296223"/>
                  <a:pt x="403894" y="566215"/>
                  <a:pt x="113541" y="831096"/>
                </a:cubicBezTo>
                <a:lnTo>
                  <a:pt x="0" y="931685"/>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44000" tIns="144000" rIns="144000" bIns="144000" rtlCol="0" anchor="ctr">
            <a:noAutofit/>
          </a:bodyPr>
          <a:lstStyle/>
          <a:p>
            <a:pPr algn="ctr">
              <a:lnSpc>
                <a:spcPct val="90000"/>
              </a:lnSpc>
              <a:spcBef>
                <a:spcPts val="200"/>
              </a:spcBef>
              <a:spcAft>
                <a:spcPts val="200"/>
              </a:spcAft>
              <a:defRPr/>
            </a:pPr>
            <a:endParaRPr lang="en-GB" sz="1600"/>
          </a:p>
        </p:txBody>
      </p:sp>
      <p:sp>
        <p:nvSpPr>
          <p:cNvPr id="1616574475" name="Tijdelijke aanduiding voor tekst 3"/>
          <p:cNvSpPr>
            <a:spLocks noAdjustHandles="1" noChangeArrowheads="1" noChangeShapeType="1" noEditPoints="1" noGrp="1" noMove="1" noResize="1" noRot="1"/>
          </p:cNvSpPr>
          <p:nvPr>
            <p:ph type="body" sz="quarter" idx="13" hasCustomPrompt="1"/>
          </p:nvPr>
        </p:nvSpPr>
        <p:spPr bwMode="auto">
          <a:xfrm>
            <a:off x="719138" y="719138"/>
            <a:ext cx="10752137" cy="5281612"/>
          </a:xfrm>
        </p:spPr>
        <p:txBody>
          <a:bodyPr wrap="square" anchor="ctr" anchorCtr="0">
            <a:normAutofit/>
          </a:bodyPr>
          <a:lstStyle>
            <a:lvl1pPr marL="0" indent="0" algn="ctr">
              <a:lnSpc>
                <a:spcPts val="5200"/>
              </a:lnSpc>
              <a:spcBef>
                <a:spcPts val="0"/>
              </a:spcBef>
              <a:spcAft>
                <a:spcPts val="0"/>
              </a:spcAft>
              <a:buNone/>
              <a:defRPr sz="4800" b="0" i="0">
                <a:solidFill>
                  <a:schemeClr val="bg1"/>
                </a:solidFill>
                <a:latin typeface="+mj-lt"/>
              </a:defRPr>
            </a:lvl1pPr>
            <a:lvl2pPr marL="0" indent="0" algn="r">
              <a:buNone/>
              <a:defRPr sz="4400" b="1" i="0">
                <a:solidFill>
                  <a:schemeClr val="bg1"/>
                </a:solidFill>
                <a:latin typeface="+mj-lt"/>
              </a:defRPr>
            </a:lvl2pPr>
            <a:lvl3pPr marL="0" indent="0" algn="r">
              <a:buFont typeface="Arial"/>
              <a:buNone/>
              <a:defRPr sz="4400" b="1" i="0">
                <a:solidFill>
                  <a:schemeClr val="bg1"/>
                </a:solidFill>
                <a:latin typeface="+mj-lt"/>
              </a:defRPr>
            </a:lvl3pPr>
            <a:lvl4pPr marL="0" indent="0" algn="r">
              <a:buFont typeface="Arial"/>
              <a:buNone/>
              <a:defRPr sz="4400" b="1" i="0">
                <a:solidFill>
                  <a:schemeClr val="bg1"/>
                </a:solidFill>
                <a:latin typeface="+mj-lt"/>
              </a:defRPr>
            </a:lvl4pPr>
            <a:lvl5pPr marL="0" indent="0" algn="r">
              <a:buFont typeface="Arial"/>
              <a:buNone/>
              <a:defRPr sz="4400" b="1" i="0">
                <a:solidFill>
                  <a:schemeClr val="bg1"/>
                </a:solidFill>
                <a:latin typeface="+mj-lt"/>
              </a:defRPr>
            </a:lvl5pPr>
            <a:lvl6pPr marL="0" indent="0" algn="r">
              <a:buFont typeface="Arial"/>
              <a:buNone/>
              <a:defRPr sz="4400" b="1" i="0">
                <a:solidFill>
                  <a:schemeClr val="bg1"/>
                </a:solidFill>
                <a:latin typeface="+mj-lt"/>
              </a:defRPr>
            </a:lvl6pPr>
            <a:lvl7pPr marL="0" indent="0" algn="r">
              <a:buFont typeface="Arial"/>
              <a:buNone/>
              <a:defRPr sz="4400" b="1" i="0">
                <a:solidFill>
                  <a:schemeClr val="bg1"/>
                </a:solidFill>
                <a:latin typeface="+mj-lt"/>
              </a:defRPr>
            </a:lvl7pPr>
            <a:lvl8pPr marL="0" indent="0" algn="r">
              <a:buFont typeface="Arial"/>
              <a:buNone/>
              <a:defRPr sz="4400" b="1" i="0">
                <a:solidFill>
                  <a:schemeClr val="bg1"/>
                </a:solidFill>
                <a:latin typeface="+mj-lt"/>
              </a:defRPr>
            </a:lvl8pPr>
            <a:lvl9pPr marL="0" indent="0" algn="r">
              <a:buFont typeface="Arial"/>
              <a:buNone/>
              <a:defRPr sz="4400" b="1" i="0">
                <a:solidFill>
                  <a:schemeClr val="bg1"/>
                </a:solidFill>
                <a:latin typeface="+mj-lt"/>
              </a:defRPr>
            </a:lvl9pPr>
          </a:lstStyle>
          <a:p>
            <a:pPr>
              <a:defRPr/>
            </a:pPr>
            <a:r>
              <a:rPr lang="en-GB"/>
              <a:t>Quote</a:t>
            </a:r>
            <a:endParaRPr/>
          </a:p>
        </p:txBody>
      </p:sp>
      <p:grpSp>
        <p:nvGrpSpPr>
          <p:cNvPr id="1549462906" name="Groep 24"/>
          <p:cNvGrpSpPr/>
          <p:nvPr userDrawn="1"/>
        </p:nvGrpSpPr>
        <p:grpSpPr bwMode="auto">
          <a:xfrm>
            <a:off x="721079" y="6216736"/>
            <a:ext cx="961200" cy="381600"/>
            <a:chOff x="2807303" y="2354764"/>
            <a:chExt cx="944974" cy="368527"/>
          </a:xfrm>
          <a:solidFill>
            <a:schemeClr val="bg1"/>
          </a:solidFill>
        </p:grpSpPr>
        <p:sp>
          <p:nvSpPr>
            <p:cNvPr id="26" name="Vrije vorm: vorm 25"/>
            <p:cNvSpPr/>
            <p:nvPr/>
          </p:nvSpPr>
          <p:spPr bwMode="auto">
            <a:xfrm>
              <a:off x="2994660" y="2537173"/>
              <a:ext cx="174307" cy="186023"/>
            </a:xfrm>
            <a:custGeom>
              <a:avLst/>
              <a:gdLst>
                <a:gd name="connsiteX0" fmla="*/ 87154 w 174307"/>
                <a:gd name="connsiteY0" fmla="*/ 150686 h 186023"/>
                <a:gd name="connsiteX1" fmla="*/ 123825 w 174307"/>
                <a:gd name="connsiteY1" fmla="*/ 112776 h 186023"/>
                <a:gd name="connsiteX2" fmla="*/ 123825 w 174307"/>
                <a:gd name="connsiteY2" fmla="*/ 0 h 186023"/>
                <a:gd name="connsiteX3" fmla="*/ 174307 w 174307"/>
                <a:gd name="connsiteY3" fmla="*/ 0 h 186023"/>
                <a:gd name="connsiteX4" fmla="*/ 174307 w 174307"/>
                <a:gd name="connsiteY4" fmla="*/ 115348 h 186023"/>
                <a:gd name="connsiteX5" fmla="*/ 87154 w 174307"/>
                <a:gd name="connsiteY5" fmla="*/ 186023 h 186023"/>
                <a:gd name="connsiteX6" fmla="*/ 0 w 174307"/>
                <a:gd name="connsiteY6" fmla="*/ 115348 h 186023"/>
                <a:gd name="connsiteX7" fmla="*/ 0 w 174307"/>
                <a:gd name="connsiteY7" fmla="*/ 0 h 186023"/>
                <a:gd name="connsiteX8" fmla="*/ 50482 w 174307"/>
                <a:gd name="connsiteY8" fmla="*/ 0 h 186023"/>
                <a:gd name="connsiteX9" fmla="*/ 50482 w 174307"/>
                <a:gd name="connsiteY9" fmla="*/ 112776 h 186023"/>
                <a:gd name="connsiteX10" fmla="*/ 87154 w 174307"/>
                <a:gd name="connsiteY10" fmla="*/ 150686 h 186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74307" h="186023" fill="norm" stroke="1" extrusionOk="0">
                  <a:moveTo>
                    <a:pt x="87154" y="150686"/>
                  </a:moveTo>
                  <a:cubicBezTo>
                    <a:pt x="110871" y="150686"/>
                    <a:pt x="123825" y="134874"/>
                    <a:pt x="123825" y="112776"/>
                  </a:cubicBezTo>
                  <a:lnTo>
                    <a:pt x="123825" y="0"/>
                  </a:lnTo>
                  <a:lnTo>
                    <a:pt x="174307" y="0"/>
                  </a:lnTo>
                  <a:lnTo>
                    <a:pt x="174307" y="115348"/>
                  </a:lnTo>
                  <a:cubicBezTo>
                    <a:pt x="173831" y="166116"/>
                    <a:pt x="133159" y="186023"/>
                    <a:pt x="87154" y="186023"/>
                  </a:cubicBezTo>
                  <a:cubicBezTo>
                    <a:pt x="41148" y="186023"/>
                    <a:pt x="571" y="166116"/>
                    <a:pt x="0" y="115348"/>
                  </a:cubicBezTo>
                  <a:lnTo>
                    <a:pt x="0" y="0"/>
                  </a:lnTo>
                  <a:lnTo>
                    <a:pt x="50482" y="0"/>
                  </a:lnTo>
                  <a:lnTo>
                    <a:pt x="50482" y="112776"/>
                  </a:lnTo>
                  <a:cubicBezTo>
                    <a:pt x="50578" y="134874"/>
                    <a:pt x="63436" y="150686"/>
                    <a:pt x="87154" y="150686"/>
                  </a:cubicBezTo>
                  <a:close/>
                </a:path>
              </a:pathLst>
            </a:custGeom>
            <a:grpFill/>
            <a:ln w="9525" cap="flat">
              <a:noFill/>
              <a:prstDash val="solid"/>
              <a:miter/>
            </a:ln>
          </p:spPr>
          <p:txBody>
            <a:bodyPr rtlCol="0" anchor="ctr"/>
            <a:lstStyle/>
            <a:p>
              <a:pPr>
                <a:defRPr/>
              </a:pPr>
              <a:endParaRPr lang="en-GB"/>
            </a:p>
          </p:txBody>
        </p:sp>
        <p:sp>
          <p:nvSpPr>
            <p:cNvPr id="27" name="Vrije vorm: vorm 26"/>
            <p:cNvSpPr/>
            <p:nvPr/>
          </p:nvSpPr>
          <p:spPr bwMode="auto">
            <a:xfrm>
              <a:off x="2807303" y="2537173"/>
              <a:ext cx="163639" cy="182213"/>
            </a:xfrm>
            <a:custGeom>
              <a:avLst/>
              <a:gdLst>
                <a:gd name="connsiteX0" fmla="*/ 56578 w 163639"/>
                <a:gd name="connsiteY0" fmla="*/ 182213 h 182213"/>
                <a:gd name="connsiteX1" fmla="*/ 107061 w 163639"/>
                <a:gd name="connsiteY1" fmla="*/ 182213 h 182213"/>
                <a:gd name="connsiteX2" fmla="*/ 107061 w 163639"/>
                <a:gd name="connsiteY2" fmla="*/ 35338 h 182213"/>
                <a:gd name="connsiteX3" fmla="*/ 163640 w 163639"/>
                <a:gd name="connsiteY3" fmla="*/ 35338 h 182213"/>
                <a:gd name="connsiteX4" fmla="*/ 163640 w 163639"/>
                <a:gd name="connsiteY4" fmla="*/ 0 h 182213"/>
                <a:gd name="connsiteX5" fmla="*/ 0 w 163639"/>
                <a:gd name="connsiteY5" fmla="*/ 0 h 182213"/>
                <a:gd name="connsiteX6" fmla="*/ 0 w 163639"/>
                <a:gd name="connsiteY6" fmla="*/ 35338 h 182213"/>
                <a:gd name="connsiteX7" fmla="*/ 56578 w 163639"/>
                <a:gd name="connsiteY7" fmla="*/ 35338 h 1822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3639" h="182213" fill="norm" stroke="1" extrusionOk="0">
                  <a:moveTo>
                    <a:pt x="56578" y="182213"/>
                  </a:moveTo>
                  <a:lnTo>
                    <a:pt x="107061" y="182213"/>
                  </a:lnTo>
                  <a:lnTo>
                    <a:pt x="107061" y="35338"/>
                  </a:lnTo>
                  <a:lnTo>
                    <a:pt x="163640" y="35338"/>
                  </a:lnTo>
                  <a:lnTo>
                    <a:pt x="163640" y="0"/>
                  </a:lnTo>
                  <a:lnTo>
                    <a:pt x="0" y="0"/>
                  </a:lnTo>
                  <a:lnTo>
                    <a:pt x="0" y="35338"/>
                  </a:lnTo>
                  <a:lnTo>
                    <a:pt x="56578" y="35338"/>
                  </a:lnTo>
                  <a:close/>
                </a:path>
              </a:pathLst>
            </a:custGeom>
            <a:grpFill/>
            <a:ln w="9525" cap="flat">
              <a:noFill/>
              <a:prstDash val="solid"/>
              <a:miter/>
            </a:ln>
          </p:spPr>
          <p:txBody>
            <a:bodyPr rtlCol="0" anchor="ctr"/>
            <a:lstStyle/>
            <a:p>
              <a:pPr>
                <a:defRPr/>
              </a:pPr>
              <a:endParaRPr lang="en-GB"/>
            </a:p>
          </p:txBody>
        </p:sp>
        <p:sp>
          <p:nvSpPr>
            <p:cNvPr id="28" name="Vrije vorm: vorm 27"/>
            <p:cNvSpPr/>
            <p:nvPr/>
          </p:nvSpPr>
          <p:spPr bwMode="auto">
            <a:xfrm>
              <a:off x="2856490" y="2354764"/>
              <a:ext cx="172449" cy="170903"/>
            </a:xfrm>
            <a:custGeom>
              <a:avLst/>
              <a:gdLst>
                <a:gd name="connsiteX0" fmla="*/ 128740 w 172449"/>
                <a:gd name="connsiteY0" fmla="*/ 93637 h 170903"/>
                <a:gd name="connsiteX1" fmla="*/ 103785 w 172449"/>
                <a:gd name="connsiteY1" fmla="*/ 77920 h 170903"/>
                <a:gd name="connsiteX2" fmla="*/ 170936 w 172449"/>
                <a:gd name="connsiteY2" fmla="*/ 9816 h 170903"/>
                <a:gd name="connsiteX3" fmla="*/ 170460 w 172449"/>
                <a:gd name="connsiteY3" fmla="*/ 6 h 170903"/>
                <a:gd name="connsiteX4" fmla="*/ 165888 w 172449"/>
                <a:gd name="connsiteY4" fmla="*/ 6959 h 170903"/>
                <a:gd name="connsiteX5" fmla="*/ 69114 w 172449"/>
                <a:gd name="connsiteY5" fmla="*/ 45440 h 170903"/>
                <a:gd name="connsiteX6" fmla="*/ 2058 w 172449"/>
                <a:gd name="connsiteY6" fmla="*/ 146405 h 170903"/>
                <a:gd name="connsiteX7" fmla="*/ 6344 w 172449"/>
                <a:gd name="connsiteY7" fmla="*/ 159454 h 170903"/>
                <a:gd name="connsiteX8" fmla="*/ 8439 w 172449"/>
                <a:gd name="connsiteY8" fmla="*/ 146215 h 170903"/>
                <a:gd name="connsiteX9" fmla="*/ 67209 w 172449"/>
                <a:gd name="connsiteY9" fmla="*/ 73348 h 170903"/>
                <a:gd name="connsiteX10" fmla="*/ 72638 w 172449"/>
                <a:gd name="connsiteY10" fmla="*/ 68205 h 170903"/>
                <a:gd name="connsiteX11" fmla="*/ 72162 w 172449"/>
                <a:gd name="connsiteY11" fmla="*/ 73158 h 170903"/>
                <a:gd name="connsiteX12" fmla="*/ 52445 w 172449"/>
                <a:gd name="connsiteY12" fmla="*/ 120878 h 170903"/>
                <a:gd name="connsiteX13" fmla="*/ 89592 w 172449"/>
                <a:gd name="connsiteY13" fmla="*/ 113544 h 170903"/>
                <a:gd name="connsiteX14" fmla="*/ 93688 w 172449"/>
                <a:gd name="connsiteY14" fmla="*/ 108495 h 170903"/>
                <a:gd name="connsiteX15" fmla="*/ 93974 w 172449"/>
                <a:gd name="connsiteY15" fmla="*/ 116020 h 170903"/>
                <a:gd name="connsiteX16" fmla="*/ 69304 w 172449"/>
                <a:gd name="connsiteY16" fmla="*/ 162502 h 170903"/>
                <a:gd name="connsiteX17" fmla="*/ 57207 w 172449"/>
                <a:gd name="connsiteY17" fmla="*/ 170313 h 170903"/>
                <a:gd name="connsiteX18" fmla="*/ 63684 w 172449"/>
                <a:gd name="connsiteY18" fmla="*/ 170694 h 170903"/>
                <a:gd name="connsiteX19" fmla="*/ 151124 w 172449"/>
                <a:gd name="connsiteY19" fmla="*/ 85159 h 170903"/>
                <a:gd name="connsiteX20" fmla="*/ 151410 w 172449"/>
                <a:gd name="connsiteY20" fmla="*/ 79920 h 170903"/>
                <a:gd name="connsiteX21" fmla="*/ 146361 w 172449"/>
                <a:gd name="connsiteY21" fmla="*/ 82873 h 170903"/>
                <a:gd name="connsiteX22" fmla="*/ 128740 w 172449"/>
                <a:gd name="connsiteY22" fmla="*/ 93637 h 1709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72449" h="170903" fill="norm" stroke="1" extrusionOk="0">
                  <a:moveTo>
                    <a:pt x="128740" y="93637"/>
                  </a:moveTo>
                  <a:cubicBezTo>
                    <a:pt x="116453" y="97542"/>
                    <a:pt x="103689" y="94399"/>
                    <a:pt x="103785" y="77920"/>
                  </a:cubicBezTo>
                  <a:cubicBezTo>
                    <a:pt x="103785" y="52774"/>
                    <a:pt x="162744" y="31724"/>
                    <a:pt x="170936" y="9816"/>
                  </a:cubicBezTo>
                  <a:cubicBezTo>
                    <a:pt x="172936" y="4387"/>
                    <a:pt x="173127" y="-185"/>
                    <a:pt x="170460" y="6"/>
                  </a:cubicBezTo>
                  <a:cubicBezTo>
                    <a:pt x="168555" y="101"/>
                    <a:pt x="170079" y="2863"/>
                    <a:pt x="165888" y="6959"/>
                  </a:cubicBezTo>
                  <a:cubicBezTo>
                    <a:pt x="141504" y="31438"/>
                    <a:pt x="100546" y="31343"/>
                    <a:pt x="69114" y="45440"/>
                  </a:cubicBezTo>
                  <a:cubicBezTo>
                    <a:pt x="48540" y="54679"/>
                    <a:pt x="-11849" y="83064"/>
                    <a:pt x="2058" y="146405"/>
                  </a:cubicBezTo>
                  <a:cubicBezTo>
                    <a:pt x="2724" y="149453"/>
                    <a:pt x="4534" y="159454"/>
                    <a:pt x="6344" y="159454"/>
                  </a:cubicBezTo>
                  <a:cubicBezTo>
                    <a:pt x="8439" y="159454"/>
                    <a:pt x="8439" y="153454"/>
                    <a:pt x="8439" y="146215"/>
                  </a:cubicBezTo>
                  <a:cubicBezTo>
                    <a:pt x="7963" y="108495"/>
                    <a:pt x="52635" y="98018"/>
                    <a:pt x="67209" y="73348"/>
                  </a:cubicBezTo>
                  <a:cubicBezTo>
                    <a:pt x="68923" y="70395"/>
                    <a:pt x="71971" y="66300"/>
                    <a:pt x="72638" y="68205"/>
                  </a:cubicBezTo>
                  <a:cubicBezTo>
                    <a:pt x="73019" y="69157"/>
                    <a:pt x="72733" y="70491"/>
                    <a:pt x="72162" y="73158"/>
                  </a:cubicBezTo>
                  <a:cubicBezTo>
                    <a:pt x="67590" y="93446"/>
                    <a:pt x="46444" y="106400"/>
                    <a:pt x="52445" y="120878"/>
                  </a:cubicBezTo>
                  <a:cubicBezTo>
                    <a:pt x="60255" y="139642"/>
                    <a:pt x="82639" y="125641"/>
                    <a:pt x="89592" y="113544"/>
                  </a:cubicBezTo>
                  <a:cubicBezTo>
                    <a:pt x="91402" y="110210"/>
                    <a:pt x="92450" y="108115"/>
                    <a:pt x="93688" y="108495"/>
                  </a:cubicBezTo>
                  <a:cubicBezTo>
                    <a:pt x="94641" y="108781"/>
                    <a:pt x="94545" y="112591"/>
                    <a:pt x="93974" y="116020"/>
                  </a:cubicBezTo>
                  <a:cubicBezTo>
                    <a:pt x="90259" y="137833"/>
                    <a:pt x="85306" y="150025"/>
                    <a:pt x="69304" y="162502"/>
                  </a:cubicBezTo>
                  <a:cubicBezTo>
                    <a:pt x="64161" y="166503"/>
                    <a:pt x="56160" y="167265"/>
                    <a:pt x="57207" y="170313"/>
                  </a:cubicBezTo>
                  <a:cubicBezTo>
                    <a:pt x="57493" y="171075"/>
                    <a:pt x="60922" y="170979"/>
                    <a:pt x="63684" y="170694"/>
                  </a:cubicBezTo>
                  <a:cubicBezTo>
                    <a:pt x="106166" y="167932"/>
                    <a:pt x="141694" y="117925"/>
                    <a:pt x="151124" y="85159"/>
                  </a:cubicBezTo>
                  <a:cubicBezTo>
                    <a:pt x="152076" y="82873"/>
                    <a:pt x="152362" y="80683"/>
                    <a:pt x="151410" y="79920"/>
                  </a:cubicBezTo>
                  <a:cubicBezTo>
                    <a:pt x="150171" y="78968"/>
                    <a:pt x="148266" y="81159"/>
                    <a:pt x="146361" y="82873"/>
                  </a:cubicBezTo>
                  <a:cubicBezTo>
                    <a:pt x="141504" y="87255"/>
                    <a:pt x="134836" y="91732"/>
                    <a:pt x="128740" y="93637"/>
                  </a:cubicBezTo>
                  <a:close/>
                </a:path>
              </a:pathLst>
            </a:custGeom>
            <a:grpFill/>
            <a:ln w="9525" cap="flat">
              <a:noFill/>
              <a:prstDash val="solid"/>
              <a:miter/>
            </a:ln>
          </p:spPr>
          <p:txBody>
            <a:bodyPr rtlCol="0" anchor="ctr"/>
            <a:lstStyle/>
            <a:p>
              <a:pPr>
                <a:defRPr/>
              </a:pPr>
              <a:endParaRPr lang="en-GB"/>
            </a:p>
          </p:txBody>
        </p:sp>
        <p:sp>
          <p:nvSpPr>
            <p:cNvPr id="29" name="Vrije vorm: vorm 28"/>
            <p:cNvSpPr/>
            <p:nvPr/>
          </p:nvSpPr>
          <p:spPr bwMode="auto">
            <a:xfrm>
              <a:off x="3391376" y="2588894"/>
              <a:ext cx="114680" cy="134397"/>
            </a:xfrm>
            <a:custGeom>
              <a:avLst/>
              <a:gdLst>
                <a:gd name="connsiteX0" fmla="*/ 24955 w 114680"/>
                <a:gd name="connsiteY0" fmla="*/ 55054 h 134397"/>
                <a:gd name="connsiteX1" fmla="*/ 57055 w 114680"/>
                <a:gd name="connsiteY1" fmla="*/ 17431 h 134397"/>
                <a:gd name="connsiteX2" fmla="*/ 89344 w 114680"/>
                <a:gd name="connsiteY2" fmla="*/ 55054 h 134397"/>
                <a:gd name="connsiteX3" fmla="*/ 24955 w 114680"/>
                <a:gd name="connsiteY3" fmla="*/ 55054 h 134397"/>
                <a:gd name="connsiteX4" fmla="*/ 114681 w 114680"/>
                <a:gd name="connsiteY4" fmla="*/ 71723 h 134397"/>
                <a:gd name="connsiteX5" fmla="*/ 114681 w 114680"/>
                <a:gd name="connsiteY5" fmla="*/ 59817 h 134397"/>
                <a:gd name="connsiteX6" fmla="*/ 58864 w 114680"/>
                <a:gd name="connsiteY6" fmla="*/ 0 h 134397"/>
                <a:gd name="connsiteX7" fmla="*/ 0 w 114680"/>
                <a:gd name="connsiteY7" fmla="*/ 68199 h 134397"/>
                <a:gd name="connsiteX8" fmla="*/ 56864 w 114680"/>
                <a:gd name="connsiteY8" fmla="*/ 134398 h 134397"/>
                <a:gd name="connsiteX9" fmla="*/ 113157 w 114680"/>
                <a:gd name="connsiteY9" fmla="*/ 91250 h 134397"/>
                <a:gd name="connsiteX10" fmla="*/ 87916 w 114680"/>
                <a:gd name="connsiteY10" fmla="*/ 91250 h 134397"/>
                <a:gd name="connsiteX11" fmla="*/ 57150 w 114680"/>
                <a:gd name="connsiteY11" fmla="*/ 116967 h 134397"/>
                <a:gd name="connsiteX12" fmla="*/ 24479 w 114680"/>
                <a:gd name="connsiteY12" fmla="*/ 71818 h 134397"/>
                <a:gd name="connsiteX13" fmla="*/ 114681 w 114680"/>
                <a:gd name="connsiteY13" fmla="*/ 71818 h 134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14680" h="134397" fill="norm" stroke="1" extrusionOk="0">
                  <a:moveTo>
                    <a:pt x="24955" y="55054"/>
                  </a:moveTo>
                  <a:cubicBezTo>
                    <a:pt x="25146" y="35242"/>
                    <a:pt x="37052" y="17431"/>
                    <a:pt x="57055" y="17431"/>
                  </a:cubicBezTo>
                  <a:cubicBezTo>
                    <a:pt x="80296" y="17431"/>
                    <a:pt x="89344" y="33338"/>
                    <a:pt x="89344" y="55054"/>
                  </a:cubicBezTo>
                  <a:lnTo>
                    <a:pt x="24955" y="55054"/>
                  </a:lnTo>
                  <a:close/>
                  <a:moveTo>
                    <a:pt x="114681" y="71723"/>
                  </a:moveTo>
                  <a:lnTo>
                    <a:pt x="114681" y="59817"/>
                  </a:lnTo>
                  <a:cubicBezTo>
                    <a:pt x="114681" y="24765"/>
                    <a:pt x="94774" y="0"/>
                    <a:pt x="58864" y="0"/>
                  </a:cubicBezTo>
                  <a:cubicBezTo>
                    <a:pt x="18764" y="0"/>
                    <a:pt x="0" y="31051"/>
                    <a:pt x="0" y="68199"/>
                  </a:cubicBezTo>
                  <a:cubicBezTo>
                    <a:pt x="0" y="105537"/>
                    <a:pt x="16192" y="134398"/>
                    <a:pt x="56864" y="134398"/>
                  </a:cubicBezTo>
                  <a:cubicBezTo>
                    <a:pt x="87154" y="134398"/>
                    <a:pt x="109347" y="120015"/>
                    <a:pt x="113157" y="91250"/>
                  </a:cubicBezTo>
                  <a:lnTo>
                    <a:pt x="87916" y="91250"/>
                  </a:lnTo>
                  <a:cubicBezTo>
                    <a:pt x="85154" y="109633"/>
                    <a:pt x="75819" y="116967"/>
                    <a:pt x="57150" y="116967"/>
                  </a:cubicBezTo>
                  <a:cubicBezTo>
                    <a:pt x="32671" y="116967"/>
                    <a:pt x="24479" y="95155"/>
                    <a:pt x="24479" y="71818"/>
                  </a:cubicBezTo>
                  <a:lnTo>
                    <a:pt x="114681" y="71818"/>
                  </a:lnTo>
                  <a:close/>
                </a:path>
              </a:pathLst>
            </a:custGeom>
            <a:grpFill/>
            <a:ln w="9525" cap="flat">
              <a:noFill/>
              <a:prstDash val="solid"/>
              <a:miter/>
            </a:ln>
          </p:spPr>
          <p:txBody>
            <a:bodyPr rtlCol="0" anchor="ctr"/>
            <a:lstStyle/>
            <a:p>
              <a:pPr>
                <a:defRPr/>
              </a:pPr>
              <a:endParaRPr lang="en-GB"/>
            </a:p>
          </p:txBody>
        </p:sp>
        <p:sp>
          <p:nvSpPr>
            <p:cNvPr id="30" name="Vrije vorm: vorm 29"/>
            <p:cNvSpPr/>
            <p:nvPr/>
          </p:nvSpPr>
          <p:spPr bwMode="auto">
            <a:xfrm>
              <a:off x="3535108" y="2537173"/>
              <a:ext cx="24003" cy="182213"/>
            </a:xfrm>
            <a:custGeom>
              <a:avLst/>
              <a:gdLst>
                <a:gd name="connsiteX0" fmla="*/ 0 w 24003"/>
                <a:gd name="connsiteY0" fmla="*/ 0 h 182213"/>
                <a:gd name="connsiteX1" fmla="*/ 24003 w 24003"/>
                <a:gd name="connsiteY1" fmla="*/ 0 h 182213"/>
                <a:gd name="connsiteX2" fmla="*/ 24003 w 24003"/>
                <a:gd name="connsiteY2" fmla="*/ 182213 h 182213"/>
                <a:gd name="connsiteX3" fmla="*/ 0 w 24003"/>
                <a:gd name="connsiteY3" fmla="*/ 182213 h 182213"/>
              </a:gdLst>
              <a:ahLst/>
              <a:cxnLst>
                <a:cxn ang="0">
                  <a:pos x="connsiteX0" y="connsiteY0"/>
                </a:cxn>
                <a:cxn ang="0">
                  <a:pos x="connsiteX1" y="connsiteY1"/>
                </a:cxn>
                <a:cxn ang="0">
                  <a:pos x="connsiteX2" y="connsiteY2"/>
                </a:cxn>
                <a:cxn ang="0">
                  <a:pos x="connsiteX3" y="connsiteY3"/>
                </a:cxn>
              </a:cxnLst>
              <a:rect l="l" t="t" r="r" b="b"/>
              <a:pathLst>
                <a:path w="24003" h="182213" fill="norm" stroke="1" extrusionOk="0">
                  <a:moveTo>
                    <a:pt x="0" y="0"/>
                  </a:moveTo>
                  <a:lnTo>
                    <a:pt x="24003" y="0"/>
                  </a:lnTo>
                  <a:lnTo>
                    <a:pt x="24003" y="182213"/>
                  </a:lnTo>
                  <a:lnTo>
                    <a:pt x="0" y="182213"/>
                  </a:lnTo>
                  <a:close/>
                </a:path>
              </a:pathLst>
            </a:custGeom>
            <a:grpFill/>
            <a:ln w="9525" cap="flat">
              <a:noFill/>
              <a:prstDash val="solid"/>
              <a:miter/>
            </a:ln>
          </p:spPr>
          <p:txBody>
            <a:bodyPr rtlCol="0" anchor="ctr"/>
            <a:lstStyle/>
            <a:p>
              <a:pPr>
                <a:defRPr/>
              </a:pPr>
              <a:endParaRPr lang="en-GB"/>
            </a:p>
          </p:txBody>
        </p:sp>
        <p:sp>
          <p:nvSpPr>
            <p:cNvPr id="31" name="Vrije vorm: vorm 30"/>
            <p:cNvSpPr/>
            <p:nvPr/>
          </p:nvSpPr>
          <p:spPr bwMode="auto">
            <a:xfrm>
              <a:off x="3585591" y="2533363"/>
              <a:ext cx="81533" cy="186023"/>
            </a:xfrm>
            <a:custGeom>
              <a:avLst/>
              <a:gdLst>
                <a:gd name="connsiteX0" fmla="*/ 48768 w 81533"/>
                <a:gd name="connsiteY0" fmla="*/ 186023 h 186023"/>
                <a:gd name="connsiteX1" fmla="*/ 48768 w 81533"/>
                <a:gd name="connsiteY1" fmla="*/ 76009 h 186023"/>
                <a:gd name="connsiteX2" fmla="*/ 78010 w 81533"/>
                <a:gd name="connsiteY2" fmla="*/ 76009 h 186023"/>
                <a:gd name="connsiteX3" fmla="*/ 78010 w 81533"/>
                <a:gd name="connsiteY3" fmla="*/ 59341 h 186023"/>
                <a:gd name="connsiteX4" fmla="*/ 48768 w 81533"/>
                <a:gd name="connsiteY4" fmla="*/ 59341 h 186023"/>
                <a:gd name="connsiteX5" fmla="*/ 48768 w 81533"/>
                <a:gd name="connsiteY5" fmla="*/ 38862 h 186023"/>
                <a:gd name="connsiteX6" fmla="*/ 69437 w 81533"/>
                <a:gd name="connsiteY6" fmla="*/ 21717 h 186023"/>
                <a:gd name="connsiteX7" fmla="*/ 81534 w 81533"/>
                <a:gd name="connsiteY7" fmla="*/ 22479 h 186023"/>
                <a:gd name="connsiteX8" fmla="*/ 81534 w 81533"/>
                <a:gd name="connsiteY8" fmla="*/ 2572 h 186023"/>
                <a:gd name="connsiteX9" fmla="*/ 64389 w 81533"/>
                <a:gd name="connsiteY9" fmla="*/ 0 h 186023"/>
                <a:gd name="connsiteX10" fmla="*/ 24765 w 81533"/>
                <a:gd name="connsiteY10" fmla="*/ 35624 h 186023"/>
                <a:gd name="connsiteX11" fmla="*/ 24765 w 81533"/>
                <a:gd name="connsiteY11" fmla="*/ 59341 h 186023"/>
                <a:gd name="connsiteX12" fmla="*/ 0 w 81533"/>
                <a:gd name="connsiteY12" fmla="*/ 59341 h 186023"/>
                <a:gd name="connsiteX13" fmla="*/ 0 w 81533"/>
                <a:gd name="connsiteY13" fmla="*/ 76009 h 186023"/>
                <a:gd name="connsiteX14" fmla="*/ 24765 w 81533"/>
                <a:gd name="connsiteY14" fmla="*/ 76009 h 186023"/>
                <a:gd name="connsiteX15" fmla="*/ 24765 w 81533"/>
                <a:gd name="connsiteY15" fmla="*/ 186023 h 186023"/>
                <a:gd name="connsiteX16" fmla="*/ 48768 w 81533"/>
                <a:gd name="connsiteY16" fmla="*/ 186023 h 186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1533" h="186023" fill="norm" stroke="1" extrusionOk="0">
                  <a:moveTo>
                    <a:pt x="48768" y="186023"/>
                  </a:moveTo>
                  <a:lnTo>
                    <a:pt x="48768" y="76009"/>
                  </a:lnTo>
                  <a:lnTo>
                    <a:pt x="78010" y="76009"/>
                  </a:lnTo>
                  <a:lnTo>
                    <a:pt x="78010" y="59341"/>
                  </a:lnTo>
                  <a:lnTo>
                    <a:pt x="48768" y="59341"/>
                  </a:lnTo>
                  <a:lnTo>
                    <a:pt x="48768" y="38862"/>
                  </a:lnTo>
                  <a:cubicBezTo>
                    <a:pt x="48768" y="24193"/>
                    <a:pt x="55817" y="21717"/>
                    <a:pt x="69437" y="21717"/>
                  </a:cubicBezTo>
                  <a:cubicBezTo>
                    <a:pt x="73438" y="21717"/>
                    <a:pt x="77533" y="22193"/>
                    <a:pt x="81534" y="22479"/>
                  </a:cubicBezTo>
                  <a:lnTo>
                    <a:pt x="81534" y="2572"/>
                  </a:lnTo>
                  <a:cubicBezTo>
                    <a:pt x="75914" y="1333"/>
                    <a:pt x="70199" y="0"/>
                    <a:pt x="64389" y="0"/>
                  </a:cubicBezTo>
                  <a:cubicBezTo>
                    <a:pt x="41720" y="0"/>
                    <a:pt x="24765" y="11430"/>
                    <a:pt x="24765" y="35624"/>
                  </a:cubicBezTo>
                  <a:lnTo>
                    <a:pt x="24765" y="59341"/>
                  </a:lnTo>
                  <a:lnTo>
                    <a:pt x="0" y="59341"/>
                  </a:lnTo>
                  <a:lnTo>
                    <a:pt x="0" y="76009"/>
                  </a:lnTo>
                  <a:lnTo>
                    <a:pt x="24765" y="76009"/>
                  </a:lnTo>
                  <a:lnTo>
                    <a:pt x="24765" y="186023"/>
                  </a:lnTo>
                  <a:lnTo>
                    <a:pt x="48768" y="186023"/>
                  </a:lnTo>
                  <a:close/>
                </a:path>
              </a:pathLst>
            </a:custGeom>
            <a:grpFill/>
            <a:ln w="9525" cap="flat">
              <a:noFill/>
              <a:prstDash val="solid"/>
              <a:miter/>
            </a:ln>
          </p:spPr>
          <p:txBody>
            <a:bodyPr rtlCol="0" anchor="ctr"/>
            <a:lstStyle/>
            <a:p>
              <a:pPr>
                <a:defRPr/>
              </a:pPr>
              <a:endParaRPr lang="en-GB"/>
            </a:p>
          </p:txBody>
        </p:sp>
        <p:sp>
          <p:nvSpPr>
            <p:cNvPr id="32" name="Vrije vorm: vorm 31"/>
            <p:cNvSpPr/>
            <p:nvPr/>
          </p:nvSpPr>
          <p:spPr bwMode="auto">
            <a:xfrm>
              <a:off x="3677316" y="2558224"/>
              <a:ext cx="74961" cy="164972"/>
            </a:xfrm>
            <a:custGeom>
              <a:avLst/>
              <a:gdLst>
                <a:gd name="connsiteX0" fmla="*/ 0 w 74961"/>
                <a:gd name="connsiteY0" fmla="*/ 34480 h 164972"/>
                <a:gd name="connsiteX1" fmla="*/ 0 w 74961"/>
                <a:gd name="connsiteY1" fmla="*/ 51149 h 164972"/>
                <a:gd name="connsiteX2" fmla="*/ 21717 w 74961"/>
                <a:gd name="connsiteY2" fmla="*/ 51149 h 164972"/>
                <a:gd name="connsiteX3" fmla="*/ 21717 w 74961"/>
                <a:gd name="connsiteY3" fmla="*/ 131921 h 164972"/>
                <a:gd name="connsiteX4" fmla="*/ 57626 w 74961"/>
                <a:gd name="connsiteY4" fmla="*/ 164973 h 164972"/>
                <a:gd name="connsiteX5" fmla="*/ 74009 w 74961"/>
                <a:gd name="connsiteY5" fmla="*/ 163449 h 164972"/>
                <a:gd name="connsiteX6" fmla="*/ 74009 w 74961"/>
                <a:gd name="connsiteY6" fmla="*/ 145066 h 164972"/>
                <a:gd name="connsiteX7" fmla="*/ 61341 w 74961"/>
                <a:gd name="connsiteY7" fmla="*/ 146590 h 164972"/>
                <a:gd name="connsiteX8" fmla="*/ 45720 w 74961"/>
                <a:gd name="connsiteY8" fmla="*/ 133255 h 164972"/>
                <a:gd name="connsiteX9" fmla="*/ 45720 w 74961"/>
                <a:gd name="connsiteY9" fmla="*/ 51245 h 164972"/>
                <a:gd name="connsiteX10" fmla="*/ 74962 w 74961"/>
                <a:gd name="connsiteY10" fmla="*/ 51245 h 164972"/>
                <a:gd name="connsiteX11" fmla="*/ 74962 w 74961"/>
                <a:gd name="connsiteY11" fmla="*/ 34576 h 164972"/>
                <a:gd name="connsiteX12" fmla="*/ 45720 w 74961"/>
                <a:gd name="connsiteY12" fmla="*/ 34576 h 164972"/>
                <a:gd name="connsiteX13" fmla="*/ 45720 w 74961"/>
                <a:gd name="connsiteY13" fmla="*/ 0 h 164972"/>
                <a:gd name="connsiteX14" fmla="*/ 21717 w 74961"/>
                <a:gd name="connsiteY14" fmla="*/ 7525 h 164972"/>
                <a:gd name="connsiteX15" fmla="*/ 21717 w 74961"/>
                <a:gd name="connsiteY15" fmla="*/ 34576 h 164972"/>
                <a:gd name="connsiteX16" fmla="*/ 0 w 74961"/>
                <a:gd name="connsiteY16" fmla="*/ 34480 h 1649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4961" h="164972" fill="norm" stroke="1" extrusionOk="0">
                  <a:moveTo>
                    <a:pt x="0" y="34480"/>
                  </a:moveTo>
                  <a:lnTo>
                    <a:pt x="0" y="51149"/>
                  </a:lnTo>
                  <a:lnTo>
                    <a:pt x="21717" y="51149"/>
                  </a:lnTo>
                  <a:lnTo>
                    <a:pt x="21717" y="131921"/>
                  </a:lnTo>
                  <a:cubicBezTo>
                    <a:pt x="21717" y="148780"/>
                    <a:pt x="22003" y="164973"/>
                    <a:pt x="57626" y="164973"/>
                  </a:cubicBezTo>
                  <a:cubicBezTo>
                    <a:pt x="63151" y="164973"/>
                    <a:pt x="68389" y="164497"/>
                    <a:pt x="74009" y="163449"/>
                  </a:cubicBezTo>
                  <a:lnTo>
                    <a:pt x="74009" y="145066"/>
                  </a:lnTo>
                  <a:cubicBezTo>
                    <a:pt x="70104" y="146018"/>
                    <a:pt x="65151" y="146590"/>
                    <a:pt x="61341" y="146590"/>
                  </a:cubicBezTo>
                  <a:cubicBezTo>
                    <a:pt x="52768" y="146590"/>
                    <a:pt x="45720" y="142304"/>
                    <a:pt x="45720" y="133255"/>
                  </a:cubicBezTo>
                  <a:lnTo>
                    <a:pt x="45720" y="51245"/>
                  </a:lnTo>
                  <a:lnTo>
                    <a:pt x="74962" y="51245"/>
                  </a:lnTo>
                  <a:lnTo>
                    <a:pt x="74962" y="34576"/>
                  </a:lnTo>
                  <a:lnTo>
                    <a:pt x="45720" y="34576"/>
                  </a:lnTo>
                  <a:lnTo>
                    <a:pt x="45720" y="0"/>
                  </a:lnTo>
                  <a:lnTo>
                    <a:pt x="21717" y="7525"/>
                  </a:lnTo>
                  <a:lnTo>
                    <a:pt x="21717" y="34576"/>
                  </a:lnTo>
                  <a:lnTo>
                    <a:pt x="0" y="34480"/>
                  </a:lnTo>
                  <a:close/>
                </a:path>
              </a:pathLst>
            </a:custGeom>
            <a:grpFill/>
            <a:ln w="9525" cap="flat">
              <a:noFill/>
              <a:prstDash val="solid"/>
              <a:miter/>
            </a:ln>
          </p:spPr>
          <p:txBody>
            <a:bodyPr rtlCol="0" anchor="ctr"/>
            <a:lstStyle/>
            <a:p>
              <a:pPr>
                <a:defRPr/>
              </a:pPr>
              <a:endParaRPr lang="en-GB"/>
            </a:p>
          </p:txBody>
        </p:sp>
        <p:sp>
          <p:nvSpPr>
            <p:cNvPr id="33" name="Vrije vorm: vorm 32"/>
            <p:cNvSpPr/>
            <p:nvPr/>
          </p:nvSpPr>
          <p:spPr bwMode="auto">
            <a:xfrm>
              <a:off x="3219449" y="2537077"/>
              <a:ext cx="148685" cy="182308"/>
            </a:xfrm>
            <a:custGeom>
              <a:avLst/>
              <a:gdLst>
                <a:gd name="connsiteX0" fmla="*/ 0 w 148685"/>
                <a:gd name="connsiteY0" fmla="*/ 182309 h 182308"/>
                <a:gd name="connsiteX1" fmla="*/ 62579 w 148685"/>
                <a:gd name="connsiteY1" fmla="*/ 182309 h 182308"/>
                <a:gd name="connsiteX2" fmla="*/ 148685 w 148685"/>
                <a:gd name="connsiteY2" fmla="*/ 91154 h 182308"/>
                <a:gd name="connsiteX3" fmla="*/ 62579 w 148685"/>
                <a:gd name="connsiteY3" fmla="*/ 0 h 182308"/>
                <a:gd name="connsiteX4" fmla="*/ 0 w 148685"/>
                <a:gd name="connsiteY4" fmla="*/ 0 h 182308"/>
                <a:gd name="connsiteX5" fmla="*/ 0 w 148685"/>
                <a:gd name="connsiteY5" fmla="*/ 182309 h 182308"/>
                <a:gd name="connsiteX6" fmla="*/ 25241 w 148685"/>
                <a:gd name="connsiteY6" fmla="*/ 21812 h 182308"/>
                <a:gd name="connsiteX7" fmla="*/ 62579 w 148685"/>
                <a:gd name="connsiteY7" fmla="*/ 21812 h 182308"/>
                <a:gd name="connsiteX8" fmla="*/ 122206 w 148685"/>
                <a:gd name="connsiteY8" fmla="*/ 91250 h 182308"/>
                <a:gd name="connsiteX9" fmla="*/ 62579 w 148685"/>
                <a:gd name="connsiteY9" fmla="*/ 160687 h 182308"/>
                <a:gd name="connsiteX10" fmla="*/ 25241 w 148685"/>
                <a:gd name="connsiteY10" fmla="*/ 160687 h 182308"/>
                <a:gd name="connsiteX11" fmla="*/ 25241 w 148685"/>
                <a:gd name="connsiteY11" fmla="*/ 21812 h 1823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48685" h="182308" fill="norm" stroke="1" extrusionOk="0">
                  <a:moveTo>
                    <a:pt x="0" y="182309"/>
                  </a:moveTo>
                  <a:lnTo>
                    <a:pt x="62579" y="182309"/>
                  </a:lnTo>
                  <a:cubicBezTo>
                    <a:pt x="140494" y="182309"/>
                    <a:pt x="148685" y="116300"/>
                    <a:pt x="148685" y="91154"/>
                  </a:cubicBezTo>
                  <a:cubicBezTo>
                    <a:pt x="148685" y="66008"/>
                    <a:pt x="140494" y="0"/>
                    <a:pt x="62579" y="0"/>
                  </a:cubicBezTo>
                  <a:lnTo>
                    <a:pt x="0" y="0"/>
                  </a:lnTo>
                  <a:lnTo>
                    <a:pt x="0" y="182309"/>
                  </a:lnTo>
                  <a:close/>
                  <a:moveTo>
                    <a:pt x="25241" y="21812"/>
                  </a:moveTo>
                  <a:lnTo>
                    <a:pt x="62579" y="21812"/>
                  </a:lnTo>
                  <a:cubicBezTo>
                    <a:pt x="104680" y="21812"/>
                    <a:pt x="122206" y="53626"/>
                    <a:pt x="122206" y="91250"/>
                  </a:cubicBezTo>
                  <a:cubicBezTo>
                    <a:pt x="122206" y="128873"/>
                    <a:pt x="104680" y="160687"/>
                    <a:pt x="62579" y="160687"/>
                  </a:cubicBezTo>
                  <a:lnTo>
                    <a:pt x="25241" y="160687"/>
                  </a:lnTo>
                  <a:lnTo>
                    <a:pt x="25241" y="21812"/>
                  </a:lnTo>
                  <a:close/>
                </a:path>
              </a:pathLst>
            </a:custGeom>
            <a:grpFill/>
            <a:ln w="9525" cap="flat">
              <a:noFill/>
              <a:prstDash val="solid"/>
              <a:miter/>
            </a:ln>
          </p:spPr>
          <p:txBody>
            <a:bodyPr rtlCol="0" anchor="ctr"/>
            <a:lstStyle/>
            <a:p>
              <a:pPr>
                <a:defRPr/>
              </a:pPr>
              <a:endParaRPr lang="en-GB"/>
            </a:p>
          </p:txBody>
        </p:sp>
      </p:grpSp>
      <p:sp>
        <p:nvSpPr>
          <p:cNvPr id="588003726" name="Tijdelijke aanduiding voor datum 41"/>
          <p:cNvSpPr>
            <a:spLocks noGrp="1"/>
          </p:cNvSpPr>
          <p:nvPr>
            <p:ph type="dt" sz="half" idx="14"/>
          </p:nvPr>
        </p:nvSpPr>
        <p:spPr bwMode="auto"/>
        <p:txBody>
          <a:bodyPr/>
          <a:lstStyle>
            <a:lvl1pPr>
              <a:defRPr>
                <a:solidFill>
                  <a:schemeClr val="bg1"/>
                </a:solidFill>
              </a:defRPr>
            </a:lvl1pPr>
          </a:lstStyle>
          <a:p>
            <a:pPr>
              <a:defRPr/>
            </a:pPr>
            <a:fld id="{5B227193-D8F5-48A7-B0D3-6DAD1F4F8E92}" type="datetime1">
              <a:rPr lang="nl-NL"/>
              <a:t>10-3-2025</a:t>
            </a:fld>
            <a:endParaRPr lang="en-GB"/>
          </a:p>
        </p:txBody>
      </p:sp>
      <p:sp>
        <p:nvSpPr>
          <p:cNvPr id="1823564812" name="Tijdelijke aanduiding voor dianummer 42"/>
          <p:cNvSpPr>
            <a:spLocks noGrp="1"/>
          </p:cNvSpPr>
          <p:nvPr>
            <p:ph type="sldNum" sz="quarter" idx="15"/>
          </p:nvPr>
        </p:nvSpPr>
        <p:spPr bwMode="auto"/>
        <p:txBody>
          <a:bodyPr/>
          <a:lstStyle>
            <a:lvl1pPr>
              <a:defRPr>
                <a:solidFill>
                  <a:schemeClr val="bg1"/>
                </a:solidFill>
              </a:defRPr>
            </a:lvl1pPr>
          </a:lstStyle>
          <a:p>
            <a:pPr>
              <a:defRPr/>
            </a:pPr>
            <a:fld id="{9E843DB9-9987-4157-AB9C-CEA8D7D910BB}" type="slidenum">
              <a:rPr lang="en-GB"/>
              <a:t>‹#›</a:t>
            </a:fld>
            <a:endParaRPr lang="en-GB"/>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userDrawn="1">
  <p:cSld name="Graph">
    <p:spTree>
      <p:nvGrpSpPr>
        <p:cNvPr id="1" name=""/>
        <p:cNvGrpSpPr/>
        <p:nvPr/>
      </p:nvGrpSpPr>
      <p:grpSpPr bwMode="auto">
        <a:xfrm>
          <a:off x="0" y="0"/>
          <a:ext cx="0" cy="0"/>
          <a:chOff x="0" y="0"/>
          <a:chExt cx="0" cy="0"/>
        </a:xfrm>
      </p:grpSpPr>
      <p:sp>
        <p:nvSpPr>
          <p:cNvPr id="2070094088" name="Tijdelijke aanduiding voor grafiek 17"/>
          <p:cNvSpPr>
            <a:spLocks noGrp="1"/>
          </p:cNvSpPr>
          <p:nvPr>
            <p:ph type="chart" sz="quarter" idx="17" hasCustomPrompt="1"/>
          </p:nvPr>
        </p:nvSpPr>
        <p:spPr bwMode="auto">
          <a:xfrm>
            <a:off x="718667" y="1565275"/>
            <a:ext cx="10753334" cy="4435475"/>
          </a:xfrm>
          <a:prstGeom prst="rect">
            <a:avLst/>
          </a:prstGeom>
          <a:solidFill>
            <a:schemeClr val="bg1">
              <a:lumMod val="95000"/>
            </a:schemeClr>
          </a:solidFill>
        </p:spPr>
        <p:txBody>
          <a:bodyPr tIns="0" bIns="1260000" anchor="ctr" anchorCtr="0"/>
          <a:lstStyle>
            <a:lvl1pPr marL="0" indent="0" algn="ctr">
              <a:lnSpc>
                <a:spcPct val="100000"/>
              </a:lnSpc>
              <a:spcBef>
                <a:spcPts val="0"/>
              </a:spcBef>
              <a:spcAft>
                <a:spcPts val="0"/>
              </a:spcAft>
              <a:buNone/>
              <a:defRPr sz="1200" i="1">
                <a:solidFill>
                  <a:schemeClr val="bg1">
                    <a:lumMod val="50000"/>
                  </a:schemeClr>
                </a:solidFill>
              </a:defRPr>
            </a:lvl1pPr>
          </a:lstStyle>
          <a:p>
            <a:pPr>
              <a:defRPr/>
            </a:pPr>
            <a:r>
              <a:rPr lang="en-GB"/>
              <a:t>Click on the icon below</a:t>
            </a:r>
            <a:br>
              <a:rPr lang="en-GB"/>
            </a:br>
            <a:r>
              <a:rPr lang="en-GB"/>
              <a:t>to insert a graph</a:t>
            </a:r>
            <a:endParaRPr/>
          </a:p>
        </p:txBody>
      </p:sp>
      <p:sp>
        <p:nvSpPr>
          <p:cNvPr id="966846303" name="Titel 1"/>
          <p:cNvSpPr>
            <a:spLocks noGrp="1"/>
          </p:cNvSpPr>
          <p:nvPr>
            <p:ph type="title" hasCustomPrompt="1"/>
          </p:nvPr>
        </p:nvSpPr>
        <p:spPr bwMode="auto"/>
        <p:txBody>
          <a:bodyPr/>
          <a:lstStyle/>
          <a:p>
            <a:pPr>
              <a:defRPr/>
            </a:pPr>
            <a:r>
              <a:rPr lang="en-GB"/>
              <a:t>Title goes here</a:t>
            </a:r>
            <a:endParaRPr/>
          </a:p>
        </p:txBody>
      </p:sp>
      <p:sp>
        <p:nvSpPr>
          <p:cNvPr id="1447037943" name="Rechthoek 7"/>
          <p:cNvSpPr/>
          <p:nvPr userDrawn="1"/>
        </p:nvSpPr>
        <p:spPr bwMode="auto">
          <a:xfrm>
            <a:off x="0" y="-441330"/>
            <a:ext cx="679673" cy="2769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spAutoFit/>
          </a:bodyPr>
          <a:lstStyle/>
          <a:p>
            <a:pPr lvl="0">
              <a:defRPr/>
            </a:pPr>
            <a:r>
              <a:rPr lang="en-GB" sz="1800" b="1" cap="none">
                <a:solidFill>
                  <a:schemeClr val="accent1"/>
                </a:solidFill>
                <a:latin typeface="+mj-lt"/>
              </a:rPr>
              <a:t>Graph</a:t>
            </a:r>
            <a:endParaRPr/>
          </a:p>
        </p:txBody>
      </p:sp>
      <p:sp>
        <p:nvSpPr>
          <p:cNvPr id="69721456" name="Tijdelijke aanduiding voor datum 2"/>
          <p:cNvSpPr>
            <a:spLocks noGrp="1"/>
          </p:cNvSpPr>
          <p:nvPr>
            <p:ph type="dt" sz="half" idx="14"/>
          </p:nvPr>
        </p:nvSpPr>
        <p:spPr bwMode="auto"/>
        <p:txBody>
          <a:bodyPr/>
          <a:lstStyle/>
          <a:p>
            <a:pPr>
              <a:defRPr/>
            </a:pPr>
            <a:fld id="{84F67F68-8730-46D4-B97A-B14B07754ED5}" type="datetime1">
              <a:rPr lang="nl-NL"/>
              <a:t>10-3-2025</a:t>
            </a:fld>
            <a:endParaRPr lang="en-GB"/>
          </a:p>
        </p:txBody>
      </p:sp>
      <p:sp>
        <p:nvSpPr>
          <p:cNvPr id="1803145746" name="Tijdelijke aanduiding voor dianummer 4"/>
          <p:cNvSpPr>
            <a:spLocks noGrp="1"/>
          </p:cNvSpPr>
          <p:nvPr>
            <p:ph type="sldNum" sz="quarter" idx="16"/>
          </p:nvPr>
        </p:nvSpPr>
        <p:spPr bwMode="auto"/>
        <p:txBody>
          <a:bodyPr/>
          <a:lstStyle/>
          <a:p>
            <a:pPr>
              <a:defRPr/>
            </a:pPr>
            <a:fld id="{9E843DB9-9987-4157-AB9C-CEA8D7D910BB}" type="slidenum">
              <a:rPr lang="en-GB"/>
              <a:t>‹#›</a:t>
            </a:fld>
            <a:endParaRPr lang="en-GB"/>
          </a:p>
        </p:txBody>
      </p:sp>
      <p:grpSp>
        <p:nvGrpSpPr>
          <p:cNvPr id="1410559950" name="INSTRUCTION"/>
          <p:cNvGrpSpPr/>
          <p:nvPr userDrawn="1"/>
        </p:nvGrpSpPr>
        <p:grpSpPr bwMode="auto">
          <a:xfrm>
            <a:off x="-3786437" y="2"/>
            <a:ext cx="3693386" cy="5715919"/>
            <a:chOff x="-3786437" y="2"/>
            <a:chExt cx="3693386" cy="5715919"/>
          </a:xfrm>
        </p:grpSpPr>
        <p:grpSp>
          <p:nvGrpSpPr>
            <p:cNvPr id="7" name="Groep 6"/>
            <p:cNvGrpSpPr/>
            <p:nvPr userDrawn="1"/>
          </p:nvGrpSpPr>
          <p:grpSpPr bwMode="auto">
            <a:xfrm>
              <a:off x="-3786437" y="3234716"/>
              <a:ext cx="3693386" cy="2481205"/>
              <a:chOff x="-3786437" y="3234716"/>
              <a:chExt cx="3693386" cy="2481205"/>
            </a:xfrm>
          </p:grpSpPr>
          <p:sp>
            <p:nvSpPr>
              <p:cNvPr id="32" name="Rechthoek 31"/>
              <p:cNvSpPr/>
              <p:nvPr userDrawn="1"/>
            </p:nvSpPr>
            <p:spPr bwMode="auto">
              <a:xfrm>
                <a:off x="-3786165" y="3234716"/>
                <a:ext cx="3593091" cy="1849348"/>
              </a:xfrm>
              <a:prstGeom prst="rect">
                <a:avLst/>
              </a:prstGeom>
              <a:solidFill>
                <a:srgbClr val="FFFFFF"/>
              </a:solidFill>
              <a:ln w="6350">
                <a:solidFill>
                  <a:srgbClr val="ECECEC"/>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noAutofit/>
              </a:bodyPr>
              <a:lstStyle/>
              <a:p>
                <a:pPr algn="l">
                  <a:lnSpc>
                    <a:spcPct val="90000"/>
                  </a:lnSpc>
                  <a:spcBef>
                    <a:spcPts val="600"/>
                  </a:spcBef>
                  <a:spcAft>
                    <a:spcPts val="600"/>
                  </a:spcAft>
                  <a:defRPr/>
                </a:pPr>
                <a:r>
                  <a:rPr lang="en-GB" sz="1400" b="1" cap="all">
                    <a:solidFill>
                      <a:schemeClr val="accent1"/>
                    </a:solidFill>
                    <a:latin typeface="Calibri"/>
                    <a:cs typeface="Calibri"/>
                  </a:rPr>
                  <a:t>Edit chart data</a:t>
                </a:r>
                <a:endParaRPr/>
              </a:p>
            </p:txBody>
          </p:sp>
          <p:sp>
            <p:nvSpPr>
              <p:cNvPr id="33" name="Ovaal 32"/>
              <p:cNvSpPr/>
              <p:nvPr userDrawn="1"/>
            </p:nvSpPr>
            <p:spPr bwMode="auto">
              <a:xfrm>
                <a:off x="-3603587" y="3699314"/>
                <a:ext cx="180000" cy="180000"/>
              </a:xfrm>
              <a:prstGeom prst="ellipse">
                <a:avLst/>
              </a:prstGeom>
              <a:solidFill>
                <a:schemeClr val="accent1"/>
              </a:solidFill>
              <a:ln w="25400" cap="flat" cmpd="sng" algn="ctr">
                <a:noFill/>
                <a:prstDash val="solid"/>
              </a:ln>
              <a:effectLst/>
            </p:spPr>
            <p:txBody>
              <a:bodyPr wrap="none" lIns="0" tIns="0" rIns="0" bIns="0" rtlCol="0" anchor="ctr">
                <a:noAutofit/>
              </a:bodyP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1</a:t>
                </a:r>
                <a:endParaRPr/>
              </a:p>
            </p:txBody>
          </p:sp>
          <p:sp>
            <p:nvSpPr>
              <p:cNvPr id="34" name="Rechthoek 33"/>
              <p:cNvSpPr/>
              <p:nvPr userDrawn="1"/>
            </p:nvSpPr>
            <p:spPr bwMode="auto">
              <a:xfrm>
                <a:off x="-3319415" y="3699315"/>
                <a:ext cx="2944682" cy="327689"/>
              </a:xfrm>
              <a:prstGeom prst="rect">
                <a:avLst/>
              </a:prstGeom>
              <a:noFill/>
              <a:ln w="25400" cap="flat" cmpd="sng" algn="ctr">
                <a:noFill/>
                <a:prstDash val="solid"/>
              </a:ln>
              <a:effectLst/>
            </p:spPr>
            <p:txBody>
              <a:bodyPr lIns="0" tIns="0" rIns="0" bIns="0" rtlCol="0" anchor="t">
                <a:noAutofit/>
              </a:bodyPr>
              <a:lstStyle/>
              <a:p>
                <a:pPr marL="0" marR="0" lvl="0" indent="0" defTabSz="914400">
                  <a:lnSpc>
                    <a:spcPct val="90000"/>
                  </a:lnSpc>
                  <a:spcBef>
                    <a:spcPts val="600"/>
                  </a:spcBef>
                  <a:spcAft>
                    <a:spcPts val="600"/>
                  </a:spcAft>
                  <a:buClrTx/>
                  <a:buSzTx/>
                  <a:buFontTx/>
                  <a:buNone/>
                  <a:defRPr/>
                </a:pPr>
                <a:r>
                  <a:rPr lang="en-GB" sz="1200" b="0" i="0" u="none" strike="noStrike" cap="none" spc="0">
                    <a:ln>
                      <a:noFill/>
                    </a:ln>
                    <a:solidFill>
                      <a:srgbClr val="000000"/>
                    </a:solidFill>
                    <a:latin typeface="Calibri"/>
                    <a:cs typeface="Calibri"/>
                  </a:rPr>
                  <a:t>Click with the right mouse button on the chart</a:t>
                </a:r>
                <a:br>
                  <a:rPr lang="en-GB" sz="1200" b="0" i="0" u="none" strike="noStrike" cap="none" spc="0">
                    <a:ln>
                      <a:noFill/>
                    </a:ln>
                    <a:solidFill>
                      <a:srgbClr val="000000"/>
                    </a:solidFill>
                    <a:latin typeface="Calibri"/>
                    <a:cs typeface="Calibri"/>
                  </a:rPr>
                </a:br>
                <a:r>
                  <a:rPr lang="en-GB" sz="1200" b="0" i="0" u="none" strike="noStrike" cap="none" spc="0">
                    <a:ln>
                      <a:noFill/>
                    </a:ln>
                    <a:solidFill>
                      <a:srgbClr val="000000"/>
                    </a:solidFill>
                    <a:latin typeface="Calibri"/>
                    <a:cs typeface="Calibri"/>
                  </a:rPr>
                  <a:t>and choose </a:t>
                </a:r>
                <a:r>
                  <a:rPr lang="en-GB" sz="1200" b="1" i="0" u="none" strike="noStrike" cap="none" spc="0">
                    <a:ln>
                      <a:noFill/>
                    </a:ln>
                    <a:solidFill>
                      <a:srgbClr val="000000"/>
                    </a:solidFill>
                    <a:latin typeface="Calibri"/>
                    <a:cs typeface="Calibri"/>
                  </a:rPr>
                  <a:t>‘Edit data’</a:t>
                </a:r>
                <a:r>
                  <a:rPr lang="en-GB" sz="1200" b="0" i="0" u="none" strike="noStrike" cap="none" spc="0">
                    <a:ln>
                      <a:noFill/>
                    </a:ln>
                    <a:solidFill>
                      <a:srgbClr val="000000"/>
                    </a:solidFill>
                    <a:latin typeface="Calibri"/>
                    <a:cs typeface="Calibri"/>
                  </a:rPr>
                  <a:t>.</a:t>
                </a:r>
                <a:endParaRPr/>
              </a:p>
            </p:txBody>
          </p:sp>
          <p:grpSp>
            <p:nvGrpSpPr>
              <p:cNvPr id="35" name="Groep 34"/>
              <p:cNvGrpSpPr/>
              <p:nvPr userDrawn="1"/>
            </p:nvGrpSpPr>
            <p:grpSpPr bwMode="auto">
              <a:xfrm>
                <a:off x="-3314821" y="4139107"/>
                <a:ext cx="1495189" cy="563933"/>
                <a:chOff x="-3314821" y="3310415"/>
                <a:chExt cx="1495189" cy="563933"/>
              </a:xfrm>
            </p:grpSpPr>
            <p:sp>
              <p:nvSpPr>
                <p:cNvPr id="46" name="Rechthoek 45"/>
                <p:cNvSpPr/>
                <p:nvPr userDrawn="1"/>
              </p:nvSpPr>
              <p:spPr bwMode="auto">
                <a:xfrm>
                  <a:off x="-3314821" y="3310415"/>
                  <a:ext cx="1403797" cy="504851"/>
                </a:xfrm>
                <a:prstGeom prst="rect">
                  <a:avLst/>
                </a:prstGeom>
                <a:solidFill>
                  <a:srgbClr val="FFFFFF"/>
                </a:solidFill>
                <a:ln w="12700">
                  <a:solidFill>
                    <a:srgbClr val="D1D1D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noAutofit/>
                </a:bodyPr>
                <a:lstStyle/>
                <a:p>
                  <a:pPr algn="l">
                    <a:lnSpc>
                      <a:spcPct val="90000"/>
                    </a:lnSpc>
                    <a:spcBef>
                      <a:spcPts val="600"/>
                    </a:spcBef>
                    <a:spcAft>
                      <a:spcPts val="600"/>
                    </a:spcAft>
                    <a:defRPr/>
                  </a:pPr>
                  <a:endParaRPr lang="en-GB" sz="800" b="0">
                    <a:solidFill>
                      <a:srgbClr val="211F26"/>
                    </a:solidFill>
                    <a:latin typeface="Calibri"/>
                    <a:cs typeface="Calibri"/>
                  </a:endParaRPr>
                </a:p>
              </p:txBody>
            </p:sp>
            <p:sp>
              <p:nvSpPr>
                <p:cNvPr id="47" name="Rechthoek 46"/>
                <p:cNvSpPr/>
                <p:nvPr userDrawn="1"/>
              </p:nvSpPr>
              <p:spPr bwMode="auto">
                <a:xfrm>
                  <a:off x="-3304718" y="3564140"/>
                  <a:ext cx="1387813" cy="246608"/>
                </a:xfrm>
                <a:prstGeom prst="rect">
                  <a:avLst/>
                </a:prstGeom>
                <a:solidFill>
                  <a:srgbClr val="FCE4DC"/>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noAutofit/>
                </a:bodyPr>
                <a:lstStyle/>
                <a:p>
                  <a:pPr algn="l">
                    <a:defRPr/>
                  </a:pPr>
                  <a:endParaRPr lang="en-GB" sz="1000" b="1">
                    <a:solidFill>
                      <a:srgbClr val="211F26"/>
                    </a:solidFill>
                    <a:latin typeface="Calibri"/>
                    <a:cs typeface="Calibri"/>
                  </a:endParaRPr>
                </a:p>
              </p:txBody>
            </p:sp>
            <p:sp>
              <p:nvSpPr>
                <p:cNvPr id="48" name="Tekstvak 47"/>
                <p:cNvSpPr txBox="1"/>
                <p:nvPr userDrawn="1"/>
              </p:nvSpPr>
              <p:spPr bwMode="auto">
                <a:xfrm>
                  <a:off x="-3122115" y="3369117"/>
                  <a:ext cx="1258624" cy="137495"/>
                </a:xfrm>
                <a:prstGeom prst="rect">
                  <a:avLst/>
                </a:prstGeom>
                <a:noFill/>
              </p:spPr>
              <p:txBody>
                <a:bodyPr wrap="square" rtlCol="0" anchor="ctr">
                  <a:noAutofit/>
                </a:bodyPr>
                <a:lstStyle/>
                <a:p>
                  <a:pPr marL="0" algn="l" defTabSz="1217512">
                    <a:lnSpc>
                      <a:spcPct val="90000"/>
                    </a:lnSpc>
                    <a:spcBef>
                      <a:spcPts val="600"/>
                    </a:spcBef>
                    <a:spcAft>
                      <a:spcPts val="600"/>
                    </a:spcAft>
                    <a:defRPr/>
                  </a:pPr>
                  <a:r>
                    <a:rPr lang="en-GB" sz="900" b="0">
                      <a:solidFill>
                        <a:srgbClr val="211F26"/>
                      </a:solidFill>
                      <a:latin typeface="Calibri"/>
                      <a:ea typeface="+mn-ea"/>
                      <a:cs typeface="Calibri"/>
                    </a:rPr>
                    <a:t>Change chart type</a:t>
                  </a:r>
                  <a:endParaRPr/>
                </a:p>
              </p:txBody>
            </p:sp>
            <p:sp>
              <p:nvSpPr>
                <p:cNvPr id="49" name="Tekstvak 48"/>
                <p:cNvSpPr txBox="1"/>
                <p:nvPr userDrawn="1"/>
              </p:nvSpPr>
              <p:spPr bwMode="auto">
                <a:xfrm>
                  <a:off x="-3115840" y="3624236"/>
                  <a:ext cx="1296208" cy="126416"/>
                </a:xfrm>
                <a:prstGeom prst="rect">
                  <a:avLst/>
                </a:prstGeom>
                <a:noFill/>
              </p:spPr>
              <p:txBody>
                <a:bodyPr wrap="square" rtlCol="0" anchor="ctr">
                  <a:noAutofit/>
                </a:bodyPr>
                <a:lstStyle/>
                <a:p>
                  <a:pPr marL="0" algn="l" defTabSz="1217512">
                    <a:lnSpc>
                      <a:spcPct val="90000"/>
                    </a:lnSpc>
                    <a:spcBef>
                      <a:spcPts val="600"/>
                    </a:spcBef>
                    <a:spcAft>
                      <a:spcPts val="600"/>
                    </a:spcAft>
                    <a:defRPr/>
                  </a:pPr>
                  <a:r>
                    <a:rPr lang="en-GB" sz="900" b="0">
                      <a:solidFill>
                        <a:srgbClr val="211F26"/>
                      </a:solidFill>
                      <a:latin typeface="Calibri"/>
                      <a:ea typeface="+mn-ea"/>
                      <a:cs typeface="Calibri"/>
                    </a:rPr>
                    <a:t>Edit data</a:t>
                  </a:r>
                  <a:endParaRPr/>
                </a:p>
              </p:txBody>
            </p:sp>
            <p:sp>
              <p:nvSpPr>
                <p:cNvPr id="50" name="Vrije vorm: vorm 49"/>
                <p:cNvSpPr/>
                <p:nvPr userDrawn="1"/>
              </p:nvSpPr>
              <p:spPr bwMode="auto">
                <a:xfrm>
                  <a:off x="-1959834" y="3694348"/>
                  <a:ext cx="97562" cy="180000"/>
                </a:xfrm>
                <a:custGeom>
                  <a:avLst/>
                  <a:gdLst>
                    <a:gd name="connsiteX0" fmla="*/ 0 w 880280"/>
                    <a:gd name="connsiteY0" fmla="*/ 0 h 1624084"/>
                    <a:gd name="connsiteX1" fmla="*/ 0 w 880280"/>
                    <a:gd name="connsiteY1" fmla="*/ 1262418 h 1624084"/>
                    <a:gd name="connsiteX2" fmla="*/ 341194 w 880280"/>
                    <a:gd name="connsiteY2" fmla="*/ 96899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27546 w 880280"/>
                    <a:gd name="connsiteY2" fmla="*/ 975815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00250 w 880280"/>
                    <a:gd name="connsiteY2" fmla="*/ 100311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11791 w 880280"/>
                    <a:gd name="connsiteY5" fmla="*/ 900753 h 1624084"/>
                    <a:gd name="connsiteX6" fmla="*/ 880280 w 880280"/>
                    <a:gd name="connsiteY6" fmla="*/ 893929 h 1624084"/>
                    <a:gd name="connsiteX7" fmla="*/ 0 w 880280"/>
                    <a:gd name="connsiteY7"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498144 w 880280"/>
                    <a:gd name="connsiteY5" fmla="*/ 900753 h 1624084"/>
                    <a:gd name="connsiteX6" fmla="*/ 880280 w 880280"/>
                    <a:gd name="connsiteY6" fmla="*/ 893929 h 1624084"/>
                    <a:gd name="connsiteX7" fmla="*/ 0 w 880280"/>
                    <a:gd name="connsiteY7" fmla="*/ 0 h 16240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80280" h="1624084" fill="norm" stroke="1" extrusionOk="0">
                      <a:moveTo>
                        <a:pt x="0" y="0"/>
                      </a:moveTo>
                      <a:lnTo>
                        <a:pt x="0" y="1262418"/>
                      </a:lnTo>
                      <a:lnTo>
                        <a:pt x="313898" y="996287"/>
                      </a:lnTo>
                      <a:lnTo>
                        <a:pt x="620973" y="1624084"/>
                      </a:lnTo>
                      <a:lnTo>
                        <a:pt x="839337" y="1480782"/>
                      </a:lnTo>
                      <a:lnTo>
                        <a:pt x="498144" y="900753"/>
                      </a:lnTo>
                      <a:lnTo>
                        <a:pt x="880280" y="893929"/>
                      </a:lnTo>
                      <a:lnTo>
                        <a:pt x="0" y="0"/>
                      </a:lnTo>
                      <a:close/>
                    </a:path>
                  </a:pathLst>
                </a:custGeom>
                <a:solidFill>
                  <a:schemeClr val="bg1"/>
                </a:solid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noAutofit/>
                </a:bodyPr>
                <a:lstStyle/>
                <a:p>
                  <a:pPr algn="ctr">
                    <a:lnSpc>
                      <a:spcPct val="90000"/>
                    </a:lnSpc>
                    <a:spcBef>
                      <a:spcPts val="600"/>
                    </a:spcBef>
                    <a:spcAft>
                      <a:spcPts val="600"/>
                    </a:spcAft>
                    <a:defRPr/>
                  </a:pPr>
                  <a:endParaRPr lang="en-GB" sz="1600" cap="all">
                    <a:latin typeface="Calibri"/>
                    <a:cs typeface="Calibri"/>
                  </a:endParaRPr>
                </a:p>
              </p:txBody>
            </p:sp>
            <p:grpSp>
              <p:nvGrpSpPr>
                <p:cNvPr id="51" name="Groep 50"/>
                <p:cNvGrpSpPr/>
                <p:nvPr userDrawn="1"/>
              </p:nvGrpSpPr>
              <p:grpSpPr bwMode="auto">
                <a:xfrm>
                  <a:off x="-3261976" y="3361742"/>
                  <a:ext cx="139861" cy="152244"/>
                  <a:chOff x="12574450" y="6053892"/>
                  <a:chExt cx="169232" cy="184215"/>
                </a:xfrm>
              </p:grpSpPr>
              <p:sp>
                <p:nvSpPr>
                  <p:cNvPr id="71" name="Rechthoek 70"/>
                  <p:cNvSpPr/>
                  <p:nvPr userDrawn="1"/>
                </p:nvSpPr>
                <p:spPr bwMode="auto">
                  <a:xfrm>
                    <a:off x="12574450" y="6111529"/>
                    <a:ext cx="46293" cy="126577"/>
                  </a:xfrm>
                  <a:prstGeom prst="rect">
                    <a:avLst/>
                  </a:prstGeom>
                  <a:solidFill>
                    <a:srgbClr val="4D82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GB" sz="2000">
                      <a:solidFill>
                        <a:srgbClr val="211F26"/>
                      </a:solidFill>
                      <a:latin typeface="Calibri"/>
                      <a:cs typeface="Calibri"/>
                    </a:endParaRPr>
                  </a:p>
                </p:txBody>
              </p:sp>
              <p:sp>
                <p:nvSpPr>
                  <p:cNvPr id="72" name="Rechthoek 71"/>
                  <p:cNvSpPr/>
                  <p:nvPr userDrawn="1"/>
                </p:nvSpPr>
                <p:spPr bwMode="auto">
                  <a:xfrm>
                    <a:off x="12635427" y="6053892"/>
                    <a:ext cx="46293" cy="184215"/>
                  </a:xfrm>
                  <a:prstGeom prst="rect">
                    <a:avLst/>
                  </a:prstGeom>
                  <a:solidFill>
                    <a:srgbClr val="EDC87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GB" sz="2000">
                      <a:solidFill>
                        <a:srgbClr val="211F26"/>
                      </a:solidFill>
                      <a:latin typeface="Calibri"/>
                      <a:cs typeface="Calibri"/>
                    </a:endParaRPr>
                  </a:p>
                </p:txBody>
              </p:sp>
              <p:sp>
                <p:nvSpPr>
                  <p:cNvPr id="73" name="Rechthoek 72"/>
                  <p:cNvSpPr/>
                  <p:nvPr userDrawn="1"/>
                </p:nvSpPr>
                <p:spPr bwMode="auto">
                  <a:xfrm>
                    <a:off x="12697389" y="6094907"/>
                    <a:ext cx="46293" cy="143200"/>
                  </a:xfrm>
                  <a:prstGeom prst="rect">
                    <a:avLst/>
                  </a:prstGeom>
                  <a:solidFill>
                    <a:srgbClr val="8080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GB" sz="2000">
                      <a:solidFill>
                        <a:srgbClr val="211F26"/>
                      </a:solidFill>
                      <a:latin typeface="Calibri"/>
                      <a:cs typeface="Calibri"/>
                    </a:endParaRPr>
                  </a:p>
                </p:txBody>
              </p:sp>
            </p:grpSp>
            <p:grpSp>
              <p:nvGrpSpPr>
                <p:cNvPr id="52" name="Groep 51"/>
                <p:cNvGrpSpPr/>
                <p:nvPr userDrawn="1"/>
              </p:nvGrpSpPr>
              <p:grpSpPr bwMode="auto">
                <a:xfrm>
                  <a:off x="-3261070" y="3635199"/>
                  <a:ext cx="168905" cy="104490"/>
                  <a:chOff x="-3261070" y="3620931"/>
                  <a:chExt cx="193920" cy="119965"/>
                </a:xfrm>
              </p:grpSpPr>
              <p:sp>
                <p:nvSpPr>
                  <p:cNvPr id="53" name="Rechthoek 52"/>
                  <p:cNvSpPr/>
                  <p:nvPr userDrawn="1"/>
                </p:nvSpPr>
                <p:spPr bwMode="auto">
                  <a:xfrm>
                    <a:off x="-3261070" y="3643881"/>
                    <a:ext cx="142985" cy="9520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GB" sz="2400">
                      <a:solidFill>
                        <a:srgbClr val="211F26"/>
                      </a:solidFill>
                      <a:latin typeface="Calibri"/>
                      <a:cs typeface="Calibri"/>
                    </a:endParaRPr>
                  </a:p>
                </p:txBody>
              </p:sp>
              <p:grpSp>
                <p:nvGrpSpPr>
                  <p:cNvPr id="54" name="Groep 53"/>
                  <p:cNvGrpSpPr/>
                  <p:nvPr userDrawn="1"/>
                </p:nvGrpSpPr>
                <p:grpSpPr bwMode="auto">
                  <a:xfrm>
                    <a:off x="-3261070" y="3622063"/>
                    <a:ext cx="141113" cy="117345"/>
                    <a:chOff x="1094874" y="-878305"/>
                    <a:chExt cx="867364" cy="613611"/>
                  </a:xfrm>
                </p:grpSpPr>
                <p:cxnSp>
                  <p:nvCxnSpPr>
                    <p:cNvPr id="64" name="Rechte verbindingslijn 63"/>
                    <p:cNvCxnSpPr/>
                    <p:nvPr userDrawn="1"/>
                  </p:nvCxnSpPr>
                  <p:spPr bwMode="auto">
                    <a:xfrm>
                      <a:off x="1094874" y="-878305"/>
                      <a:ext cx="0" cy="613610"/>
                    </a:xfrm>
                    <a:prstGeom prst="line">
                      <a:avLst/>
                    </a:prstGeom>
                    <a:ln>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65" name="Rechte verbindingslijn 64"/>
                    <p:cNvCxnSpPr/>
                    <p:nvPr userDrawn="1"/>
                  </p:nvCxnSpPr>
                  <p:spPr bwMode="auto">
                    <a:xfrm>
                      <a:off x="1962238" y="-878305"/>
                      <a:ext cx="0" cy="613611"/>
                    </a:xfrm>
                    <a:prstGeom prst="line">
                      <a:avLst/>
                    </a:prstGeom>
                    <a:ln>
                      <a:solidFill>
                        <a:srgbClr val="818181"/>
                      </a:solidFill>
                    </a:ln>
                  </p:spPr>
                  <p:style>
                    <a:lnRef idx="1">
                      <a:schemeClr val="accent1"/>
                    </a:lnRef>
                    <a:fillRef idx="0">
                      <a:schemeClr val="accent1"/>
                    </a:fillRef>
                    <a:effectRef idx="0">
                      <a:schemeClr val="accent1"/>
                    </a:effectRef>
                    <a:fontRef idx="minor">
                      <a:schemeClr val="tx1"/>
                    </a:fontRef>
                  </p:style>
                </p:cxnSp>
                <p:grpSp>
                  <p:nvGrpSpPr>
                    <p:cNvPr id="66" name="Groep 65"/>
                    <p:cNvGrpSpPr/>
                    <p:nvPr userDrawn="1"/>
                  </p:nvGrpSpPr>
                  <p:grpSpPr bwMode="auto">
                    <a:xfrm>
                      <a:off x="1270535" y="-878305"/>
                      <a:ext cx="526983" cy="613611"/>
                      <a:chOff x="1270535" y="-745959"/>
                      <a:chExt cx="526983" cy="481264"/>
                    </a:xfrm>
                  </p:grpSpPr>
                  <p:cxnSp>
                    <p:nvCxnSpPr>
                      <p:cNvPr id="67" name="Rechte verbindingslijn 66"/>
                      <p:cNvCxnSpPr/>
                      <p:nvPr userDrawn="1"/>
                    </p:nvCxnSpPr>
                    <p:spPr bwMode="auto">
                      <a:xfrm>
                        <a:off x="1446196" y="-745959"/>
                        <a:ext cx="0" cy="481264"/>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68" name="Rechte verbindingslijn 67"/>
                      <p:cNvCxnSpPr/>
                      <p:nvPr userDrawn="1"/>
                    </p:nvCxnSpPr>
                    <p:spPr bwMode="auto">
                      <a:xfrm>
                        <a:off x="1270535" y="-745959"/>
                        <a:ext cx="0" cy="481264"/>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69" name="Rechte verbindingslijn 68"/>
                      <p:cNvCxnSpPr/>
                      <p:nvPr userDrawn="1"/>
                    </p:nvCxnSpPr>
                    <p:spPr bwMode="auto">
                      <a:xfrm>
                        <a:off x="1621857" y="-745959"/>
                        <a:ext cx="0" cy="481264"/>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70" name="Rechte verbindingslijn 69"/>
                      <p:cNvCxnSpPr/>
                      <p:nvPr userDrawn="1"/>
                    </p:nvCxnSpPr>
                    <p:spPr bwMode="auto">
                      <a:xfrm>
                        <a:off x="1797518" y="-745959"/>
                        <a:ext cx="0" cy="481264"/>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grpSp>
              </p:grpSp>
              <p:cxnSp>
                <p:nvCxnSpPr>
                  <p:cNvPr id="55" name="Rechte verbindingslijn 54"/>
                  <p:cNvCxnSpPr/>
                  <p:nvPr userDrawn="1"/>
                </p:nvCxnSpPr>
                <p:spPr bwMode="auto">
                  <a:xfrm flipH="1">
                    <a:off x="-3260471" y="3739408"/>
                    <a:ext cx="143329" cy="0"/>
                  </a:xfrm>
                  <a:prstGeom prst="line">
                    <a:avLst/>
                  </a:prstGeom>
                  <a:ln w="6350">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56" name="Rechte verbindingslijn 55"/>
                  <p:cNvCxnSpPr/>
                  <p:nvPr userDrawn="1"/>
                </p:nvCxnSpPr>
                <p:spPr bwMode="auto">
                  <a:xfrm flipH="1">
                    <a:off x="-3261070" y="3713352"/>
                    <a:ext cx="142893" cy="0"/>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57" name="Rechte verbindingslijn 56"/>
                  <p:cNvCxnSpPr/>
                  <p:nvPr userDrawn="1"/>
                </p:nvCxnSpPr>
                <p:spPr bwMode="auto">
                  <a:xfrm flipH="1">
                    <a:off x="-3261070" y="3689677"/>
                    <a:ext cx="142893" cy="0"/>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58" name="Rechte verbindingslijn 57"/>
                  <p:cNvCxnSpPr/>
                  <p:nvPr userDrawn="1"/>
                </p:nvCxnSpPr>
                <p:spPr bwMode="auto">
                  <a:xfrm flipH="1">
                    <a:off x="-3261070" y="3663621"/>
                    <a:ext cx="142893" cy="0"/>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sp>
                <p:nvSpPr>
                  <p:cNvPr id="59" name="Rechthoek 58"/>
                  <p:cNvSpPr/>
                  <p:nvPr userDrawn="1"/>
                </p:nvSpPr>
                <p:spPr bwMode="auto">
                  <a:xfrm>
                    <a:off x="-3261070" y="3620931"/>
                    <a:ext cx="142893" cy="24910"/>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GB" sz="2400">
                      <a:solidFill>
                        <a:srgbClr val="211F26"/>
                      </a:solidFill>
                      <a:latin typeface="Calibri"/>
                      <a:cs typeface="Calibri"/>
                    </a:endParaRPr>
                  </a:p>
                </p:txBody>
              </p:sp>
              <p:grpSp>
                <p:nvGrpSpPr>
                  <p:cNvPr id="60" name="Groep 59"/>
                  <p:cNvGrpSpPr/>
                  <p:nvPr userDrawn="1"/>
                </p:nvGrpSpPr>
                <p:grpSpPr bwMode="auto">
                  <a:xfrm rot="2700000">
                    <a:off x="-3158000" y="3650045"/>
                    <a:ext cx="34350" cy="147351"/>
                    <a:chOff x="3148392" y="-836646"/>
                    <a:chExt cx="132124" cy="596095"/>
                  </a:xfrm>
                  <a:solidFill>
                    <a:srgbClr val="3399FF"/>
                  </a:solidFill>
                </p:grpSpPr>
                <p:sp>
                  <p:nvSpPr>
                    <p:cNvPr id="61" name="Rechthoek 60"/>
                    <p:cNvSpPr/>
                    <p:nvPr userDrawn="1"/>
                  </p:nvSpPr>
                  <p:spPr bwMode="auto">
                    <a:xfrm>
                      <a:off x="3148632" y="-725510"/>
                      <a:ext cx="131884" cy="281356"/>
                    </a:xfrm>
                    <a:prstGeom prst="rect">
                      <a:avLst/>
                    </a:prstGeom>
                    <a:solidFill>
                      <a:srgbClr val="4D82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GB" sz="2400">
                        <a:solidFill>
                          <a:srgbClr val="211F26"/>
                        </a:solidFill>
                        <a:latin typeface="Calibri"/>
                        <a:cs typeface="Calibri"/>
                      </a:endParaRPr>
                    </a:p>
                  </p:txBody>
                </p:sp>
                <p:sp>
                  <p:nvSpPr>
                    <p:cNvPr id="62" name="Rechthoek: afgeronde bovenhoeken 61"/>
                    <p:cNvSpPr/>
                    <p:nvPr userDrawn="1"/>
                  </p:nvSpPr>
                  <p:spPr bwMode="auto">
                    <a:xfrm>
                      <a:off x="3148556" y="-836646"/>
                      <a:ext cx="131882" cy="87614"/>
                    </a:xfrm>
                    <a:prstGeom prst="round2SameRect">
                      <a:avLst>
                        <a:gd name="adj1" fmla="val 50000"/>
                        <a:gd name="adj2" fmla="val 0"/>
                      </a:avLst>
                    </a:prstGeom>
                    <a:solidFill>
                      <a:srgbClr val="4D82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GB" sz="2400">
                        <a:solidFill>
                          <a:srgbClr val="211F26"/>
                        </a:solidFill>
                        <a:latin typeface="Calibri"/>
                        <a:cs typeface="Calibri"/>
                      </a:endParaRPr>
                    </a:p>
                  </p:txBody>
                </p:sp>
                <p:sp>
                  <p:nvSpPr>
                    <p:cNvPr id="63" name="Gelijkbenige driehoek 62"/>
                    <p:cNvSpPr/>
                    <p:nvPr userDrawn="1"/>
                  </p:nvSpPr>
                  <p:spPr bwMode="auto">
                    <a:xfrm rot="10800000">
                      <a:off x="3148392" y="-420304"/>
                      <a:ext cx="131887" cy="179753"/>
                    </a:xfrm>
                    <a:prstGeom prst="triangle">
                      <a:avLst>
                        <a:gd name="adj" fmla="val 50000"/>
                      </a:avLst>
                    </a:prstGeom>
                    <a:solidFill>
                      <a:srgbClr val="4D82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GB" sz="2400">
                        <a:solidFill>
                          <a:srgbClr val="211F26"/>
                        </a:solidFill>
                        <a:latin typeface="Calibri"/>
                        <a:cs typeface="Calibri"/>
                      </a:endParaRPr>
                    </a:p>
                  </p:txBody>
                </p:sp>
              </p:grpSp>
            </p:grpSp>
          </p:grpSp>
          <p:sp>
            <p:nvSpPr>
              <p:cNvPr id="36" name="Rechthoek 35"/>
              <p:cNvSpPr/>
              <p:nvPr userDrawn="1"/>
            </p:nvSpPr>
            <p:spPr bwMode="auto">
              <a:xfrm>
                <a:off x="-3786437" y="4887921"/>
                <a:ext cx="3593637" cy="828000"/>
              </a:xfrm>
              <a:prstGeom prst="rect">
                <a:avLst/>
              </a:prstGeom>
              <a:solidFill>
                <a:srgbClr val="ECECEC"/>
              </a:solidFill>
              <a:ln w="6350">
                <a:solidFill>
                  <a:srgbClr val="ECECEC"/>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ctr" anchorCtr="0" forceAA="0" compatLnSpc="1">
                <a:prstTxWarp prst="textNoShape"/>
                <a:noAutofit/>
              </a:bodyPr>
              <a:lstStyle/>
              <a:p>
                <a:pPr algn="l">
                  <a:lnSpc>
                    <a:spcPct val="90000"/>
                  </a:lnSpc>
                  <a:spcBef>
                    <a:spcPts val="600"/>
                  </a:spcBef>
                  <a:spcAft>
                    <a:spcPts val="600"/>
                  </a:spcAft>
                  <a:defRPr/>
                </a:pPr>
                <a:r>
                  <a:rPr lang="en-GB" sz="1200" b="1" cap="all">
                    <a:solidFill>
                      <a:srgbClr val="211F26"/>
                    </a:solidFill>
                    <a:latin typeface="Calibri"/>
                    <a:cs typeface="Calibri"/>
                  </a:rPr>
                  <a:t>Want to know more?</a:t>
                </a:r>
                <a:br>
                  <a:rPr lang="en-GB" sz="1200" b="1" cap="all">
                    <a:solidFill>
                      <a:srgbClr val="211F26"/>
                    </a:solidFill>
                    <a:latin typeface="Calibri"/>
                    <a:cs typeface="Calibri"/>
                  </a:rPr>
                </a:br>
                <a:r>
                  <a:rPr lang="en-GB" sz="1200" cap="none">
                    <a:solidFill>
                      <a:srgbClr val="211F26"/>
                    </a:solidFill>
                    <a:latin typeface="Calibri"/>
                    <a:cs typeface="Calibri"/>
                  </a:rPr>
                  <a:t>Go to the </a:t>
                </a:r>
                <a:r>
                  <a:rPr lang="en-GB" sz="1200" cap="none">
                    <a:solidFill>
                      <a:srgbClr val="211F26"/>
                    </a:solidFill>
                    <a:latin typeface="Calibri"/>
                    <a:ea typeface="+mn-ea"/>
                    <a:cs typeface="Calibri"/>
                  </a:rPr>
                  <a:t>tab</a:t>
                </a:r>
                <a:r>
                  <a:rPr lang="en-GB" sz="1200" b="1" cap="all">
                    <a:solidFill>
                      <a:srgbClr val="211F26"/>
                    </a:solidFill>
                    <a:latin typeface="Calibri"/>
                    <a:cs typeface="Calibri"/>
                  </a:rPr>
                  <a:t> 'SLIDEBUILDER’ </a:t>
                </a:r>
                <a:r>
                  <a:rPr lang="en-GB" sz="1200" cap="none">
                    <a:solidFill>
                      <a:srgbClr val="211F26"/>
                    </a:solidFill>
                    <a:latin typeface="Calibri"/>
                    <a:ea typeface="+mn-ea"/>
                    <a:cs typeface="Calibri"/>
                  </a:rPr>
                  <a:t>and click</a:t>
                </a:r>
                <a:br>
                  <a:rPr lang="en-GB" sz="1200" cap="none">
                    <a:solidFill>
                      <a:srgbClr val="211F26"/>
                    </a:solidFill>
                    <a:latin typeface="Calibri"/>
                    <a:ea typeface="+mn-ea"/>
                    <a:cs typeface="Calibri"/>
                  </a:rPr>
                </a:br>
                <a:r>
                  <a:rPr lang="en-GB" sz="1200" cap="none">
                    <a:solidFill>
                      <a:srgbClr val="211F26"/>
                    </a:solidFill>
                    <a:latin typeface="Calibri"/>
                    <a:ea typeface="+mn-ea"/>
                    <a:cs typeface="Calibri"/>
                  </a:rPr>
                  <a:t>on the button </a:t>
                </a:r>
                <a:r>
                  <a:rPr lang="en-GB" sz="1200" b="1" cap="all">
                    <a:solidFill>
                      <a:srgbClr val="211F26"/>
                    </a:solidFill>
                    <a:latin typeface="Calibri"/>
                    <a:cs typeface="Calibri"/>
                  </a:rPr>
                  <a:t>‘Inspiration'</a:t>
                </a:r>
                <a:endParaRPr/>
              </a:p>
            </p:txBody>
          </p:sp>
          <p:grpSp>
            <p:nvGrpSpPr>
              <p:cNvPr id="37" name="ICOON_info"/>
              <p:cNvGrpSpPr/>
              <p:nvPr userDrawn="1"/>
            </p:nvGrpSpPr>
            <p:grpSpPr bwMode="auto">
              <a:xfrm>
                <a:off x="-376735" y="4751903"/>
                <a:ext cx="283685" cy="283685"/>
                <a:chOff x="-510741" y="5913713"/>
                <a:chExt cx="267555" cy="267555"/>
              </a:xfrm>
            </p:grpSpPr>
            <p:sp>
              <p:nvSpPr>
                <p:cNvPr id="44" name="Ovaal 43"/>
                <p:cNvSpPr/>
                <p:nvPr userDrawn="1"/>
              </p:nvSpPr>
              <p:spPr bwMode="auto">
                <a:xfrm>
                  <a:off x="-491853" y="5932072"/>
                  <a:ext cx="230835" cy="230835"/>
                </a:xfrm>
                <a:prstGeom prst="ellipse">
                  <a:avLst/>
                </a:prstGeom>
                <a:solidFill>
                  <a:srgbClr val="211F2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noAutofit/>
                </a:bodyPr>
                <a:lstStyle/>
                <a:p>
                  <a:pPr algn="ctr">
                    <a:lnSpc>
                      <a:spcPct val="90000"/>
                    </a:lnSpc>
                    <a:spcBef>
                      <a:spcPts val="600"/>
                    </a:spcBef>
                    <a:spcAft>
                      <a:spcPts val="600"/>
                    </a:spcAft>
                    <a:defRPr/>
                  </a:pPr>
                  <a:endParaRPr lang="en-GB" sz="1600" cap="all">
                    <a:latin typeface="Calibri"/>
                    <a:cs typeface="Calibri"/>
                  </a:endParaRPr>
                </a:p>
              </p:txBody>
            </p:sp>
            <p:sp>
              <p:nvSpPr>
                <p:cNvPr id="45" name="Graphic 163" descr="Informatie"/>
                <p:cNvSpPr/>
                <p:nvPr/>
              </p:nvSpPr>
              <p:spPr bwMode="auto">
                <a:xfrm>
                  <a:off x="-510741" y="5913713"/>
                  <a:ext cx="267555" cy="267555"/>
                </a:xfrm>
                <a:custGeom>
                  <a:avLst/>
                  <a:gdLst>
                    <a:gd name="connsiteX0" fmla="*/ 145860 w 291719"/>
                    <a:gd name="connsiteY0" fmla="*/ 0 h 291719"/>
                    <a:gd name="connsiteX1" fmla="*/ 0 w 291719"/>
                    <a:gd name="connsiteY1" fmla="*/ 145860 h 291719"/>
                    <a:gd name="connsiteX2" fmla="*/ 145860 w 291719"/>
                    <a:gd name="connsiteY2" fmla="*/ 291720 h 291719"/>
                    <a:gd name="connsiteX3" fmla="*/ 291720 w 291719"/>
                    <a:gd name="connsiteY3" fmla="*/ 145860 h 291719"/>
                    <a:gd name="connsiteX4" fmla="*/ 145860 w 291719"/>
                    <a:gd name="connsiteY4" fmla="*/ 0 h 291719"/>
                    <a:gd name="connsiteX5" fmla="*/ 138183 w 291719"/>
                    <a:gd name="connsiteY5" fmla="*/ 38384 h 291719"/>
                    <a:gd name="connsiteX6" fmla="*/ 157375 w 291719"/>
                    <a:gd name="connsiteY6" fmla="*/ 57576 h 291719"/>
                    <a:gd name="connsiteX7" fmla="*/ 138183 w 291719"/>
                    <a:gd name="connsiteY7" fmla="*/ 76768 h 291719"/>
                    <a:gd name="connsiteX8" fmla="*/ 118991 w 291719"/>
                    <a:gd name="connsiteY8" fmla="*/ 57576 h 291719"/>
                    <a:gd name="connsiteX9" fmla="*/ 138183 w 291719"/>
                    <a:gd name="connsiteY9" fmla="*/ 38384 h 291719"/>
                    <a:gd name="connsiteX10" fmla="*/ 184244 w 291719"/>
                    <a:gd name="connsiteY10" fmla="*/ 253336 h 291719"/>
                    <a:gd name="connsiteX11" fmla="*/ 107476 w 291719"/>
                    <a:gd name="connsiteY11" fmla="*/ 253336 h 291719"/>
                    <a:gd name="connsiteX12" fmla="*/ 107476 w 291719"/>
                    <a:gd name="connsiteY12" fmla="*/ 230305 h 291719"/>
                    <a:gd name="connsiteX13" fmla="*/ 134345 w 291719"/>
                    <a:gd name="connsiteY13" fmla="*/ 230305 h 291719"/>
                    <a:gd name="connsiteX14" fmla="*/ 134345 w 291719"/>
                    <a:gd name="connsiteY14" fmla="*/ 115153 h 291719"/>
                    <a:gd name="connsiteX15" fmla="*/ 111314 w 291719"/>
                    <a:gd name="connsiteY15" fmla="*/ 115153 h 291719"/>
                    <a:gd name="connsiteX16" fmla="*/ 111314 w 291719"/>
                    <a:gd name="connsiteY16" fmla="*/ 92122 h 291719"/>
                    <a:gd name="connsiteX17" fmla="*/ 157375 w 291719"/>
                    <a:gd name="connsiteY17" fmla="*/ 92122 h 291719"/>
                    <a:gd name="connsiteX18" fmla="*/ 157375 w 291719"/>
                    <a:gd name="connsiteY18" fmla="*/ 115153 h 291719"/>
                    <a:gd name="connsiteX19" fmla="*/ 157375 w 291719"/>
                    <a:gd name="connsiteY19" fmla="*/ 230305 h 291719"/>
                    <a:gd name="connsiteX20" fmla="*/ 184244 w 291719"/>
                    <a:gd name="connsiteY20" fmla="*/ 230305 h 291719"/>
                    <a:gd name="connsiteX21" fmla="*/ 184244 w 291719"/>
                    <a:gd name="connsiteY21" fmla="*/ 253336 h 291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1719" h="291719" fill="norm" stroke="1" extrusionOk="0">
                      <a:moveTo>
                        <a:pt x="145860" y="0"/>
                      </a:moveTo>
                      <a:cubicBezTo>
                        <a:pt x="65253" y="0"/>
                        <a:pt x="0" y="65253"/>
                        <a:pt x="0" y="145860"/>
                      </a:cubicBezTo>
                      <a:cubicBezTo>
                        <a:pt x="0" y="226467"/>
                        <a:pt x="65253" y="291720"/>
                        <a:pt x="145860" y="291720"/>
                      </a:cubicBezTo>
                      <a:cubicBezTo>
                        <a:pt x="226467" y="291720"/>
                        <a:pt x="291720" y="226467"/>
                        <a:pt x="291720" y="145860"/>
                      </a:cubicBezTo>
                      <a:cubicBezTo>
                        <a:pt x="291720" y="65253"/>
                        <a:pt x="226467" y="0"/>
                        <a:pt x="145860" y="0"/>
                      </a:cubicBezTo>
                      <a:close/>
                      <a:moveTo>
                        <a:pt x="138183" y="38384"/>
                      </a:moveTo>
                      <a:cubicBezTo>
                        <a:pt x="148931" y="38384"/>
                        <a:pt x="157375" y="46829"/>
                        <a:pt x="157375" y="57576"/>
                      </a:cubicBezTo>
                      <a:cubicBezTo>
                        <a:pt x="157375" y="68324"/>
                        <a:pt x="148931" y="76768"/>
                        <a:pt x="138183" y="76768"/>
                      </a:cubicBezTo>
                      <a:cubicBezTo>
                        <a:pt x="127435" y="76768"/>
                        <a:pt x="118991" y="68324"/>
                        <a:pt x="118991" y="57576"/>
                      </a:cubicBezTo>
                      <a:cubicBezTo>
                        <a:pt x="118991" y="46829"/>
                        <a:pt x="127435" y="38384"/>
                        <a:pt x="138183" y="38384"/>
                      </a:cubicBezTo>
                      <a:close/>
                      <a:moveTo>
                        <a:pt x="184244" y="253336"/>
                      </a:moveTo>
                      <a:lnTo>
                        <a:pt x="107476" y="253336"/>
                      </a:lnTo>
                      <a:lnTo>
                        <a:pt x="107476" y="230305"/>
                      </a:lnTo>
                      <a:lnTo>
                        <a:pt x="134345" y="230305"/>
                      </a:lnTo>
                      <a:lnTo>
                        <a:pt x="134345" y="115153"/>
                      </a:lnTo>
                      <a:lnTo>
                        <a:pt x="111314" y="115153"/>
                      </a:lnTo>
                      <a:lnTo>
                        <a:pt x="111314" y="92122"/>
                      </a:lnTo>
                      <a:lnTo>
                        <a:pt x="157375" y="92122"/>
                      </a:lnTo>
                      <a:lnTo>
                        <a:pt x="157375" y="115153"/>
                      </a:lnTo>
                      <a:lnTo>
                        <a:pt x="157375" y="230305"/>
                      </a:lnTo>
                      <a:lnTo>
                        <a:pt x="184244" y="230305"/>
                      </a:lnTo>
                      <a:lnTo>
                        <a:pt x="184244" y="253336"/>
                      </a:lnTo>
                      <a:close/>
                    </a:path>
                  </a:pathLst>
                </a:custGeom>
                <a:solidFill>
                  <a:srgbClr val="1FF524"/>
                </a:solidFill>
                <a:ln w="3770" cap="flat">
                  <a:noFill/>
                  <a:prstDash val="solid"/>
                  <a:miter/>
                </a:ln>
              </p:spPr>
              <p:txBody>
                <a:bodyPr rtlCol="0" anchor="ctr">
                  <a:noAutofit/>
                </a:bodyPr>
                <a:lstStyle/>
                <a:p>
                  <a:pPr>
                    <a:defRPr/>
                  </a:pPr>
                  <a:endParaRPr lang="en-GB" sz="2000">
                    <a:solidFill>
                      <a:srgbClr val="211F26"/>
                    </a:solidFill>
                    <a:latin typeface="Calibri"/>
                    <a:cs typeface="Calibri"/>
                  </a:endParaRPr>
                </a:p>
              </p:txBody>
            </p:sp>
          </p:grpSp>
          <p:grpSp>
            <p:nvGrpSpPr>
              <p:cNvPr id="38" name="Groep 37"/>
              <p:cNvGrpSpPr/>
              <p:nvPr userDrawn="1"/>
            </p:nvGrpSpPr>
            <p:grpSpPr bwMode="auto">
              <a:xfrm>
                <a:off x="-938434" y="5025298"/>
                <a:ext cx="627798" cy="576693"/>
                <a:chOff x="-938434" y="4570310"/>
                <a:chExt cx="627798" cy="576693"/>
              </a:xfrm>
            </p:grpSpPr>
            <p:grpSp>
              <p:nvGrpSpPr>
                <p:cNvPr id="39" name="Inspireren"/>
                <p:cNvGrpSpPr>
                  <a:grpSpLocks noChangeAspect="1"/>
                </p:cNvGrpSpPr>
                <p:nvPr userDrawn="1"/>
              </p:nvGrpSpPr>
              <p:grpSpPr bwMode="auto">
                <a:xfrm>
                  <a:off x="-716116" y="4570310"/>
                  <a:ext cx="169778" cy="242385"/>
                  <a:chOff x="4768" y="2783"/>
                  <a:chExt cx="788" cy="1125"/>
                </a:xfrm>
                <a:gradFill>
                  <a:gsLst>
                    <a:gs pos="0">
                      <a:srgbClr val="9D9FA1"/>
                    </a:gs>
                    <a:gs pos="70000">
                      <a:srgbClr val="211F26"/>
                    </a:gs>
                  </a:gsLst>
                  <a:lin ang="2700000" scaled="0"/>
                </a:gradFill>
              </p:grpSpPr>
              <p:sp>
                <p:nvSpPr>
                  <p:cNvPr id="41" name="Freeform 12"/>
                  <p:cNvSpPr/>
                  <p:nvPr/>
                </p:nvSpPr>
                <p:spPr bwMode="auto">
                  <a:xfrm>
                    <a:off x="5001" y="3186"/>
                    <a:ext cx="319" cy="288"/>
                  </a:xfrm>
                  <a:custGeom>
                    <a:avLst/>
                    <a:gdLst>
                      <a:gd name="T0" fmla="*/ 220 w 319"/>
                      <a:gd name="T1" fmla="*/ 288 h 288"/>
                      <a:gd name="T2" fmla="*/ 107 w 319"/>
                      <a:gd name="T3" fmla="*/ 288 h 288"/>
                      <a:gd name="T4" fmla="*/ 0 w 319"/>
                      <a:gd name="T5" fmla="*/ 0 h 288"/>
                      <a:gd name="T6" fmla="*/ 319 w 319"/>
                      <a:gd name="T7" fmla="*/ 0 h 288"/>
                      <a:gd name="T8" fmla="*/ 220 w 319"/>
                      <a:gd name="T9" fmla="*/ 288 h 288"/>
                    </a:gdLst>
                    <a:ahLst/>
                    <a:cxnLst>
                      <a:cxn ang="0">
                        <a:pos x="T0" y="T1"/>
                      </a:cxn>
                      <a:cxn ang="0">
                        <a:pos x="T2" y="T3"/>
                      </a:cxn>
                      <a:cxn ang="0">
                        <a:pos x="T4" y="T5"/>
                      </a:cxn>
                      <a:cxn ang="0">
                        <a:pos x="T6" y="T7"/>
                      </a:cxn>
                      <a:cxn ang="0">
                        <a:pos x="T8" y="T9"/>
                      </a:cxn>
                    </a:cxnLst>
                    <a:rect l="0" t="0" r="r" b="b"/>
                    <a:pathLst>
                      <a:path w="319" h="288" fill="norm" stroke="1" extrusionOk="0">
                        <a:moveTo>
                          <a:pt x="220" y="288"/>
                        </a:moveTo>
                        <a:lnTo>
                          <a:pt x="107" y="288"/>
                        </a:lnTo>
                        <a:lnTo>
                          <a:pt x="0" y="0"/>
                        </a:lnTo>
                        <a:lnTo>
                          <a:pt x="319" y="0"/>
                        </a:lnTo>
                        <a:lnTo>
                          <a:pt x="220" y="288"/>
                        </a:lnTo>
                        <a:close/>
                      </a:path>
                    </a:pathLst>
                  </a:custGeom>
                  <a:solidFill>
                    <a:srgbClr val="1FF524"/>
                  </a:solidFill>
                  <a:ln>
                    <a:noFill/>
                  </a:ln>
                </p:spPr>
                <p:txBody>
                  <a:bodyPr vert="horz" wrap="square" lIns="91440" tIns="45720" rIns="91440" bIns="45720" numCol="1" anchor="t" anchorCtr="0" compatLnSpc="1">
                    <a:prstTxWarp prst="textNoShape"/>
                  </a:bodyPr>
                  <a:lstStyle/>
                  <a:p>
                    <a:pPr marL="0" marR="0" lvl="0" indent="0" defTabSz="995468">
                      <a:lnSpc>
                        <a:spcPct val="100000"/>
                      </a:lnSpc>
                      <a:spcBef>
                        <a:spcPts val="0"/>
                      </a:spcBef>
                      <a:spcAft>
                        <a:spcPts val="0"/>
                      </a:spcAft>
                      <a:buClrTx/>
                      <a:buSzTx/>
                      <a:buFontTx/>
                      <a:buNone/>
                      <a:defRPr/>
                    </a:pPr>
                    <a:endParaRPr lang="en-GB" sz="300" b="0" i="0" u="none" strike="noStrike" cap="none" spc="0">
                      <a:ln>
                        <a:noFill/>
                      </a:ln>
                      <a:solidFill>
                        <a:srgbClr val="211F26"/>
                      </a:solidFill>
                      <a:latin typeface="+mn-lt"/>
                    </a:endParaRPr>
                  </a:p>
                </p:txBody>
              </p:sp>
              <p:sp>
                <p:nvSpPr>
                  <p:cNvPr id="42" name="Freeform 13"/>
                  <p:cNvSpPr/>
                  <p:nvPr/>
                </p:nvSpPr>
                <p:spPr bwMode="auto">
                  <a:xfrm>
                    <a:off x="5022" y="3795"/>
                    <a:ext cx="282" cy="112"/>
                  </a:xfrm>
                  <a:custGeom>
                    <a:avLst/>
                    <a:gdLst>
                      <a:gd name="T0" fmla="*/ 229 w 251"/>
                      <a:gd name="T1" fmla="*/ 70 h 100"/>
                      <a:gd name="T2" fmla="*/ 229 w 251"/>
                      <a:gd name="T3" fmla="*/ 69 h 100"/>
                      <a:gd name="T4" fmla="*/ 251 w 251"/>
                      <a:gd name="T5" fmla="*/ 0 h 100"/>
                      <a:gd name="T6" fmla="*/ 0 w 251"/>
                      <a:gd name="T7" fmla="*/ 0 h 100"/>
                      <a:gd name="T8" fmla="*/ 22 w 251"/>
                      <a:gd name="T9" fmla="*/ 69 h 100"/>
                      <a:gd name="T10" fmla="*/ 63 w 251"/>
                      <a:gd name="T11" fmla="*/ 100 h 100"/>
                      <a:gd name="T12" fmla="*/ 188 w 251"/>
                      <a:gd name="T13" fmla="*/ 100 h 100"/>
                      <a:gd name="T14" fmla="*/ 229 w 251"/>
                      <a:gd name="T15" fmla="*/ 71 h 100"/>
                      <a:gd name="T16" fmla="*/ 229 w 251"/>
                      <a:gd name="T17" fmla="*/ 71 h 100"/>
                      <a:gd name="T18" fmla="*/ 229 w 251"/>
                      <a:gd name="T19" fmla="*/ 7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1" h="100" fill="norm" stroke="1" extrusionOk="0">
                        <a:moveTo>
                          <a:pt x="229" y="70"/>
                        </a:moveTo>
                        <a:cubicBezTo>
                          <a:pt x="229" y="70"/>
                          <a:pt x="229" y="69"/>
                          <a:pt x="229" y="69"/>
                        </a:cubicBezTo>
                        <a:cubicBezTo>
                          <a:pt x="251" y="0"/>
                          <a:pt x="251" y="0"/>
                          <a:pt x="251" y="0"/>
                        </a:cubicBezTo>
                        <a:cubicBezTo>
                          <a:pt x="0" y="0"/>
                          <a:pt x="0" y="0"/>
                          <a:pt x="0" y="0"/>
                        </a:cubicBezTo>
                        <a:cubicBezTo>
                          <a:pt x="22" y="69"/>
                          <a:pt x="22" y="69"/>
                          <a:pt x="22" y="69"/>
                        </a:cubicBezTo>
                        <a:cubicBezTo>
                          <a:pt x="27" y="87"/>
                          <a:pt x="44" y="100"/>
                          <a:pt x="63" y="100"/>
                        </a:cubicBezTo>
                        <a:cubicBezTo>
                          <a:pt x="188" y="100"/>
                          <a:pt x="188" y="100"/>
                          <a:pt x="188" y="100"/>
                        </a:cubicBezTo>
                        <a:cubicBezTo>
                          <a:pt x="207" y="100"/>
                          <a:pt x="223" y="88"/>
                          <a:pt x="229" y="71"/>
                        </a:cubicBezTo>
                        <a:cubicBezTo>
                          <a:pt x="229" y="71"/>
                          <a:pt x="229" y="71"/>
                          <a:pt x="229" y="71"/>
                        </a:cubicBezTo>
                        <a:lnTo>
                          <a:pt x="229" y="70"/>
                        </a:lnTo>
                        <a:close/>
                      </a:path>
                    </a:pathLst>
                  </a:custGeom>
                  <a:grpFill/>
                  <a:ln>
                    <a:noFill/>
                  </a:ln>
                </p:spPr>
                <p:txBody>
                  <a:bodyPr vert="horz" wrap="square" lIns="91440" tIns="45720" rIns="91440" bIns="45720" numCol="1" anchor="t" anchorCtr="0" compatLnSpc="1">
                    <a:prstTxWarp prst="textNoShape"/>
                  </a:bodyPr>
                  <a:lstStyle/>
                  <a:p>
                    <a:pPr marL="0" marR="0" lvl="0" indent="0" defTabSz="995468">
                      <a:lnSpc>
                        <a:spcPct val="100000"/>
                      </a:lnSpc>
                      <a:spcBef>
                        <a:spcPts val="0"/>
                      </a:spcBef>
                      <a:spcAft>
                        <a:spcPts val="0"/>
                      </a:spcAft>
                      <a:buClrTx/>
                      <a:buSzTx/>
                      <a:buFontTx/>
                      <a:buNone/>
                      <a:defRPr/>
                    </a:pPr>
                    <a:endParaRPr lang="en-GB" sz="300" b="0" i="0" u="none" strike="noStrike" cap="none" spc="0">
                      <a:ln>
                        <a:noFill/>
                      </a:ln>
                      <a:solidFill>
                        <a:srgbClr val="211F26"/>
                      </a:solidFill>
                      <a:latin typeface="+mn-lt"/>
                    </a:endParaRPr>
                  </a:p>
                </p:txBody>
              </p:sp>
              <p:sp>
                <p:nvSpPr>
                  <p:cNvPr id="43" name="Freeform 14"/>
                  <p:cNvSpPr>
                    <a:spLocks noEditPoints="1"/>
                  </p:cNvSpPr>
                  <p:nvPr/>
                </p:nvSpPr>
                <p:spPr bwMode="auto">
                  <a:xfrm>
                    <a:off x="4768" y="2783"/>
                    <a:ext cx="788" cy="966"/>
                  </a:xfrm>
                  <a:custGeom>
                    <a:avLst/>
                    <a:gdLst>
                      <a:gd name="T0" fmla="*/ 351 w 702"/>
                      <a:gd name="T1" fmla="*/ 0 h 860"/>
                      <a:gd name="T2" fmla="*/ 0 w 702"/>
                      <a:gd name="T3" fmla="*/ 351 h 860"/>
                      <a:gd name="T4" fmla="*/ 134 w 702"/>
                      <a:gd name="T5" fmla="*/ 627 h 860"/>
                      <a:gd name="T6" fmla="*/ 165 w 702"/>
                      <a:gd name="T7" fmla="*/ 718 h 860"/>
                      <a:gd name="T8" fmla="*/ 266 w 702"/>
                      <a:gd name="T9" fmla="*/ 718 h 860"/>
                      <a:gd name="T10" fmla="*/ 266 w 702"/>
                      <a:gd name="T11" fmla="*/ 718 h 860"/>
                      <a:gd name="T12" fmla="*/ 434 w 702"/>
                      <a:gd name="T13" fmla="*/ 718 h 860"/>
                      <a:gd name="T14" fmla="*/ 419 w 702"/>
                      <a:gd name="T15" fmla="*/ 760 h 860"/>
                      <a:gd name="T16" fmla="*/ 284 w 702"/>
                      <a:gd name="T17" fmla="*/ 760 h 860"/>
                      <a:gd name="T18" fmla="*/ 284 w 702"/>
                      <a:gd name="T19" fmla="*/ 760 h 860"/>
                      <a:gd name="T20" fmla="*/ 179 w 702"/>
                      <a:gd name="T21" fmla="*/ 760 h 860"/>
                      <a:gd name="T22" fmla="*/ 212 w 702"/>
                      <a:gd name="T23" fmla="*/ 860 h 860"/>
                      <a:gd name="T24" fmla="*/ 212 w 702"/>
                      <a:gd name="T25" fmla="*/ 860 h 860"/>
                      <a:gd name="T26" fmla="*/ 216 w 702"/>
                      <a:gd name="T27" fmla="*/ 860 h 860"/>
                      <a:gd name="T28" fmla="*/ 488 w 702"/>
                      <a:gd name="T29" fmla="*/ 860 h 860"/>
                      <a:gd name="T30" fmla="*/ 491 w 702"/>
                      <a:gd name="T31" fmla="*/ 860 h 860"/>
                      <a:gd name="T32" fmla="*/ 570 w 702"/>
                      <a:gd name="T33" fmla="*/ 625 h 860"/>
                      <a:gd name="T34" fmla="*/ 702 w 702"/>
                      <a:gd name="T35" fmla="*/ 351 h 860"/>
                      <a:gd name="T36" fmla="*/ 351 w 702"/>
                      <a:gd name="T37" fmla="*/ 0 h 860"/>
                      <a:gd name="T38" fmla="*/ 587 w 702"/>
                      <a:gd name="T39" fmla="*/ 438 h 860"/>
                      <a:gd name="T40" fmla="*/ 485 w 702"/>
                      <a:gd name="T41" fmla="*/ 563 h 860"/>
                      <a:gd name="T42" fmla="*/ 454 w 702"/>
                      <a:gd name="T43" fmla="*/ 658 h 860"/>
                      <a:gd name="T44" fmla="*/ 250 w 702"/>
                      <a:gd name="T45" fmla="*/ 658 h 860"/>
                      <a:gd name="T46" fmla="*/ 219 w 702"/>
                      <a:gd name="T47" fmla="*/ 565 h 860"/>
                      <a:gd name="T48" fmla="*/ 115 w 702"/>
                      <a:gd name="T49" fmla="*/ 439 h 860"/>
                      <a:gd name="T50" fmla="*/ 99 w 702"/>
                      <a:gd name="T51" fmla="*/ 351 h 860"/>
                      <a:gd name="T52" fmla="*/ 351 w 702"/>
                      <a:gd name="T53" fmla="*/ 99 h 860"/>
                      <a:gd name="T54" fmla="*/ 603 w 702"/>
                      <a:gd name="T55" fmla="*/ 351 h 860"/>
                      <a:gd name="T56" fmla="*/ 587 w 702"/>
                      <a:gd name="T57" fmla="*/ 438 h 8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702" h="860" fill="norm" stroke="1" extrusionOk="0">
                        <a:moveTo>
                          <a:pt x="351" y="0"/>
                        </a:moveTo>
                        <a:cubicBezTo>
                          <a:pt x="157" y="0"/>
                          <a:pt x="0" y="157"/>
                          <a:pt x="0" y="351"/>
                        </a:cubicBezTo>
                        <a:cubicBezTo>
                          <a:pt x="0" y="463"/>
                          <a:pt x="52" y="562"/>
                          <a:pt x="134" y="627"/>
                        </a:cubicBezTo>
                        <a:cubicBezTo>
                          <a:pt x="165" y="718"/>
                          <a:pt x="165" y="718"/>
                          <a:pt x="165" y="718"/>
                        </a:cubicBezTo>
                        <a:cubicBezTo>
                          <a:pt x="266" y="718"/>
                          <a:pt x="266" y="718"/>
                          <a:pt x="266" y="718"/>
                        </a:cubicBezTo>
                        <a:cubicBezTo>
                          <a:pt x="266" y="718"/>
                          <a:pt x="266" y="718"/>
                          <a:pt x="266" y="718"/>
                        </a:cubicBezTo>
                        <a:cubicBezTo>
                          <a:pt x="434" y="718"/>
                          <a:pt x="434" y="718"/>
                          <a:pt x="434" y="718"/>
                        </a:cubicBezTo>
                        <a:cubicBezTo>
                          <a:pt x="419" y="760"/>
                          <a:pt x="419" y="760"/>
                          <a:pt x="419" y="760"/>
                        </a:cubicBezTo>
                        <a:cubicBezTo>
                          <a:pt x="284" y="760"/>
                          <a:pt x="284" y="760"/>
                          <a:pt x="284" y="760"/>
                        </a:cubicBezTo>
                        <a:cubicBezTo>
                          <a:pt x="284" y="760"/>
                          <a:pt x="284" y="760"/>
                          <a:pt x="284" y="760"/>
                        </a:cubicBezTo>
                        <a:cubicBezTo>
                          <a:pt x="179" y="760"/>
                          <a:pt x="179" y="760"/>
                          <a:pt x="179" y="760"/>
                        </a:cubicBezTo>
                        <a:cubicBezTo>
                          <a:pt x="212" y="860"/>
                          <a:pt x="212" y="860"/>
                          <a:pt x="212" y="860"/>
                        </a:cubicBezTo>
                        <a:cubicBezTo>
                          <a:pt x="212" y="860"/>
                          <a:pt x="212" y="860"/>
                          <a:pt x="212" y="860"/>
                        </a:cubicBezTo>
                        <a:cubicBezTo>
                          <a:pt x="216" y="860"/>
                          <a:pt x="216" y="860"/>
                          <a:pt x="216" y="860"/>
                        </a:cubicBezTo>
                        <a:cubicBezTo>
                          <a:pt x="488" y="860"/>
                          <a:pt x="488" y="860"/>
                          <a:pt x="488" y="860"/>
                        </a:cubicBezTo>
                        <a:cubicBezTo>
                          <a:pt x="491" y="860"/>
                          <a:pt x="491" y="860"/>
                          <a:pt x="491" y="860"/>
                        </a:cubicBezTo>
                        <a:cubicBezTo>
                          <a:pt x="570" y="625"/>
                          <a:pt x="570" y="625"/>
                          <a:pt x="570" y="625"/>
                        </a:cubicBezTo>
                        <a:cubicBezTo>
                          <a:pt x="651" y="560"/>
                          <a:pt x="702" y="461"/>
                          <a:pt x="702" y="351"/>
                        </a:cubicBezTo>
                        <a:cubicBezTo>
                          <a:pt x="702" y="157"/>
                          <a:pt x="545" y="0"/>
                          <a:pt x="351" y="0"/>
                        </a:cubicBezTo>
                        <a:close/>
                        <a:moveTo>
                          <a:pt x="587" y="438"/>
                        </a:moveTo>
                        <a:cubicBezTo>
                          <a:pt x="568" y="490"/>
                          <a:pt x="531" y="534"/>
                          <a:pt x="485" y="563"/>
                        </a:cubicBezTo>
                        <a:cubicBezTo>
                          <a:pt x="454" y="658"/>
                          <a:pt x="454" y="658"/>
                          <a:pt x="454" y="658"/>
                        </a:cubicBezTo>
                        <a:cubicBezTo>
                          <a:pt x="250" y="658"/>
                          <a:pt x="250" y="658"/>
                          <a:pt x="250" y="658"/>
                        </a:cubicBezTo>
                        <a:cubicBezTo>
                          <a:pt x="219" y="565"/>
                          <a:pt x="219" y="565"/>
                          <a:pt x="219" y="565"/>
                        </a:cubicBezTo>
                        <a:cubicBezTo>
                          <a:pt x="172" y="536"/>
                          <a:pt x="135" y="491"/>
                          <a:pt x="115" y="439"/>
                        </a:cubicBezTo>
                        <a:cubicBezTo>
                          <a:pt x="105" y="411"/>
                          <a:pt x="99" y="382"/>
                          <a:pt x="99" y="351"/>
                        </a:cubicBezTo>
                        <a:cubicBezTo>
                          <a:pt x="99" y="212"/>
                          <a:pt x="212" y="99"/>
                          <a:pt x="351" y="99"/>
                        </a:cubicBezTo>
                        <a:cubicBezTo>
                          <a:pt x="490" y="99"/>
                          <a:pt x="603" y="212"/>
                          <a:pt x="603" y="351"/>
                        </a:cubicBezTo>
                        <a:cubicBezTo>
                          <a:pt x="603" y="381"/>
                          <a:pt x="597" y="411"/>
                          <a:pt x="587" y="438"/>
                        </a:cubicBezTo>
                        <a:close/>
                      </a:path>
                    </a:pathLst>
                  </a:custGeom>
                  <a:grpFill/>
                  <a:ln>
                    <a:noFill/>
                  </a:ln>
                </p:spPr>
                <p:txBody>
                  <a:bodyPr vert="horz" wrap="square" lIns="91440" tIns="45720" rIns="91440" bIns="45720" numCol="1" anchor="t" anchorCtr="0" compatLnSpc="1">
                    <a:prstTxWarp prst="textNoShape"/>
                  </a:bodyPr>
                  <a:lstStyle/>
                  <a:p>
                    <a:pPr marL="0" marR="0" lvl="0" indent="0" defTabSz="995468">
                      <a:lnSpc>
                        <a:spcPct val="100000"/>
                      </a:lnSpc>
                      <a:spcBef>
                        <a:spcPts val="0"/>
                      </a:spcBef>
                      <a:spcAft>
                        <a:spcPts val="0"/>
                      </a:spcAft>
                      <a:buClrTx/>
                      <a:buSzTx/>
                      <a:buFontTx/>
                      <a:buNone/>
                      <a:defRPr/>
                    </a:pPr>
                    <a:endParaRPr lang="en-GB" sz="300" b="0" i="0" u="none" strike="noStrike" cap="none" spc="0">
                      <a:ln>
                        <a:noFill/>
                      </a:ln>
                      <a:solidFill>
                        <a:srgbClr val="211F26"/>
                      </a:solidFill>
                      <a:latin typeface="+mn-lt"/>
                    </a:endParaRPr>
                  </a:p>
                </p:txBody>
              </p:sp>
            </p:grpSp>
            <p:sp>
              <p:nvSpPr>
                <p:cNvPr id="40" name="Tekstvak 39"/>
                <p:cNvSpPr txBox="1"/>
                <p:nvPr userDrawn="1"/>
              </p:nvSpPr>
              <p:spPr bwMode="auto">
                <a:xfrm>
                  <a:off x="-938434" y="4824764"/>
                  <a:ext cx="627798" cy="322239"/>
                </a:xfrm>
                <a:prstGeom prst="rect">
                  <a:avLst/>
                </a:prstGeom>
                <a:noFill/>
              </p:spPr>
              <p:txBody>
                <a:bodyPr wrap="square" lIns="0" tIns="0" rIns="0" bIns="0" rtlCol="0" anchor="ctr">
                  <a:noAutofit/>
                </a:bodyPr>
                <a:lstStyle/>
                <a:p>
                  <a:pPr marL="0" marR="0" lvl="0" indent="0" algn="ctr" defTabSz="914400">
                    <a:lnSpc>
                      <a:spcPct val="90000"/>
                    </a:lnSpc>
                    <a:spcBef>
                      <a:spcPts val="600"/>
                    </a:spcBef>
                    <a:spcAft>
                      <a:spcPts val="600"/>
                    </a:spcAft>
                    <a:buClrTx/>
                    <a:buSzTx/>
                    <a:buFontTx/>
                    <a:buNone/>
                    <a:defRPr/>
                  </a:pPr>
                  <a:r>
                    <a:rPr lang="en-GB" sz="1000" b="0" i="0" u="none" strike="noStrike" cap="none" spc="0">
                      <a:ln>
                        <a:noFill/>
                      </a:ln>
                      <a:solidFill>
                        <a:srgbClr val="211F26"/>
                      </a:solidFill>
                      <a:latin typeface="Calibri"/>
                      <a:ea typeface="+mn-ea"/>
                      <a:cs typeface="Calibri"/>
                    </a:rPr>
                    <a:t>Inspiration</a:t>
                  </a:r>
                  <a:endParaRPr/>
                </a:p>
              </p:txBody>
            </p:sp>
          </p:grpSp>
        </p:grpSp>
        <p:grpSp>
          <p:nvGrpSpPr>
            <p:cNvPr id="9" name="Groep 8"/>
            <p:cNvGrpSpPr/>
            <p:nvPr userDrawn="1"/>
          </p:nvGrpSpPr>
          <p:grpSpPr bwMode="auto">
            <a:xfrm>
              <a:off x="-3786165" y="2"/>
              <a:ext cx="3593091" cy="3041230"/>
              <a:chOff x="-3786165" y="2"/>
              <a:chExt cx="3593091" cy="3041230"/>
            </a:xfrm>
          </p:grpSpPr>
          <p:sp>
            <p:nvSpPr>
              <p:cNvPr id="10" name="Rechthoek 9"/>
              <p:cNvSpPr/>
              <p:nvPr userDrawn="1"/>
            </p:nvSpPr>
            <p:spPr bwMode="auto">
              <a:xfrm>
                <a:off x="-3786165" y="2"/>
                <a:ext cx="3593091" cy="3041230"/>
              </a:xfrm>
              <a:prstGeom prst="rect">
                <a:avLst/>
              </a:prstGeom>
              <a:solidFill>
                <a:srgbClr val="FFFFFF"/>
              </a:solidFill>
              <a:ln w="6350">
                <a:solidFill>
                  <a:srgbClr val="ECECEC"/>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noAutofit/>
              </a:bodyPr>
              <a:lstStyle/>
              <a:p>
                <a:pPr algn="l">
                  <a:lnSpc>
                    <a:spcPct val="90000"/>
                  </a:lnSpc>
                  <a:spcBef>
                    <a:spcPts val="600"/>
                  </a:spcBef>
                  <a:spcAft>
                    <a:spcPts val="600"/>
                  </a:spcAft>
                  <a:defRPr/>
                </a:pPr>
                <a:r>
                  <a:rPr lang="en-GB" sz="1400" b="1" cap="all">
                    <a:solidFill>
                      <a:schemeClr val="accent1"/>
                    </a:solidFill>
                    <a:latin typeface="Calibri"/>
                    <a:cs typeface="Calibri"/>
                  </a:rPr>
                  <a:t>Format CHART</a:t>
                </a:r>
                <a:endParaRPr/>
              </a:p>
            </p:txBody>
          </p:sp>
          <p:sp>
            <p:nvSpPr>
              <p:cNvPr id="11" name="Ovaal 10"/>
              <p:cNvSpPr/>
              <p:nvPr userDrawn="1"/>
            </p:nvSpPr>
            <p:spPr bwMode="auto">
              <a:xfrm>
                <a:off x="-3603587" y="465324"/>
                <a:ext cx="180000" cy="180000"/>
              </a:xfrm>
              <a:prstGeom prst="ellipse">
                <a:avLst/>
              </a:prstGeom>
              <a:solidFill>
                <a:schemeClr val="accent1"/>
              </a:solidFill>
              <a:ln w="25400" cap="flat" cmpd="sng" algn="ctr">
                <a:noFill/>
                <a:prstDash val="solid"/>
              </a:ln>
              <a:effectLst/>
            </p:spPr>
            <p:txBody>
              <a:bodyPr wrap="none" lIns="0" tIns="0" rIns="0" bIns="0" rtlCol="0" anchor="ctr">
                <a:noAutofit/>
              </a:bodyP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1</a:t>
                </a:r>
                <a:endParaRPr/>
              </a:p>
            </p:txBody>
          </p:sp>
          <p:sp>
            <p:nvSpPr>
              <p:cNvPr id="12" name="Rechthoek 11"/>
              <p:cNvSpPr/>
              <p:nvPr userDrawn="1"/>
            </p:nvSpPr>
            <p:spPr bwMode="auto">
              <a:xfrm>
                <a:off x="-3319415" y="465324"/>
                <a:ext cx="2944682" cy="490019"/>
              </a:xfrm>
              <a:prstGeom prst="rect">
                <a:avLst/>
              </a:prstGeom>
              <a:noFill/>
              <a:ln w="25400" cap="flat" cmpd="sng" algn="ctr">
                <a:noFill/>
                <a:prstDash val="solid"/>
              </a:ln>
              <a:effectLst/>
            </p:spPr>
            <p:txBody>
              <a:bodyPr lIns="0" tIns="0" rIns="0" bIns="0" rtlCol="0" anchor="t">
                <a:noAutofit/>
              </a:bodyPr>
              <a:lstStyle/>
              <a:p>
                <a:pPr marL="0" marR="0" lvl="0" indent="0" defTabSz="914400">
                  <a:lnSpc>
                    <a:spcPct val="90000"/>
                  </a:lnSpc>
                  <a:spcBef>
                    <a:spcPts val="600"/>
                  </a:spcBef>
                  <a:spcAft>
                    <a:spcPts val="600"/>
                  </a:spcAft>
                  <a:buClrTx/>
                  <a:buSzTx/>
                  <a:buFontTx/>
                  <a:buNone/>
                  <a:defRPr/>
                </a:pPr>
                <a:r>
                  <a:rPr lang="en-GB" sz="1200" b="0" i="0" u="none" strike="noStrike" cap="none" spc="0">
                    <a:ln>
                      <a:noFill/>
                    </a:ln>
                    <a:solidFill>
                      <a:srgbClr val="000000"/>
                    </a:solidFill>
                    <a:latin typeface="Calibri"/>
                    <a:cs typeface="Calibri"/>
                  </a:rPr>
                  <a:t>When you want to change the lay-out of the chart, select the preferred part of the chart and go to the tab </a:t>
                </a:r>
                <a:r>
                  <a:rPr lang="en-GB" sz="1200" b="1" i="0" u="none" strike="noStrike" cap="none" spc="0">
                    <a:ln>
                      <a:noFill/>
                    </a:ln>
                    <a:solidFill>
                      <a:srgbClr val="000000"/>
                    </a:solidFill>
                    <a:latin typeface="Calibri"/>
                    <a:cs typeface="Calibri"/>
                  </a:rPr>
                  <a:t>‘Format’.</a:t>
                </a:r>
                <a:endParaRPr lang="en-GB" sz="1200" b="0" i="0" u="none" strike="noStrike" cap="none" spc="0">
                  <a:ln>
                    <a:noFill/>
                  </a:ln>
                  <a:solidFill>
                    <a:srgbClr val="000000"/>
                  </a:solidFill>
                  <a:latin typeface="Calibri"/>
                  <a:cs typeface="Calibri"/>
                </a:endParaRPr>
              </a:p>
            </p:txBody>
          </p:sp>
          <p:sp>
            <p:nvSpPr>
              <p:cNvPr id="13" name="Ovaal 12"/>
              <p:cNvSpPr/>
              <p:nvPr userDrawn="1"/>
            </p:nvSpPr>
            <p:spPr bwMode="auto">
              <a:xfrm>
                <a:off x="-3603587" y="1493635"/>
                <a:ext cx="180000" cy="180000"/>
              </a:xfrm>
              <a:prstGeom prst="ellipse">
                <a:avLst/>
              </a:prstGeom>
              <a:solidFill>
                <a:schemeClr val="accent1"/>
              </a:solidFill>
              <a:ln w="25400" cap="flat" cmpd="sng" algn="ctr">
                <a:noFill/>
                <a:prstDash val="solid"/>
              </a:ln>
              <a:effectLst/>
            </p:spPr>
            <p:txBody>
              <a:bodyPr wrap="none" lIns="0" tIns="0" rIns="0" bIns="0" rtlCol="0" anchor="ctr">
                <a:noAutofit/>
              </a:bodyP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2</a:t>
                </a:r>
                <a:endParaRPr/>
              </a:p>
            </p:txBody>
          </p:sp>
          <p:sp>
            <p:nvSpPr>
              <p:cNvPr id="14" name="Rechthoek 13"/>
              <p:cNvSpPr/>
              <p:nvPr userDrawn="1"/>
            </p:nvSpPr>
            <p:spPr bwMode="auto">
              <a:xfrm>
                <a:off x="-3319415" y="1493636"/>
                <a:ext cx="2944682" cy="658055"/>
              </a:xfrm>
              <a:prstGeom prst="rect">
                <a:avLst/>
              </a:prstGeom>
              <a:noFill/>
              <a:ln w="25400" cap="flat" cmpd="sng" algn="ctr">
                <a:noFill/>
                <a:prstDash val="solid"/>
              </a:ln>
              <a:effectLst/>
            </p:spPr>
            <p:txBody>
              <a:bodyPr lIns="0" tIns="0" rIns="0" bIns="0" rtlCol="0" anchor="t">
                <a:noAutofit/>
              </a:bodyPr>
              <a:lstStyle/>
              <a:p>
                <a:pPr marL="0" marR="0" lvl="0" indent="0" defTabSz="914400">
                  <a:lnSpc>
                    <a:spcPct val="90000"/>
                  </a:lnSpc>
                  <a:spcBef>
                    <a:spcPts val="600"/>
                  </a:spcBef>
                  <a:spcAft>
                    <a:spcPts val="600"/>
                  </a:spcAft>
                  <a:buClrTx/>
                  <a:buSzTx/>
                  <a:buFontTx/>
                  <a:buNone/>
                  <a:defRPr/>
                </a:pPr>
                <a:r>
                  <a:rPr lang="en-GB" sz="1200" b="0" i="0" u="none" strike="noStrike" cap="none" spc="0">
                    <a:ln>
                      <a:noFill/>
                    </a:ln>
                    <a:solidFill>
                      <a:srgbClr val="000000"/>
                    </a:solidFill>
                    <a:latin typeface="Calibri"/>
                    <a:cs typeface="Calibri"/>
                  </a:rPr>
                  <a:t>You can change the settings of the axes and data series by clicking on them with the right mouse button. Choose </a:t>
                </a:r>
                <a:r>
                  <a:rPr lang="en-GB" sz="1200" b="1" i="0" u="none" strike="noStrike" cap="none" spc="0">
                    <a:ln>
                      <a:noFill/>
                    </a:ln>
                    <a:solidFill>
                      <a:srgbClr val="000000"/>
                    </a:solidFill>
                    <a:latin typeface="Calibri"/>
                    <a:cs typeface="Calibri"/>
                  </a:rPr>
                  <a:t>‘Format Axis’</a:t>
                </a:r>
                <a:r>
                  <a:rPr lang="en-GB" sz="1200" b="0" i="0" u="none" strike="noStrike" cap="none" spc="0">
                    <a:ln>
                      <a:noFill/>
                    </a:ln>
                    <a:solidFill>
                      <a:srgbClr val="000000"/>
                    </a:solidFill>
                    <a:latin typeface="Calibri"/>
                    <a:cs typeface="Calibri"/>
                  </a:rPr>
                  <a:t> or </a:t>
                </a:r>
                <a:r>
                  <a:rPr lang="en-GB" sz="1200" b="1" i="0" u="none" strike="noStrike" cap="none" spc="0">
                    <a:ln>
                      <a:noFill/>
                    </a:ln>
                    <a:solidFill>
                      <a:srgbClr val="000000"/>
                    </a:solidFill>
                    <a:latin typeface="Calibri"/>
                    <a:cs typeface="Calibri"/>
                  </a:rPr>
                  <a:t>‘Format Data Series’</a:t>
                </a:r>
                <a:r>
                  <a:rPr lang="en-GB" sz="1200" b="0" i="0" u="none" strike="noStrike" cap="none" spc="0">
                    <a:ln>
                      <a:noFill/>
                    </a:ln>
                    <a:solidFill>
                      <a:srgbClr val="000000"/>
                    </a:solidFill>
                    <a:latin typeface="Calibri"/>
                    <a:cs typeface="Calibri"/>
                  </a:rPr>
                  <a:t>.</a:t>
                </a:r>
                <a:endParaRPr/>
              </a:p>
            </p:txBody>
          </p:sp>
          <p:grpSp>
            <p:nvGrpSpPr>
              <p:cNvPr id="15" name="Groep 14"/>
              <p:cNvGrpSpPr/>
              <p:nvPr userDrawn="1"/>
            </p:nvGrpSpPr>
            <p:grpSpPr bwMode="auto">
              <a:xfrm>
                <a:off x="-3312582" y="1060763"/>
                <a:ext cx="576000" cy="246597"/>
                <a:chOff x="-3303310" y="1024128"/>
                <a:chExt cx="576000" cy="246597"/>
              </a:xfrm>
            </p:grpSpPr>
            <p:sp>
              <p:nvSpPr>
                <p:cNvPr id="30" name="Rechthoek 29"/>
                <p:cNvSpPr/>
                <p:nvPr userDrawn="1"/>
              </p:nvSpPr>
              <p:spPr bwMode="auto">
                <a:xfrm>
                  <a:off x="-3303310" y="1024128"/>
                  <a:ext cx="576000" cy="215451"/>
                </a:xfrm>
                <a:prstGeom prst="rect">
                  <a:avLst/>
                </a:prstGeom>
                <a:solidFill>
                  <a:srgbClr val="F8F8F8"/>
                </a:solidFill>
                <a:ln w="635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18000" rIns="0" bIns="0" numCol="1" spcCol="0" rtlCol="0" fromWordArt="0" anchor="t" anchorCtr="0" forceAA="0" compatLnSpc="1">
                  <a:prstTxWarp prst="textNoShape"/>
                  <a:noAutofit/>
                </a:bodyPr>
                <a:lstStyle/>
                <a:p>
                  <a:pPr algn="ctr">
                    <a:defRPr/>
                  </a:pPr>
                  <a:r>
                    <a:rPr lang="en-GB" sz="1050" b="1">
                      <a:solidFill>
                        <a:srgbClr val="B74629"/>
                      </a:solidFill>
                      <a:latin typeface="Calibri"/>
                      <a:cs typeface="Calibri"/>
                    </a:rPr>
                    <a:t>Format</a:t>
                  </a:r>
                  <a:endParaRPr/>
                </a:p>
              </p:txBody>
            </p:sp>
            <p:sp>
              <p:nvSpPr>
                <p:cNvPr id="31" name="Rechthoek 30"/>
                <p:cNvSpPr/>
                <p:nvPr userDrawn="1"/>
              </p:nvSpPr>
              <p:spPr bwMode="auto">
                <a:xfrm>
                  <a:off x="-3303310" y="1243554"/>
                  <a:ext cx="576000" cy="27171"/>
                </a:xfrm>
                <a:prstGeom prst="rect">
                  <a:avLst/>
                </a:prstGeom>
                <a:solidFill>
                  <a:srgbClr val="B7462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noAutofit/>
                </a:bodyPr>
                <a:lstStyle/>
                <a:p>
                  <a:pPr algn="l">
                    <a:defRPr/>
                  </a:pPr>
                  <a:endParaRPr lang="en-GB" sz="1000" b="1">
                    <a:solidFill>
                      <a:srgbClr val="211F26"/>
                    </a:solidFill>
                    <a:latin typeface="Calibri"/>
                    <a:cs typeface="Calibri"/>
                  </a:endParaRPr>
                </a:p>
              </p:txBody>
            </p:sp>
          </p:grpSp>
          <p:grpSp>
            <p:nvGrpSpPr>
              <p:cNvPr id="16" name="Groep 15"/>
              <p:cNvGrpSpPr/>
              <p:nvPr userDrawn="1"/>
            </p:nvGrpSpPr>
            <p:grpSpPr bwMode="auto">
              <a:xfrm>
                <a:off x="-3314821" y="2257494"/>
                <a:ext cx="1377262" cy="591693"/>
                <a:chOff x="-3314821" y="2421532"/>
                <a:chExt cx="1377262" cy="591693"/>
              </a:xfrm>
            </p:grpSpPr>
            <p:sp>
              <p:nvSpPr>
                <p:cNvPr id="17" name="Rechthoek 16"/>
                <p:cNvSpPr/>
                <p:nvPr userDrawn="1"/>
              </p:nvSpPr>
              <p:spPr bwMode="auto">
                <a:xfrm>
                  <a:off x="-3314821" y="2421532"/>
                  <a:ext cx="1360375" cy="504851"/>
                </a:xfrm>
                <a:prstGeom prst="rect">
                  <a:avLst/>
                </a:prstGeom>
                <a:solidFill>
                  <a:srgbClr val="FFFFFF"/>
                </a:solidFill>
                <a:ln w="12700">
                  <a:solidFill>
                    <a:srgbClr val="D1D1D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noAutofit/>
                </a:bodyPr>
                <a:lstStyle/>
                <a:p>
                  <a:pPr algn="l">
                    <a:lnSpc>
                      <a:spcPct val="90000"/>
                    </a:lnSpc>
                    <a:spcBef>
                      <a:spcPts val="600"/>
                    </a:spcBef>
                    <a:spcAft>
                      <a:spcPts val="600"/>
                    </a:spcAft>
                    <a:defRPr/>
                  </a:pPr>
                  <a:endParaRPr lang="en-GB" sz="800" b="0">
                    <a:solidFill>
                      <a:srgbClr val="211F26"/>
                    </a:solidFill>
                    <a:latin typeface="Calibri"/>
                    <a:cs typeface="Calibri"/>
                  </a:endParaRPr>
                </a:p>
              </p:txBody>
            </p:sp>
            <p:sp>
              <p:nvSpPr>
                <p:cNvPr id="18" name="Rechthoek 17"/>
                <p:cNvSpPr/>
                <p:nvPr userDrawn="1"/>
              </p:nvSpPr>
              <p:spPr bwMode="auto">
                <a:xfrm>
                  <a:off x="-3304718" y="2675257"/>
                  <a:ext cx="1344885" cy="246608"/>
                </a:xfrm>
                <a:prstGeom prst="rect">
                  <a:avLst/>
                </a:prstGeom>
                <a:solidFill>
                  <a:srgbClr val="FCE4DC"/>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noAutofit/>
                </a:bodyPr>
                <a:lstStyle/>
                <a:p>
                  <a:pPr algn="l">
                    <a:defRPr/>
                  </a:pPr>
                  <a:endParaRPr lang="en-GB" sz="1000" b="1">
                    <a:solidFill>
                      <a:srgbClr val="211F26"/>
                    </a:solidFill>
                    <a:latin typeface="Calibri"/>
                    <a:cs typeface="Calibri"/>
                  </a:endParaRPr>
                </a:p>
              </p:txBody>
            </p:sp>
            <p:sp>
              <p:nvSpPr>
                <p:cNvPr id="19" name="Tekstvak 18"/>
                <p:cNvSpPr txBox="1"/>
                <p:nvPr userDrawn="1"/>
              </p:nvSpPr>
              <p:spPr bwMode="auto">
                <a:xfrm>
                  <a:off x="-3122115" y="2480234"/>
                  <a:ext cx="1116000" cy="137495"/>
                </a:xfrm>
                <a:prstGeom prst="rect">
                  <a:avLst/>
                </a:prstGeom>
                <a:noFill/>
              </p:spPr>
              <p:txBody>
                <a:bodyPr wrap="square" rtlCol="0" anchor="ctr">
                  <a:noAutofit/>
                </a:bodyPr>
                <a:lstStyle/>
                <a:p>
                  <a:pPr marL="0" algn="l" defTabSz="1217512">
                    <a:lnSpc>
                      <a:spcPct val="90000"/>
                    </a:lnSpc>
                    <a:spcBef>
                      <a:spcPts val="600"/>
                    </a:spcBef>
                    <a:spcAft>
                      <a:spcPts val="600"/>
                    </a:spcAft>
                    <a:defRPr/>
                  </a:pPr>
                  <a:r>
                    <a:rPr lang="en-GB" sz="900" b="0">
                      <a:solidFill>
                        <a:srgbClr val="211F26"/>
                      </a:solidFill>
                      <a:latin typeface="Calibri"/>
                      <a:ea typeface="+mn-ea"/>
                      <a:cs typeface="Calibri"/>
                    </a:rPr>
                    <a:t>Add Trendline</a:t>
                  </a:r>
                  <a:endParaRPr/>
                </a:p>
              </p:txBody>
            </p:sp>
            <p:sp>
              <p:nvSpPr>
                <p:cNvPr id="20" name="Tekstvak 19"/>
                <p:cNvSpPr txBox="1"/>
                <p:nvPr userDrawn="1"/>
              </p:nvSpPr>
              <p:spPr bwMode="auto">
                <a:xfrm>
                  <a:off x="-3115841" y="2753263"/>
                  <a:ext cx="1116000" cy="108505"/>
                </a:xfrm>
                <a:prstGeom prst="rect">
                  <a:avLst/>
                </a:prstGeom>
                <a:noFill/>
              </p:spPr>
              <p:txBody>
                <a:bodyPr wrap="square" rtlCol="0" anchor="ctr">
                  <a:noAutofit/>
                </a:bodyPr>
                <a:lstStyle/>
                <a:p>
                  <a:pPr marL="0" algn="l" defTabSz="1217512">
                    <a:lnSpc>
                      <a:spcPct val="90000"/>
                    </a:lnSpc>
                    <a:spcBef>
                      <a:spcPts val="600"/>
                    </a:spcBef>
                    <a:spcAft>
                      <a:spcPts val="600"/>
                    </a:spcAft>
                    <a:defRPr/>
                  </a:pPr>
                  <a:r>
                    <a:rPr lang="en-GB" sz="900" b="0">
                      <a:solidFill>
                        <a:srgbClr val="211F26"/>
                      </a:solidFill>
                      <a:latin typeface="Calibri"/>
                      <a:ea typeface="+mn-ea"/>
                      <a:cs typeface="Calibri"/>
                    </a:rPr>
                    <a:t>Format Data Series</a:t>
                  </a:r>
                  <a:endParaRPr/>
                </a:p>
              </p:txBody>
            </p:sp>
            <p:sp>
              <p:nvSpPr>
                <p:cNvPr id="21" name="Vrije vorm: vorm 20"/>
                <p:cNvSpPr/>
                <p:nvPr userDrawn="1"/>
              </p:nvSpPr>
              <p:spPr bwMode="auto">
                <a:xfrm>
                  <a:off x="-2035121" y="2833225"/>
                  <a:ext cx="97562" cy="180000"/>
                </a:xfrm>
                <a:custGeom>
                  <a:avLst/>
                  <a:gdLst>
                    <a:gd name="connsiteX0" fmla="*/ 0 w 880280"/>
                    <a:gd name="connsiteY0" fmla="*/ 0 h 1624084"/>
                    <a:gd name="connsiteX1" fmla="*/ 0 w 880280"/>
                    <a:gd name="connsiteY1" fmla="*/ 1262418 h 1624084"/>
                    <a:gd name="connsiteX2" fmla="*/ 341194 w 880280"/>
                    <a:gd name="connsiteY2" fmla="*/ 96899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27546 w 880280"/>
                    <a:gd name="connsiteY2" fmla="*/ 975815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00250 w 880280"/>
                    <a:gd name="connsiteY2" fmla="*/ 100311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11791 w 880280"/>
                    <a:gd name="connsiteY5" fmla="*/ 900753 h 1624084"/>
                    <a:gd name="connsiteX6" fmla="*/ 880280 w 880280"/>
                    <a:gd name="connsiteY6" fmla="*/ 893929 h 1624084"/>
                    <a:gd name="connsiteX7" fmla="*/ 0 w 880280"/>
                    <a:gd name="connsiteY7"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498144 w 880280"/>
                    <a:gd name="connsiteY5" fmla="*/ 900753 h 1624084"/>
                    <a:gd name="connsiteX6" fmla="*/ 880280 w 880280"/>
                    <a:gd name="connsiteY6" fmla="*/ 893929 h 1624084"/>
                    <a:gd name="connsiteX7" fmla="*/ 0 w 880280"/>
                    <a:gd name="connsiteY7" fmla="*/ 0 h 16240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80280" h="1624084" fill="norm" stroke="1" extrusionOk="0">
                      <a:moveTo>
                        <a:pt x="0" y="0"/>
                      </a:moveTo>
                      <a:lnTo>
                        <a:pt x="0" y="1262418"/>
                      </a:lnTo>
                      <a:lnTo>
                        <a:pt x="313898" y="996287"/>
                      </a:lnTo>
                      <a:lnTo>
                        <a:pt x="620973" y="1624084"/>
                      </a:lnTo>
                      <a:lnTo>
                        <a:pt x="839337" y="1480782"/>
                      </a:lnTo>
                      <a:lnTo>
                        <a:pt x="498144" y="900753"/>
                      </a:lnTo>
                      <a:lnTo>
                        <a:pt x="880280" y="893929"/>
                      </a:lnTo>
                      <a:lnTo>
                        <a:pt x="0" y="0"/>
                      </a:lnTo>
                      <a:close/>
                    </a:path>
                  </a:pathLst>
                </a:custGeom>
                <a:solidFill>
                  <a:schemeClr val="bg1"/>
                </a:solid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noAutofit/>
                </a:bodyPr>
                <a:lstStyle/>
                <a:p>
                  <a:pPr algn="ctr">
                    <a:lnSpc>
                      <a:spcPct val="90000"/>
                    </a:lnSpc>
                    <a:spcBef>
                      <a:spcPts val="600"/>
                    </a:spcBef>
                    <a:spcAft>
                      <a:spcPts val="600"/>
                    </a:spcAft>
                    <a:defRPr/>
                  </a:pPr>
                  <a:endParaRPr lang="en-GB" sz="1600" cap="all">
                    <a:latin typeface="Calibri"/>
                    <a:cs typeface="Calibri"/>
                  </a:endParaRPr>
                </a:p>
              </p:txBody>
            </p:sp>
            <p:grpSp>
              <p:nvGrpSpPr>
                <p:cNvPr id="22" name="Groep 21"/>
                <p:cNvGrpSpPr/>
                <p:nvPr userDrawn="1"/>
              </p:nvGrpSpPr>
              <p:grpSpPr bwMode="auto">
                <a:xfrm>
                  <a:off x="-3258488" y="2718400"/>
                  <a:ext cx="225663" cy="229638"/>
                  <a:chOff x="-3258488" y="2713782"/>
                  <a:chExt cx="225663" cy="229638"/>
                </a:xfrm>
              </p:grpSpPr>
              <p:sp>
                <p:nvSpPr>
                  <p:cNvPr id="26" name="Rechthoek 25"/>
                  <p:cNvSpPr/>
                  <p:nvPr userDrawn="1"/>
                </p:nvSpPr>
                <p:spPr bwMode="auto">
                  <a:xfrm>
                    <a:off x="-3245249" y="2761416"/>
                    <a:ext cx="43200" cy="104609"/>
                  </a:xfrm>
                  <a:prstGeom prst="rect">
                    <a:avLst/>
                  </a:prstGeom>
                  <a:solidFill>
                    <a:srgbClr val="4D82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defRPr/>
                    </a:pPr>
                    <a:endParaRPr lang="en-GB" sz="2000">
                      <a:solidFill>
                        <a:srgbClr val="211F26"/>
                      </a:solidFill>
                      <a:latin typeface="Calibri"/>
                      <a:cs typeface="Calibri"/>
                    </a:endParaRPr>
                  </a:p>
                </p:txBody>
              </p:sp>
              <p:sp>
                <p:nvSpPr>
                  <p:cNvPr id="27" name="Rechthoek 26"/>
                  <p:cNvSpPr/>
                  <p:nvPr userDrawn="1"/>
                </p:nvSpPr>
                <p:spPr bwMode="auto">
                  <a:xfrm>
                    <a:off x="-3199591" y="2713782"/>
                    <a:ext cx="43200" cy="152244"/>
                  </a:xfrm>
                  <a:prstGeom prst="rect">
                    <a:avLst/>
                  </a:prstGeom>
                  <a:solidFill>
                    <a:srgbClr val="EDC87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defRPr/>
                    </a:pPr>
                    <a:endParaRPr lang="en-GB" sz="2000">
                      <a:solidFill>
                        <a:srgbClr val="211F26"/>
                      </a:solidFill>
                      <a:latin typeface="Calibri"/>
                      <a:cs typeface="Calibri"/>
                    </a:endParaRPr>
                  </a:p>
                </p:txBody>
              </p:sp>
              <p:sp>
                <p:nvSpPr>
                  <p:cNvPr id="28" name="Rechthoek 27"/>
                  <p:cNvSpPr/>
                  <p:nvPr userDrawn="1"/>
                </p:nvSpPr>
                <p:spPr bwMode="auto">
                  <a:xfrm>
                    <a:off x="-3152134" y="2747679"/>
                    <a:ext cx="43200" cy="118347"/>
                  </a:xfrm>
                  <a:prstGeom prst="rect">
                    <a:avLst/>
                  </a:prstGeom>
                  <a:solidFill>
                    <a:srgbClr val="8080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defRPr/>
                    </a:pPr>
                    <a:endParaRPr lang="en-GB" sz="2000">
                      <a:solidFill>
                        <a:srgbClr val="211F26"/>
                      </a:solidFill>
                      <a:latin typeface="Calibri"/>
                      <a:cs typeface="Calibri"/>
                    </a:endParaRPr>
                  </a:p>
                </p:txBody>
              </p:sp>
              <p:sp>
                <p:nvSpPr>
                  <p:cNvPr id="29" name="Rechthoek 282"/>
                  <p:cNvSpPr/>
                  <p:nvPr userDrawn="1"/>
                </p:nvSpPr>
                <p:spPr bwMode="auto">
                  <a:xfrm rot="19731947">
                    <a:off x="-3258488" y="2796616"/>
                    <a:ext cx="225663" cy="146803"/>
                  </a:xfrm>
                  <a:custGeom>
                    <a:avLst/>
                    <a:gdLst>
                      <a:gd name="connsiteX0" fmla="*/ 0 w 205092"/>
                      <a:gd name="connsiteY0" fmla="*/ 0 h 73844"/>
                      <a:gd name="connsiteX1" fmla="*/ 205092 w 205092"/>
                      <a:gd name="connsiteY1" fmla="*/ 0 h 73844"/>
                      <a:gd name="connsiteX2" fmla="*/ 205092 w 205092"/>
                      <a:gd name="connsiteY2" fmla="*/ 73844 h 73844"/>
                      <a:gd name="connsiteX3" fmla="*/ 0 w 205092"/>
                      <a:gd name="connsiteY3" fmla="*/ 73844 h 73844"/>
                      <a:gd name="connsiteX4" fmla="*/ 0 w 205092"/>
                      <a:gd name="connsiteY4" fmla="*/ 0 h 73844"/>
                      <a:gd name="connsiteX0" fmla="*/ 0 w 205092"/>
                      <a:gd name="connsiteY0" fmla="*/ 0 h 121600"/>
                      <a:gd name="connsiteX1" fmla="*/ 205092 w 205092"/>
                      <a:gd name="connsiteY1" fmla="*/ 0 h 121600"/>
                      <a:gd name="connsiteX2" fmla="*/ 187772 w 205092"/>
                      <a:gd name="connsiteY2" fmla="*/ 121600 h 121600"/>
                      <a:gd name="connsiteX3" fmla="*/ 0 w 205092"/>
                      <a:gd name="connsiteY3" fmla="*/ 73844 h 121600"/>
                      <a:gd name="connsiteX4" fmla="*/ 0 w 205092"/>
                      <a:gd name="connsiteY4" fmla="*/ 0 h 121600"/>
                      <a:gd name="connsiteX0" fmla="*/ 0 w 205092"/>
                      <a:gd name="connsiteY0" fmla="*/ 0 h 121600"/>
                      <a:gd name="connsiteX1" fmla="*/ 205092 w 205092"/>
                      <a:gd name="connsiteY1" fmla="*/ 0 h 121600"/>
                      <a:gd name="connsiteX2" fmla="*/ 187772 w 205092"/>
                      <a:gd name="connsiteY2" fmla="*/ 121600 h 121600"/>
                      <a:gd name="connsiteX3" fmla="*/ 3148 w 205092"/>
                      <a:gd name="connsiteY3" fmla="*/ 65161 h 121600"/>
                      <a:gd name="connsiteX4" fmla="*/ 0 w 205092"/>
                      <a:gd name="connsiteY4" fmla="*/ 0 h 121600"/>
                      <a:gd name="connsiteX0" fmla="*/ 13407 w 218499"/>
                      <a:gd name="connsiteY0" fmla="*/ 0 h 121600"/>
                      <a:gd name="connsiteX1" fmla="*/ 218499 w 218499"/>
                      <a:gd name="connsiteY1" fmla="*/ 0 h 121600"/>
                      <a:gd name="connsiteX2" fmla="*/ 201179 w 218499"/>
                      <a:gd name="connsiteY2" fmla="*/ 121600 h 121600"/>
                      <a:gd name="connsiteX3" fmla="*/ 0 w 218499"/>
                      <a:gd name="connsiteY3" fmla="*/ 38976 h 121600"/>
                      <a:gd name="connsiteX4" fmla="*/ 13407 w 218499"/>
                      <a:gd name="connsiteY4" fmla="*/ 0 h 121600"/>
                      <a:gd name="connsiteX0" fmla="*/ 13407 w 218499"/>
                      <a:gd name="connsiteY0" fmla="*/ 0 h 134944"/>
                      <a:gd name="connsiteX1" fmla="*/ 218499 w 218499"/>
                      <a:gd name="connsiteY1" fmla="*/ 0 h 134944"/>
                      <a:gd name="connsiteX2" fmla="*/ 160746 w 218499"/>
                      <a:gd name="connsiteY2" fmla="*/ 134944 h 134944"/>
                      <a:gd name="connsiteX3" fmla="*/ 0 w 218499"/>
                      <a:gd name="connsiteY3" fmla="*/ 38976 h 134944"/>
                      <a:gd name="connsiteX4" fmla="*/ 13407 w 218499"/>
                      <a:gd name="connsiteY4" fmla="*/ 0 h 134944"/>
                      <a:gd name="connsiteX0" fmla="*/ 13407 w 225663"/>
                      <a:gd name="connsiteY0" fmla="*/ 11860 h 146804"/>
                      <a:gd name="connsiteX1" fmla="*/ 225663 w 225663"/>
                      <a:gd name="connsiteY1" fmla="*/ 0 h 146804"/>
                      <a:gd name="connsiteX2" fmla="*/ 160746 w 225663"/>
                      <a:gd name="connsiteY2" fmla="*/ 146804 h 146804"/>
                      <a:gd name="connsiteX3" fmla="*/ 0 w 225663"/>
                      <a:gd name="connsiteY3" fmla="*/ 50836 h 146804"/>
                      <a:gd name="connsiteX4" fmla="*/ 13407 w 225663"/>
                      <a:gd name="connsiteY4" fmla="*/ 11860 h 1468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663" h="146804" fill="norm" stroke="1" extrusionOk="0">
                        <a:moveTo>
                          <a:pt x="13407" y="11860"/>
                        </a:moveTo>
                        <a:lnTo>
                          <a:pt x="225663" y="0"/>
                        </a:lnTo>
                        <a:lnTo>
                          <a:pt x="160746" y="146804"/>
                        </a:lnTo>
                        <a:lnTo>
                          <a:pt x="0" y="50836"/>
                        </a:lnTo>
                        <a:lnTo>
                          <a:pt x="13407" y="11860"/>
                        </a:lnTo>
                        <a:close/>
                      </a:path>
                    </a:pathLst>
                  </a:custGeom>
                  <a:solidFill>
                    <a:srgbClr val="FCE4DC"/>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noAutofit/>
                  </a:bodyPr>
                  <a:lstStyle/>
                  <a:p>
                    <a:pPr lvl="0">
                      <a:defRPr/>
                    </a:pPr>
                    <a:endParaRPr lang="en-GB" sz="1000" b="1">
                      <a:solidFill>
                        <a:srgbClr val="211F26"/>
                      </a:solidFill>
                      <a:latin typeface="Calibri"/>
                      <a:cs typeface="Calibri"/>
                    </a:endParaRPr>
                  </a:p>
                </p:txBody>
              </p:sp>
            </p:grpSp>
            <p:grpSp>
              <p:nvGrpSpPr>
                <p:cNvPr id="23" name="Groep 22"/>
                <p:cNvGrpSpPr/>
                <p:nvPr userDrawn="1"/>
              </p:nvGrpSpPr>
              <p:grpSpPr bwMode="auto">
                <a:xfrm>
                  <a:off x="-3219980" y="2771792"/>
                  <a:ext cx="140241" cy="116552"/>
                  <a:chOff x="-2608640" y="2891109"/>
                  <a:chExt cx="309118" cy="261993"/>
                </a:xfrm>
              </p:grpSpPr>
              <p:sp>
                <p:nvSpPr>
                  <p:cNvPr id="24" name="Vrije vorm: vorm 23"/>
                  <p:cNvSpPr/>
                  <p:nvPr userDrawn="1"/>
                </p:nvSpPr>
                <p:spPr bwMode="auto">
                  <a:xfrm rot="513865">
                    <a:off x="-2465317" y="2891109"/>
                    <a:ext cx="165795" cy="200435"/>
                  </a:xfrm>
                  <a:custGeom>
                    <a:avLst/>
                    <a:gdLst>
                      <a:gd name="connsiteX0" fmla="*/ 0 w 147782"/>
                      <a:gd name="connsiteY0" fmla="*/ 184728 h 221673"/>
                      <a:gd name="connsiteX1" fmla="*/ 147782 w 147782"/>
                      <a:gd name="connsiteY1" fmla="*/ 0 h 221673"/>
                      <a:gd name="connsiteX2" fmla="*/ 92363 w 147782"/>
                      <a:gd name="connsiteY2" fmla="*/ 221673 h 221673"/>
                      <a:gd name="connsiteX3" fmla="*/ 0 w 147782"/>
                      <a:gd name="connsiteY3" fmla="*/ 184728 h 221673"/>
                      <a:gd name="connsiteX0" fmla="*/ 0 w 180109"/>
                      <a:gd name="connsiteY0" fmla="*/ 166255 h 203200"/>
                      <a:gd name="connsiteX1" fmla="*/ 180109 w 180109"/>
                      <a:gd name="connsiteY1" fmla="*/ 0 h 203200"/>
                      <a:gd name="connsiteX2" fmla="*/ 92363 w 180109"/>
                      <a:gd name="connsiteY2" fmla="*/ 203200 h 203200"/>
                      <a:gd name="connsiteX3" fmla="*/ 0 w 180109"/>
                      <a:gd name="connsiteY3" fmla="*/ 166255 h 203200"/>
                      <a:gd name="connsiteX0" fmla="*/ 0 w 182213"/>
                      <a:gd name="connsiteY0" fmla="*/ 166453 h 203398"/>
                      <a:gd name="connsiteX1" fmla="*/ 180109 w 182213"/>
                      <a:gd name="connsiteY1" fmla="*/ 198 h 203398"/>
                      <a:gd name="connsiteX2" fmla="*/ 92363 w 182213"/>
                      <a:gd name="connsiteY2" fmla="*/ 203398 h 203398"/>
                      <a:gd name="connsiteX3" fmla="*/ 0 w 182213"/>
                      <a:gd name="connsiteY3" fmla="*/ 166453 h 203398"/>
                      <a:gd name="connsiteX0" fmla="*/ 0 w 186034"/>
                      <a:gd name="connsiteY0" fmla="*/ 168058 h 205003"/>
                      <a:gd name="connsiteX1" fmla="*/ 180109 w 186034"/>
                      <a:gd name="connsiteY1" fmla="*/ 1803 h 205003"/>
                      <a:gd name="connsiteX2" fmla="*/ 92363 w 186034"/>
                      <a:gd name="connsiteY2" fmla="*/ 205003 h 205003"/>
                      <a:gd name="connsiteX3" fmla="*/ 0 w 186034"/>
                      <a:gd name="connsiteY3" fmla="*/ 168058 h 205003"/>
                      <a:gd name="connsiteX0" fmla="*/ 0 w 163074"/>
                      <a:gd name="connsiteY0" fmla="*/ 161895 h 203458"/>
                      <a:gd name="connsiteX1" fmla="*/ 161637 w 163074"/>
                      <a:gd name="connsiteY1" fmla="*/ 258 h 203458"/>
                      <a:gd name="connsiteX2" fmla="*/ 73891 w 163074"/>
                      <a:gd name="connsiteY2" fmla="*/ 203458 h 203458"/>
                      <a:gd name="connsiteX3" fmla="*/ 0 w 163074"/>
                      <a:gd name="connsiteY3" fmla="*/ 161895 h 203458"/>
                      <a:gd name="connsiteX0" fmla="*/ 0 w 162654"/>
                      <a:gd name="connsiteY0" fmla="*/ 161843 h 198788"/>
                      <a:gd name="connsiteX1" fmla="*/ 161637 w 162654"/>
                      <a:gd name="connsiteY1" fmla="*/ 206 h 198788"/>
                      <a:gd name="connsiteX2" fmla="*/ 64654 w 162654"/>
                      <a:gd name="connsiteY2" fmla="*/ 198788 h 198788"/>
                      <a:gd name="connsiteX3" fmla="*/ 0 w 162654"/>
                      <a:gd name="connsiteY3" fmla="*/ 161843 h 198788"/>
                      <a:gd name="connsiteX0" fmla="*/ 0 w 165794"/>
                      <a:gd name="connsiteY0" fmla="*/ 163491 h 200436"/>
                      <a:gd name="connsiteX1" fmla="*/ 161637 w 165794"/>
                      <a:gd name="connsiteY1" fmla="*/ 1854 h 200436"/>
                      <a:gd name="connsiteX2" fmla="*/ 64654 w 165794"/>
                      <a:gd name="connsiteY2" fmla="*/ 200436 h 200436"/>
                      <a:gd name="connsiteX3" fmla="*/ 0 w 165794"/>
                      <a:gd name="connsiteY3" fmla="*/ 163491 h 200436"/>
                    </a:gdLst>
                    <a:ahLst/>
                    <a:cxnLst>
                      <a:cxn ang="0">
                        <a:pos x="connsiteX0" y="connsiteY0"/>
                      </a:cxn>
                      <a:cxn ang="0">
                        <a:pos x="connsiteX1" y="connsiteY1"/>
                      </a:cxn>
                      <a:cxn ang="0">
                        <a:pos x="connsiteX2" y="connsiteY2"/>
                      </a:cxn>
                      <a:cxn ang="0">
                        <a:pos x="connsiteX3" y="connsiteY3"/>
                      </a:cxn>
                    </a:cxnLst>
                    <a:rect l="l" t="t" r="r" b="b"/>
                    <a:pathLst>
                      <a:path w="165794" h="200436" fill="norm" stroke="1" extrusionOk="0">
                        <a:moveTo>
                          <a:pt x="0" y="163491"/>
                        </a:moveTo>
                        <a:cubicBezTo>
                          <a:pt x="14624" y="129624"/>
                          <a:pt x="137006" y="-18157"/>
                          <a:pt x="161637" y="1854"/>
                        </a:cubicBezTo>
                        <a:cubicBezTo>
                          <a:pt x="186268" y="21865"/>
                          <a:pt x="94672" y="172727"/>
                          <a:pt x="64654" y="200436"/>
                        </a:cubicBezTo>
                        <a:lnTo>
                          <a:pt x="0" y="163491"/>
                        </a:lnTo>
                        <a:close/>
                      </a:path>
                    </a:pathLst>
                  </a:custGeom>
                  <a:solidFill>
                    <a:srgbClr val="FFFFFF"/>
                  </a:solidFill>
                  <a:ln w="9525">
                    <a:solidFill>
                      <a:srgbClr val="3F3E3C"/>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noAutofit/>
                  </a:bodyPr>
                  <a:lstStyle/>
                  <a:p>
                    <a:pPr algn="ctr">
                      <a:lnSpc>
                        <a:spcPct val="90000"/>
                      </a:lnSpc>
                      <a:spcBef>
                        <a:spcPts val="600"/>
                      </a:spcBef>
                      <a:spcAft>
                        <a:spcPts val="600"/>
                      </a:spcAft>
                      <a:defRPr/>
                    </a:pPr>
                    <a:endParaRPr lang="en-GB" sz="1600" cap="all">
                      <a:latin typeface="+mj-lt"/>
                    </a:endParaRPr>
                  </a:p>
                </p:txBody>
              </p:sp>
              <p:sp>
                <p:nvSpPr>
                  <p:cNvPr id="25" name="Vrije vorm: vorm 24"/>
                  <p:cNvSpPr/>
                  <p:nvPr userDrawn="1"/>
                </p:nvSpPr>
                <p:spPr bwMode="auto">
                  <a:xfrm rot="513865">
                    <a:off x="-2608640" y="3034770"/>
                    <a:ext cx="207309" cy="118332"/>
                  </a:xfrm>
                  <a:custGeom>
                    <a:avLst/>
                    <a:gdLst>
                      <a:gd name="connsiteX0" fmla="*/ 0 w 138545"/>
                      <a:gd name="connsiteY0" fmla="*/ 78509 h 87746"/>
                      <a:gd name="connsiteX1" fmla="*/ 73891 w 138545"/>
                      <a:gd name="connsiteY1" fmla="*/ 87746 h 87746"/>
                      <a:gd name="connsiteX2" fmla="*/ 138545 w 138545"/>
                      <a:gd name="connsiteY2" fmla="*/ 27709 h 87746"/>
                      <a:gd name="connsiteX3" fmla="*/ 96981 w 138545"/>
                      <a:gd name="connsiteY3" fmla="*/ 0 h 87746"/>
                      <a:gd name="connsiteX4" fmla="*/ 46181 w 138545"/>
                      <a:gd name="connsiteY4" fmla="*/ 41564 h 87746"/>
                      <a:gd name="connsiteX5" fmla="*/ 0 w 138545"/>
                      <a:gd name="connsiteY5" fmla="*/ 78509 h 87746"/>
                      <a:gd name="connsiteX0" fmla="*/ 0 w 138545"/>
                      <a:gd name="connsiteY0" fmla="*/ 78509 h 87746"/>
                      <a:gd name="connsiteX1" fmla="*/ 73891 w 138545"/>
                      <a:gd name="connsiteY1" fmla="*/ 87746 h 87746"/>
                      <a:gd name="connsiteX2" fmla="*/ 138545 w 138545"/>
                      <a:gd name="connsiteY2" fmla="*/ 27709 h 87746"/>
                      <a:gd name="connsiteX3" fmla="*/ 96981 w 138545"/>
                      <a:gd name="connsiteY3" fmla="*/ 0 h 87746"/>
                      <a:gd name="connsiteX4" fmla="*/ 0 w 138545"/>
                      <a:gd name="connsiteY4" fmla="*/ 78509 h 87746"/>
                      <a:gd name="connsiteX0" fmla="*/ 0 w 138545"/>
                      <a:gd name="connsiteY0" fmla="*/ 78509 h 87746"/>
                      <a:gd name="connsiteX1" fmla="*/ 73891 w 138545"/>
                      <a:gd name="connsiteY1" fmla="*/ 87746 h 87746"/>
                      <a:gd name="connsiteX2" fmla="*/ 138545 w 138545"/>
                      <a:gd name="connsiteY2" fmla="*/ 27709 h 87746"/>
                      <a:gd name="connsiteX3" fmla="*/ 96981 w 138545"/>
                      <a:gd name="connsiteY3" fmla="*/ 0 h 87746"/>
                      <a:gd name="connsiteX4" fmla="*/ 0 w 138545"/>
                      <a:gd name="connsiteY4" fmla="*/ 78509 h 87746"/>
                      <a:gd name="connsiteX0" fmla="*/ 0 w 138545"/>
                      <a:gd name="connsiteY0" fmla="*/ 78509 h 88052"/>
                      <a:gd name="connsiteX1" fmla="*/ 73891 w 138545"/>
                      <a:gd name="connsiteY1" fmla="*/ 87746 h 88052"/>
                      <a:gd name="connsiteX2" fmla="*/ 138545 w 138545"/>
                      <a:gd name="connsiteY2" fmla="*/ 27709 h 88052"/>
                      <a:gd name="connsiteX3" fmla="*/ 96981 w 138545"/>
                      <a:gd name="connsiteY3" fmla="*/ 0 h 88052"/>
                      <a:gd name="connsiteX4" fmla="*/ 0 w 138545"/>
                      <a:gd name="connsiteY4" fmla="*/ 78509 h 88052"/>
                      <a:gd name="connsiteX0" fmla="*/ 188 w 138733"/>
                      <a:gd name="connsiteY0" fmla="*/ 78509 h 97514"/>
                      <a:gd name="connsiteX1" fmla="*/ 74079 w 138733"/>
                      <a:gd name="connsiteY1" fmla="*/ 87746 h 97514"/>
                      <a:gd name="connsiteX2" fmla="*/ 138733 w 138733"/>
                      <a:gd name="connsiteY2" fmla="*/ 27709 h 97514"/>
                      <a:gd name="connsiteX3" fmla="*/ 97169 w 138733"/>
                      <a:gd name="connsiteY3" fmla="*/ 0 h 97514"/>
                      <a:gd name="connsiteX4" fmla="*/ 188 w 138733"/>
                      <a:gd name="connsiteY4" fmla="*/ 78509 h 97514"/>
                      <a:gd name="connsiteX0" fmla="*/ 167 w 138712"/>
                      <a:gd name="connsiteY0" fmla="*/ 78509 h 91707"/>
                      <a:gd name="connsiteX1" fmla="*/ 74058 w 138712"/>
                      <a:gd name="connsiteY1" fmla="*/ 87746 h 91707"/>
                      <a:gd name="connsiteX2" fmla="*/ 138712 w 138712"/>
                      <a:gd name="connsiteY2" fmla="*/ 27709 h 91707"/>
                      <a:gd name="connsiteX3" fmla="*/ 97148 w 138712"/>
                      <a:gd name="connsiteY3" fmla="*/ 0 h 91707"/>
                      <a:gd name="connsiteX4" fmla="*/ 167 w 138712"/>
                      <a:gd name="connsiteY4" fmla="*/ 78509 h 91707"/>
                      <a:gd name="connsiteX0" fmla="*/ 167 w 138712"/>
                      <a:gd name="connsiteY0" fmla="*/ 78509 h 91707"/>
                      <a:gd name="connsiteX1" fmla="*/ 74058 w 138712"/>
                      <a:gd name="connsiteY1" fmla="*/ 87746 h 91707"/>
                      <a:gd name="connsiteX2" fmla="*/ 138712 w 138712"/>
                      <a:gd name="connsiteY2" fmla="*/ 27709 h 91707"/>
                      <a:gd name="connsiteX3" fmla="*/ 97148 w 138712"/>
                      <a:gd name="connsiteY3" fmla="*/ 0 h 91707"/>
                      <a:gd name="connsiteX4" fmla="*/ 167 w 138712"/>
                      <a:gd name="connsiteY4" fmla="*/ 78509 h 91707"/>
                      <a:gd name="connsiteX0" fmla="*/ 167 w 138712"/>
                      <a:gd name="connsiteY0" fmla="*/ 78509 h 91707"/>
                      <a:gd name="connsiteX1" fmla="*/ 74058 w 138712"/>
                      <a:gd name="connsiteY1" fmla="*/ 87746 h 91707"/>
                      <a:gd name="connsiteX2" fmla="*/ 138712 w 138712"/>
                      <a:gd name="connsiteY2" fmla="*/ 27709 h 91707"/>
                      <a:gd name="connsiteX3" fmla="*/ 97148 w 138712"/>
                      <a:gd name="connsiteY3" fmla="*/ 0 h 91707"/>
                      <a:gd name="connsiteX4" fmla="*/ 167 w 138712"/>
                      <a:gd name="connsiteY4" fmla="*/ 78509 h 91707"/>
                      <a:gd name="connsiteX0" fmla="*/ 167 w 139150"/>
                      <a:gd name="connsiteY0" fmla="*/ 78509 h 91707"/>
                      <a:gd name="connsiteX1" fmla="*/ 74058 w 139150"/>
                      <a:gd name="connsiteY1" fmla="*/ 87746 h 91707"/>
                      <a:gd name="connsiteX2" fmla="*/ 138712 w 139150"/>
                      <a:gd name="connsiteY2" fmla="*/ 27709 h 91707"/>
                      <a:gd name="connsiteX3" fmla="*/ 97148 w 139150"/>
                      <a:gd name="connsiteY3" fmla="*/ 0 h 91707"/>
                      <a:gd name="connsiteX4" fmla="*/ 167 w 139150"/>
                      <a:gd name="connsiteY4" fmla="*/ 78509 h 91707"/>
                      <a:gd name="connsiteX0" fmla="*/ 167 w 139150"/>
                      <a:gd name="connsiteY0" fmla="*/ 87626 h 100824"/>
                      <a:gd name="connsiteX1" fmla="*/ 74058 w 139150"/>
                      <a:gd name="connsiteY1" fmla="*/ 96863 h 100824"/>
                      <a:gd name="connsiteX2" fmla="*/ 138712 w 139150"/>
                      <a:gd name="connsiteY2" fmla="*/ 36826 h 100824"/>
                      <a:gd name="connsiteX3" fmla="*/ 97148 w 139150"/>
                      <a:gd name="connsiteY3" fmla="*/ 9117 h 100824"/>
                      <a:gd name="connsiteX4" fmla="*/ 167 w 139150"/>
                      <a:gd name="connsiteY4" fmla="*/ 87626 h 100824"/>
                      <a:gd name="connsiteX0" fmla="*/ 167 w 139150"/>
                      <a:gd name="connsiteY0" fmla="*/ 79509 h 92707"/>
                      <a:gd name="connsiteX1" fmla="*/ 74058 w 139150"/>
                      <a:gd name="connsiteY1" fmla="*/ 88746 h 92707"/>
                      <a:gd name="connsiteX2" fmla="*/ 138712 w 139150"/>
                      <a:gd name="connsiteY2" fmla="*/ 28709 h 92707"/>
                      <a:gd name="connsiteX3" fmla="*/ 97148 w 139150"/>
                      <a:gd name="connsiteY3" fmla="*/ 1000 h 92707"/>
                      <a:gd name="connsiteX4" fmla="*/ 167 w 139150"/>
                      <a:gd name="connsiteY4" fmla="*/ 79509 h 92707"/>
                      <a:gd name="connsiteX0" fmla="*/ 167 w 138974"/>
                      <a:gd name="connsiteY0" fmla="*/ 71888 h 85086"/>
                      <a:gd name="connsiteX1" fmla="*/ 74058 w 138974"/>
                      <a:gd name="connsiteY1" fmla="*/ 81125 h 85086"/>
                      <a:gd name="connsiteX2" fmla="*/ 138712 w 138974"/>
                      <a:gd name="connsiteY2" fmla="*/ 21088 h 85086"/>
                      <a:gd name="connsiteX3" fmla="*/ 91899 w 138974"/>
                      <a:gd name="connsiteY3" fmla="*/ 1252 h 85086"/>
                      <a:gd name="connsiteX4" fmla="*/ 167 w 138974"/>
                      <a:gd name="connsiteY4" fmla="*/ 71888 h 85086"/>
                      <a:gd name="connsiteX0" fmla="*/ 278 w 118032"/>
                      <a:gd name="connsiteY0" fmla="*/ 56375 h 82581"/>
                      <a:gd name="connsiteX1" fmla="*/ 53174 w 118032"/>
                      <a:gd name="connsiteY1" fmla="*/ 81359 h 82581"/>
                      <a:gd name="connsiteX2" fmla="*/ 117828 w 118032"/>
                      <a:gd name="connsiteY2" fmla="*/ 21322 h 82581"/>
                      <a:gd name="connsiteX3" fmla="*/ 71015 w 118032"/>
                      <a:gd name="connsiteY3" fmla="*/ 1486 h 82581"/>
                      <a:gd name="connsiteX4" fmla="*/ 278 w 118032"/>
                      <a:gd name="connsiteY4" fmla="*/ 56375 h 82581"/>
                      <a:gd name="connsiteX0" fmla="*/ 220 w 117808"/>
                      <a:gd name="connsiteY0" fmla="*/ 56172 h 67245"/>
                      <a:gd name="connsiteX1" fmla="*/ 63614 w 117808"/>
                      <a:gd name="connsiteY1" fmla="*/ 62785 h 67245"/>
                      <a:gd name="connsiteX2" fmla="*/ 117770 w 117808"/>
                      <a:gd name="connsiteY2" fmla="*/ 21119 h 67245"/>
                      <a:gd name="connsiteX3" fmla="*/ 70957 w 117808"/>
                      <a:gd name="connsiteY3" fmla="*/ 1283 h 67245"/>
                      <a:gd name="connsiteX4" fmla="*/ 220 w 117808"/>
                      <a:gd name="connsiteY4" fmla="*/ 56172 h 672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7808" h="67245" fill="norm" stroke="1" extrusionOk="0">
                        <a:moveTo>
                          <a:pt x="220" y="56172"/>
                        </a:moveTo>
                        <a:cubicBezTo>
                          <a:pt x="-3628" y="70796"/>
                          <a:pt x="44022" y="68627"/>
                          <a:pt x="63614" y="62785"/>
                        </a:cubicBezTo>
                        <a:cubicBezTo>
                          <a:pt x="83206" y="56943"/>
                          <a:pt x="116546" y="31369"/>
                          <a:pt x="117770" y="21119"/>
                        </a:cubicBezTo>
                        <a:cubicBezTo>
                          <a:pt x="118994" y="10869"/>
                          <a:pt x="90549" y="-4559"/>
                          <a:pt x="70957" y="1283"/>
                        </a:cubicBezTo>
                        <a:cubicBezTo>
                          <a:pt x="51365" y="7125"/>
                          <a:pt x="61415" y="48373"/>
                          <a:pt x="220" y="56172"/>
                        </a:cubicBezTo>
                        <a:close/>
                      </a:path>
                    </a:pathLst>
                  </a:custGeom>
                  <a:solidFill>
                    <a:srgbClr val="8AC3EF"/>
                  </a:solidFill>
                  <a:ln w="9525">
                    <a:solidFill>
                      <a:srgbClr val="307EBD"/>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noAutofit/>
                  </a:bodyPr>
                  <a:lstStyle/>
                  <a:p>
                    <a:pPr algn="ctr">
                      <a:lnSpc>
                        <a:spcPct val="90000"/>
                      </a:lnSpc>
                      <a:spcBef>
                        <a:spcPts val="600"/>
                      </a:spcBef>
                      <a:spcAft>
                        <a:spcPts val="600"/>
                      </a:spcAft>
                      <a:defRPr/>
                    </a:pPr>
                    <a:endParaRPr lang="en-GB" sz="1600" cap="all">
                      <a:latin typeface="+mj-lt"/>
                    </a:endParaRPr>
                  </a:p>
                </p:txBody>
              </p:sp>
            </p:grpSp>
          </p:grpSp>
        </p:gr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userDrawn="1">
  <p:cSld name="Closure">
    <p:bg>
      <p:bgPr shadeToTitle="0">
        <a:solidFill>
          <a:schemeClr val="accent1"/>
        </a:solidFill>
      </p:bgPr>
    </p:bg>
    <p:spTree>
      <p:nvGrpSpPr>
        <p:cNvPr id="1" name=""/>
        <p:cNvGrpSpPr/>
        <p:nvPr/>
      </p:nvGrpSpPr>
      <p:grpSpPr bwMode="auto">
        <a:xfrm>
          <a:off x="0" y="0"/>
          <a:ext cx="0" cy="0"/>
          <a:chOff x="0" y="0"/>
          <a:chExt cx="0" cy="0"/>
        </a:xfrm>
      </p:grpSpPr>
      <p:sp>
        <p:nvSpPr>
          <p:cNvPr id="1067483406" name="Rechthoek 4"/>
          <p:cNvSpPr/>
          <p:nvPr userDrawn="1"/>
        </p:nvSpPr>
        <p:spPr bwMode="auto">
          <a:xfrm>
            <a:off x="-10750" y="0"/>
            <a:ext cx="1220275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nl-NL"/>
          </a:p>
        </p:txBody>
      </p:sp>
      <p:sp>
        <p:nvSpPr>
          <p:cNvPr id="1571687520" name="Vrije vorm: vorm 41"/>
          <p:cNvSpPr/>
          <p:nvPr/>
        </p:nvSpPr>
        <p:spPr bwMode="auto">
          <a:xfrm>
            <a:off x="-10750" y="1"/>
            <a:ext cx="12202750" cy="6857999"/>
          </a:xfrm>
          <a:custGeom>
            <a:avLst/>
            <a:gdLst>
              <a:gd name="connsiteX0" fmla="*/ 12202750 w 12202750"/>
              <a:gd name="connsiteY0" fmla="*/ 3750218 h 6857999"/>
              <a:gd name="connsiteX1" fmla="*/ 12202750 w 12202750"/>
              <a:gd name="connsiteY1" fmla="*/ 6857999 h 6857999"/>
              <a:gd name="connsiteX2" fmla="*/ 11114530 w 12202750"/>
              <a:gd name="connsiteY2" fmla="*/ 6857999 h 6857999"/>
              <a:gd name="connsiteX3" fmla="*/ 11256844 w 12202750"/>
              <a:gd name="connsiteY3" fmla="*/ 6595461 h 6857999"/>
              <a:gd name="connsiteX4" fmla="*/ 12121807 w 12202750"/>
              <a:gd name="connsiteY4" fmla="*/ 4108853 h 6857999"/>
              <a:gd name="connsiteX5" fmla="*/ 7260002 w 12202750"/>
              <a:gd name="connsiteY5" fmla="*/ 0 h 6857999"/>
              <a:gd name="connsiteX6" fmla="*/ 12202750 w 12202750"/>
              <a:gd name="connsiteY6" fmla="*/ 0 h 6857999"/>
              <a:gd name="connsiteX7" fmla="*/ 12202750 w 12202750"/>
              <a:gd name="connsiteY7" fmla="*/ 1540137 h 6857999"/>
              <a:gd name="connsiteX8" fmla="*/ 12200549 w 12202750"/>
              <a:gd name="connsiteY8" fmla="*/ 1543414 h 6857999"/>
              <a:gd name="connsiteX9" fmla="*/ 11867141 w 12202750"/>
              <a:gd name="connsiteY9" fmla="*/ 2106148 h 6857999"/>
              <a:gd name="connsiteX10" fmla="*/ 6343721 w 12202750"/>
              <a:gd name="connsiteY10" fmla="*/ 3249151 h 6857999"/>
              <a:gd name="connsiteX11" fmla="*/ 7248419 w 12202750"/>
              <a:gd name="connsiteY11" fmla="*/ 17042 h 6857999"/>
              <a:gd name="connsiteX12" fmla="*/ 0 w 12202750"/>
              <a:gd name="connsiteY12" fmla="*/ 0 h 6857999"/>
              <a:gd name="connsiteX13" fmla="*/ 4336814 w 12202750"/>
              <a:gd name="connsiteY13" fmla="*/ 0 h 6857999"/>
              <a:gd name="connsiteX14" fmla="*/ 3953814 w 12202750"/>
              <a:gd name="connsiteY14" fmla="*/ 290459 h 6857999"/>
              <a:gd name="connsiteX15" fmla="*/ 34757 w 12202750"/>
              <a:gd name="connsiteY15" fmla="*/ 4907294 h 6857999"/>
              <a:gd name="connsiteX16" fmla="*/ 0 w 12202750"/>
              <a:gd name="connsiteY16" fmla="*/ 5022063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2202750" h="6857999" fill="norm" stroke="1" extrusionOk="0">
                <a:moveTo>
                  <a:pt x="12202750" y="3750218"/>
                </a:moveTo>
                <a:lnTo>
                  <a:pt x="12202750" y="6857999"/>
                </a:lnTo>
                <a:lnTo>
                  <a:pt x="11114530" y="6857999"/>
                </a:lnTo>
                <a:lnTo>
                  <a:pt x="11256844" y="6595461"/>
                </a:lnTo>
                <a:cubicBezTo>
                  <a:pt x="11629965" y="5862402"/>
                  <a:pt x="11898764" y="5050891"/>
                  <a:pt x="12121807" y="4108853"/>
                </a:cubicBezTo>
                <a:close/>
                <a:moveTo>
                  <a:pt x="7260002" y="0"/>
                </a:moveTo>
                <a:lnTo>
                  <a:pt x="12202750" y="0"/>
                </a:lnTo>
                <a:lnTo>
                  <a:pt x="12202750" y="1540137"/>
                </a:lnTo>
                <a:lnTo>
                  <a:pt x="12200549" y="1543414"/>
                </a:lnTo>
                <a:cubicBezTo>
                  <a:pt x="12110526" y="1684115"/>
                  <a:pt x="12003525" y="1893029"/>
                  <a:pt x="11867141" y="2106148"/>
                </a:cubicBezTo>
                <a:cubicBezTo>
                  <a:pt x="10880238" y="3959252"/>
                  <a:pt x="7486531" y="6089453"/>
                  <a:pt x="6343721" y="3249151"/>
                </a:cubicBezTo>
                <a:cubicBezTo>
                  <a:pt x="5919494" y="2184051"/>
                  <a:pt x="6486561" y="1153587"/>
                  <a:pt x="7248419" y="17042"/>
                </a:cubicBezTo>
                <a:close/>
                <a:moveTo>
                  <a:pt x="0" y="0"/>
                </a:moveTo>
                <a:lnTo>
                  <a:pt x="4336814" y="0"/>
                </a:lnTo>
                <a:lnTo>
                  <a:pt x="3953814" y="290459"/>
                </a:lnTo>
                <a:cubicBezTo>
                  <a:pt x="2295623" y="1565228"/>
                  <a:pt x="719287" y="2947698"/>
                  <a:pt x="34757" y="4907294"/>
                </a:cubicBezTo>
                <a:lnTo>
                  <a:pt x="0" y="5022063"/>
                </a:lnTo>
                <a:close/>
              </a:path>
            </a:pathLst>
          </a:custGeom>
          <a:solidFill>
            <a:srgbClr val="00B8C8"/>
          </a:solidFill>
          <a:ln w="1731" cap="flat">
            <a:noFill/>
            <a:prstDash val="solid"/>
            <a:miter/>
          </a:ln>
        </p:spPr>
        <p:txBody>
          <a:bodyPr wrap="square" rtlCol="0" anchor="ctr">
            <a:noAutofit/>
          </a:bodyPr>
          <a:lstStyle/>
          <a:p>
            <a:pPr>
              <a:defRPr/>
            </a:pPr>
            <a:endParaRPr lang="en-GB"/>
          </a:p>
        </p:txBody>
      </p:sp>
      <p:sp>
        <p:nvSpPr>
          <p:cNvPr id="1853893149" name="Titel 1"/>
          <p:cNvSpPr>
            <a:spLocks noGrp="1"/>
          </p:cNvSpPr>
          <p:nvPr>
            <p:ph type="title" hasCustomPrompt="1"/>
          </p:nvPr>
        </p:nvSpPr>
        <p:spPr bwMode="auto">
          <a:xfrm>
            <a:off x="0" y="-429019"/>
            <a:ext cx="859210" cy="2769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spAutoFit/>
          </a:bodyPr>
          <a:lstStyle>
            <a:lvl1pPr>
              <a:lnSpc>
                <a:spcPct val="100000"/>
              </a:lnSpc>
              <a:defRPr lang="nl-NL" sz="1800" b="1" cap="none">
                <a:solidFill>
                  <a:schemeClr val="accent1"/>
                </a:solidFill>
                <a:latin typeface="+mj-lt"/>
              </a:defRPr>
            </a:lvl1pPr>
          </a:lstStyle>
          <a:p>
            <a:pPr marL="0" lvl="0">
              <a:defRPr/>
            </a:pPr>
            <a:r>
              <a:rPr lang="en-GB"/>
              <a:t>Closure</a:t>
            </a:r>
            <a:endParaRPr/>
          </a:p>
        </p:txBody>
      </p:sp>
      <p:sp>
        <p:nvSpPr>
          <p:cNvPr id="425438767" name="Tijdelijke aanduiding voor tekst 3"/>
          <p:cNvSpPr>
            <a:spLocks noGrp="1"/>
          </p:cNvSpPr>
          <p:nvPr>
            <p:ph type="body" sz="quarter" idx="10" hasCustomPrompt="1"/>
          </p:nvPr>
        </p:nvSpPr>
        <p:spPr bwMode="auto">
          <a:xfrm>
            <a:off x="719138" y="3950387"/>
            <a:ext cx="10752137" cy="1333698"/>
          </a:xfrm>
        </p:spPr>
        <p:txBody>
          <a:bodyPr wrap="square" anchor="b" anchorCtr="0">
            <a:spAutoFit/>
          </a:bodyPr>
          <a:lstStyle>
            <a:lvl1pPr marL="0" indent="0" algn="r">
              <a:lnSpc>
                <a:spcPts val="5200"/>
              </a:lnSpc>
              <a:spcBef>
                <a:spcPts val="0"/>
              </a:spcBef>
              <a:spcAft>
                <a:spcPts val="0"/>
              </a:spcAft>
              <a:buNone/>
              <a:defRPr sz="4800" b="1" i="0">
                <a:solidFill>
                  <a:schemeClr val="bg1"/>
                </a:solidFill>
                <a:latin typeface="+mj-lt"/>
              </a:defRPr>
            </a:lvl1pPr>
            <a:lvl2pPr marL="0" indent="0" algn="r">
              <a:buNone/>
              <a:defRPr sz="4400" b="1" i="0">
                <a:solidFill>
                  <a:schemeClr val="bg1"/>
                </a:solidFill>
                <a:latin typeface="+mj-lt"/>
              </a:defRPr>
            </a:lvl2pPr>
            <a:lvl3pPr marL="0" indent="0" algn="r">
              <a:buFont typeface="Arial"/>
              <a:buNone/>
              <a:defRPr sz="4400" b="1" i="0">
                <a:solidFill>
                  <a:schemeClr val="bg1"/>
                </a:solidFill>
                <a:latin typeface="+mj-lt"/>
              </a:defRPr>
            </a:lvl3pPr>
            <a:lvl4pPr marL="0" indent="0" algn="r">
              <a:buFont typeface="Arial"/>
              <a:buNone/>
              <a:defRPr sz="4400" b="1" i="0">
                <a:solidFill>
                  <a:schemeClr val="bg1"/>
                </a:solidFill>
                <a:latin typeface="+mj-lt"/>
              </a:defRPr>
            </a:lvl4pPr>
            <a:lvl5pPr marL="0" indent="0" algn="r">
              <a:buFont typeface="Arial"/>
              <a:buNone/>
              <a:defRPr sz="4400" b="1" i="0">
                <a:solidFill>
                  <a:schemeClr val="bg1"/>
                </a:solidFill>
                <a:latin typeface="+mj-lt"/>
              </a:defRPr>
            </a:lvl5pPr>
            <a:lvl6pPr marL="0" indent="0" algn="r">
              <a:buFont typeface="Arial"/>
              <a:buNone/>
              <a:defRPr sz="4400" b="1" i="0">
                <a:solidFill>
                  <a:schemeClr val="bg1"/>
                </a:solidFill>
                <a:latin typeface="+mj-lt"/>
              </a:defRPr>
            </a:lvl6pPr>
            <a:lvl7pPr marL="0" indent="0" algn="r">
              <a:buFont typeface="Arial"/>
              <a:buNone/>
              <a:defRPr sz="4400" b="1" i="0">
                <a:solidFill>
                  <a:schemeClr val="bg1"/>
                </a:solidFill>
                <a:latin typeface="+mj-lt"/>
              </a:defRPr>
            </a:lvl7pPr>
            <a:lvl8pPr marL="0" indent="0" algn="r">
              <a:buFont typeface="Arial"/>
              <a:buNone/>
              <a:defRPr sz="4400" b="1" i="0">
                <a:solidFill>
                  <a:schemeClr val="bg1"/>
                </a:solidFill>
                <a:latin typeface="+mj-lt"/>
              </a:defRPr>
            </a:lvl8pPr>
            <a:lvl9pPr marL="0" indent="0" algn="r">
              <a:buFont typeface="Arial"/>
              <a:buNone/>
              <a:defRPr sz="4400" b="1" i="0">
                <a:solidFill>
                  <a:schemeClr val="bg1"/>
                </a:solidFill>
                <a:latin typeface="+mj-lt"/>
              </a:defRPr>
            </a:lvl9pPr>
          </a:lstStyle>
          <a:p>
            <a:pPr lvl="0">
              <a:defRPr/>
            </a:pPr>
            <a:r>
              <a:rPr lang="en-GB"/>
              <a:t>Title slide</a:t>
            </a:r>
            <a:br>
              <a:rPr lang="en-GB"/>
            </a:br>
            <a:r>
              <a:rPr lang="en-GB"/>
              <a:t>max. 2 lines</a:t>
            </a:r>
            <a:endParaRPr/>
          </a:p>
        </p:txBody>
      </p:sp>
      <p:sp>
        <p:nvSpPr>
          <p:cNvPr id="255232235" name="Tijdelijke aanduiding voor tekst 5"/>
          <p:cNvSpPr>
            <a:spLocks noGrp="1"/>
          </p:cNvSpPr>
          <p:nvPr>
            <p:ph type="body" sz="quarter" idx="11" hasCustomPrompt="1"/>
          </p:nvPr>
        </p:nvSpPr>
        <p:spPr bwMode="auto">
          <a:xfrm>
            <a:off x="719137" y="5404234"/>
            <a:ext cx="10763113" cy="332399"/>
          </a:xfrm>
        </p:spPr>
        <p:txBody>
          <a:bodyPr>
            <a:spAutoFit/>
          </a:bodyPr>
          <a:lstStyle>
            <a:lvl1pPr marL="0" indent="0" algn="r">
              <a:buFont typeface="Arial"/>
              <a:buNone/>
              <a:defRPr sz="2400" b="0" i="0">
                <a:solidFill>
                  <a:schemeClr val="tx2"/>
                </a:solidFill>
                <a:latin typeface="+mn-lt"/>
              </a:defRPr>
            </a:lvl1pPr>
            <a:lvl2pPr marL="0" indent="0" algn="r">
              <a:buFont typeface="Arial"/>
              <a:buNone/>
              <a:defRPr sz="2400" b="0" i="0">
                <a:solidFill>
                  <a:schemeClr val="bg1"/>
                </a:solidFill>
                <a:latin typeface="+mn-lt"/>
              </a:defRPr>
            </a:lvl2pPr>
            <a:lvl3pPr marL="0" indent="0" algn="r">
              <a:buFont typeface="Arial"/>
              <a:buNone/>
              <a:defRPr sz="2400" b="0" i="0">
                <a:solidFill>
                  <a:schemeClr val="bg1"/>
                </a:solidFill>
                <a:latin typeface="+mn-lt"/>
              </a:defRPr>
            </a:lvl3pPr>
            <a:lvl4pPr marL="0" indent="0" algn="r">
              <a:buFont typeface="Arial"/>
              <a:buNone/>
              <a:defRPr sz="2400" b="0" i="0">
                <a:solidFill>
                  <a:schemeClr val="bg1"/>
                </a:solidFill>
                <a:latin typeface="+mn-lt"/>
              </a:defRPr>
            </a:lvl4pPr>
            <a:lvl5pPr marL="0" indent="0" algn="r">
              <a:buFont typeface="Arial"/>
              <a:buNone/>
              <a:defRPr sz="2400" b="0" i="0">
                <a:solidFill>
                  <a:schemeClr val="bg1"/>
                </a:solidFill>
                <a:latin typeface="+mn-lt"/>
              </a:defRPr>
            </a:lvl5pPr>
            <a:lvl6pPr marL="0" indent="0" algn="r">
              <a:buFont typeface="Arial"/>
              <a:buNone/>
              <a:defRPr sz="2400" b="0" i="0">
                <a:solidFill>
                  <a:schemeClr val="bg1"/>
                </a:solidFill>
                <a:latin typeface="+mn-lt"/>
              </a:defRPr>
            </a:lvl6pPr>
            <a:lvl7pPr marL="0" indent="0" algn="r">
              <a:buFont typeface="Arial"/>
              <a:buNone/>
              <a:defRPr sz="2400" b="0" i="0">
                <a:solidFill>
                  <a:schemeClr val="bg1"/>
                </a:solidFill>
                <a:latin typeface="+mn-lt"/>
              </a:defRPr>
            </a:lvl7pPr>
            <a:lvl8pPr marL="0" indent="0" algn="r">
              <a:buFont typeface="Arial"/>
              <a:buNone/>
              <a:defRPr sz="2400" b="0" i="0">
                <a:solidFill>
                  <a:schemeClr val="bg1"/>
                </a:solidFill>
                <a:latin typeface="+mn-lt"/>
              </a:defRPr>
            </a:lvl8pPr>
            <a:lvl9pPr marL="0" indent="0" algn="r">
              <a:buFont typeface="Arial"/>
              <a:buNone/>
              <a:defRPr sz="2400" b="0" i="0">
                <a:solidFill>
                  <a:schemeClr val="bg1"/>
                </a:solidFill>
                <a:latin typeface="+mn-lt"/>
              </a:defRPr>
            </a:lvl9pPr>
          </a:lstStyle>
          <a:p>
            <a:pPr lvl="0">
              <a:defRPr/>
            </a:pPr>
            <a:r>
              <a:rPr lang="en-GB"/>
              <a:t>Subtitle | Name speaker</a:t>
            </a:r>
            <a:endParaRPr/>
          </a:p>
        </p:txBody>
      </p:sp>
      <p:sp>
        <p:nvSpPr>
          <p:cNvPr id="499837585" name="Tijdelijke aanduiding voor datum 16"/>
          <p:cNvSpPr>
            <a:spLocks noGrp="1"/>
          </p:cNvSpPr>
          <p:nvPr>
            <p:ph type="dt" sz="half" idx="12"/>
          </p:nvPr>
        </p:nvSpPr>
        <p:spPr bwMode="auto">
          <a:xfrm>
            <a:off x="10705040" y="5813671"/>
            <a:ext cx="766235" cy="184666"/>
          </a:xfrm>
        </p:spPr>
        <p:txBody>
          <a:bodyPr/>
          <a:lstStyle>
            <a:lvl1pPr>
              <a:defRPr sz="1200">
                <a:solidFill>
                  <a:schemeClr val="tx2"/>
                </a:solidFill>
              </a:defRPr>
            </a:lvl1pPr>
          </a:lstStyle>
          <a:p>
            <a:pPr>
              <a:defRPr/>
            </a:pPr>
            <a:fld id="{8356D135-3DCC-4F43-956C-8E084B5B3B73}" type="datetime1">
              <a:rPr lang="nl-NL"/>
              <a:t>10-3-2025</a:t>
            </a:fld>
            <a:endParaRPr lang="en-GB"/>
          </a:p>
        </p:txBody>
      </p:sp>
      <p:grpSp>
        <p:nvGrpSpPr>
          <p:cNvPr id="1831806642" name="Graphic 4"/>
          <p:cNvGrpSpPr/>
          <p:nvPr userDrawn="1"/>
        </p:nvGrpSpPr>
        <p:grpSpPr bwMode="auto">
          <a:xfrm>
            <a:off x="721114" y="437497"/>
            <a:ext cx="1530269" cy="594428"/>
            <a:chOff x="717019" y="5865846"/>
            <a:chExt cx="1413341" cy="549008"/>
          </a:xfrm>
          <a:solidFill>
            <a:srgbClr val="FFFFFF"/>
          </a:solidFill>
        </p:grpSpPr>
        <p:sp>
          <p:nvSpPr>
            <p:cNvPr id="22" name="Vrije vorm: vorm 21"/>
            <p:cNvSpPr/>
            <p:nvPr/>
          </p:nvSpPr>
          <p:spPr bwMode="auto">
            <a:xfrm>
              <a:off x="998576" y="6136009"/>
              <a:ext cx="258644" cy="277455"/>
            </a:xfrm>
            <a:custGeom>
              <a:avLst/>
              <a:gdLst>
                <a:gd name="connsiteX0" fmla="*/ 129322 w 258644"/>
                <a:gd name="connsiteY0" fmla="*/ 224847 h 277455"/>
                <a:gd name="connsiteX1" fmla="*/ 183307 w 258644"/>
                <a:gd name="connsiteY1" fmla="*/ 167897 h 277455"/>
                <a:gd name="connsiteX2" fmla="*/ 183307 w 258644"/>
                <a:gd name="connsiteY2" fmla="*/ 0 h 277455"/>
                <a:gd name="connsiteX3" fmla="*/ 258644 w 258644"/>
                <a:gd name="connsiteY3" fmla="*/ 0 h 277455"/>
                <a:gd name="connsiteX4" fmla="*/ 258644 w 258644"/>
                <a:gd name="connsiteY4" fmla="*/ 172238 h 277455"/>
                <a:gd name="connsiteX5" fmla="*/ 129322 w 258644"/>
                <a:gd name="connsiteY5" fmla="*/ 277456 h 277455"/>
                <a:gd name="connsiteX6" fmla="*/ 0 w 258644"/>
                <a:gd name="connsiteY6" fmla="*/ 172238 h 277455"/>
                <a:gd name="connsiteX7" fmla="*/ 0 w 258644"/>
                <a:gd name="connsiteY7" fmla="*/ 174 h 277455"/>
                <a:gd name="connsiteX8" fmla="*/ 75337 w 258644"/>
                <a:gd name="connsiteY8" fmla="*/ 174 h 277455"/>
                <a:gd name="connsiteX9" fmla="*/ 75337 w 258644"/>
                <a:gd name="connsiteY9" fmla="*/ 168071 h 277455"/>
                <a:gd name="connsiteX10" fmla="*/ 129322 w 258644"/>
                <a:gd name="connsiteY10" fmla="*/ 224847 h 2774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58644" h="277455" fill="norm" stroke="1" extrusionOk="0">
                  <a:moveTo>
                    <a:pt x="129322" y="224847"/>
                  </a:moveTo>
                  <a:cubicBezTo>
                    <a:pt x="164907" y="224847"/>
                    <a:pt x="183307" y="200713"/>
                    <a:pt x="183307" y="167897"/>
                  </a:cubicBezTo>
                  <a:lnTo>
                    <a:pt x="183307" y="0"/>
                  </a:lnTo>
                  <a:lnTo>
                    <a:pt x="258644" y="0"/>
                  </a:lnTo>
                  <a:lnTo>
                    <a:pt x="258644" y="172238"/>
                  </a:lnTo>
                  <a:cubicBezTo>
                    <a:pt x="257255" y="247592"/>
                    <a:pt x="197542" y="277456"/>
                    <a:pt x="129322" y="277456"/>
                  </a:cubicBezTo>
                  <a:cubicBezTo>
                    <a:pt x="61102" y="277456"/>
                    <a:pt x="0" y="247592"/>
                    <a:pt x="0" y="172238"/>
                  </a:cubicBezTo>
                  <a:lnTo>
                    <a:pt x="0" y="174"/>
                  </a:lnTo>
                  <a:lnTo>
                    <a:pt x="75337" y="174"/>
                  </a:lnTo>
                  <a:lnTo>
                    <a:pt x="75337" y="168071"/>
                  </a:lnTo>
                  <a:cubicBezTo>
                    <a:pt x="73948" y="200713"/>
                    <a:pt x="93910" y="224847"/>
                    <a:pt x="129322" y="224847"/>
                  </a:cubicBezTo>
                  <a:close/>
                </a:path>
              </a:pathLst>
            </a:custGeom>
            <a:solidFill>
              <a:srgbClr val="FFFFFF"/>
            </a:solidFill>
            <a:ln w="1731" cap="flat">
              <a:noFill/>
              <a:prstDash val="solid"/>
              <a:miter/>
            </a:ln>
          </p:spPr>
          <p:txBody>
            <a:bodyPr rtlCol="0" anchor="ctr"/>
            <a:lstStyle/>
            <a:p>
              <a:pPr>
                <a:defRPr/>
              </a:pPr>
              <a:endParaRPr lang="en-GB"/>
            </a:p>
          </p:txBody>
        </p:sp>
        <p:sp>
          <p:nvSpPr>
            <p:cNvPr id="23" name="Vrije vorm: vorm 22"/>
            <p:cNvSpPr/>
            <p:nvPr/>
          </p:nvSpPr>
          <p:spPr bwMode="auto">
            <a:xfrm>
              <a:off x="717019" y="6136183"/>
              <a:ext cx="244583" cy="271726"/>
            </a:xfrm>
            <a:custGeom>
              <a:avLst/>
              <a:gdLst>
                <a:gd name="connsiteX0" fmla="*/ 85405 w 244583"/>
                <a:gd name="connsiteY0" fmla="*/ 271726 h 271726"/>
                <a:gd name="connsiteX1" fmla="*/ 160741 w 244583"/>
                <a:gd name="connsiteY1" fmla="*/ 271726 h 271726"/>
                <a:gd name="connsiteX2" fmla="*/ 160741 w 244583"/>
                <a:gd name="connsiteY2" fmla="*/ 52609 h 271726"/>
                <a:gd name="connsiteX3" fmla="*/ 244583 w 244583"/>
                <a:gd name="connsiteY3" fmla="*/ 52609 h 271726"/>
                <a:gd name="connsiteX4" fmla="*/ 244583 w 244583"/>
                <a:gd name="connsiteY4" fmla="*/ 0 h 271726"/>
                <a:gd name="connsiteX5" fmla="*/ 0 w 244583"/>
                <a:gd name="connsiteY5" fmla="*/ 0 h 271726"/>
                <a:gd name="connsiteX6" fmla="*/ 0 w 244583"/>
                <a:gd name="connsiteY6" fmla="*/ 52609 h 271726"/>
                <a:gd name="connsiteX7" fmla="*/ 85405 w 244583"/>
                <a:gd name="connsiteY7" fmla="*/ 52609 h 2717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4583" h="271726" fill="norm" stroke="1" extrusionOk="0">
                  <a:moveTo>
                    <a:pt x="85405" y="271726"/>
                  </a:moveTo>
                  <a:lnTo>
                    <a:pt x="160741" y="271726"/>
                  </a:lnTo>
                  <a:lnTo>
                    <a:pt x="160741" y="52609"/>
                  </a:lnTo>
                  <a:lnTo>
                    <a:pt x="244583" y="52609"/>
                  </a:lnTo>
                  <a:lnTo>
                    <a:pt x="244583" y="0"/>
                  </a:lnTo>
                  <a:lnTo>
                    <a:pt x="0" y="0"/>
                  </a:lnTo>
                  <a:lnTo>
                    <a:pt x="0" y="52609"/>
                  </a:lnTo>
                  <a:lnTo>
                    <a:pt x="85405" y="52609"/>
                  </a:lnTo>
                  <a:close/>
                </a:path>
              </a:pathLst>
            </a:custGeom>
            <a:solidFill>
              <a:srgbClr val="FFFFFF"/>
            </a:solidFill>
            <a:ln w="1731" cap="flat">
              <a:noFill/>
              <a:prstDash val="solid"/>
              <a:miter/>
            </a:ln>
          </p:spPr>
          <p:txBody>
            <a:bodyPr rtlCol="0" anchor="ctr"/>
            <a:lstStyle/>
            <a:p>
              <a:pPr>
                <a:defRPr/>
              </a:pPr>
              <a:endParaRPr lang="en-GB"/>
            </a:p>
          </p:txBody>
        </p:sp>
        <p:sp>
          <p:nvSpPr>
            <p:cNvPr id="24" name="Vrije vorm: vorm 23"/>
            <p:cNvSpPr/>
            <p:nvPr/>
          </p:nvSpPr>
          <p:spPr bwMode="auto">
            <a:xfrm>
              <a:off x="792227" y="5865846"/>
              <a:ext cx="256862" cy="254189"/>
            </a:xfrm>
            <a:custGeom>
              <a:avLst/>
              <a:gdLst>
                <a:gd name="connsiteX0" fmla="*/ 190726 w 256862"/>
                <a:gd name="connsiteY0" fmla="*/ 138033 h 254189"/>
                <a:gd name="connsiteX1" fmla="*/ 153752 w 256862"/>
                <a:gd name="connsiteY1" fmla="*/ 115288 h 254189"/>
                <a:gd name="connsiteX2" fmla="*/ 254780 w 256862"/>
                <a:gd name="connsiteY2" fmla="*/ 14237 h 254189"/>
                <a:gd name="connsiteX3" fmla="*/ 254780 w 256862"/>
                <a:gd name="connsiteY3" fmla="*/ 0 h 254189"/>
                <a:gd name="connsiteX4" fmla="*/ 247663 w 256862"/>
                <a:gd name="connsiteY4" fmla="*/ 9897 h 254189"/>
                <a:gd name="connsiteX5" fmla="*/ 102718 w 256862"/>
                <a:gd name="connsiteY5" fmla="*/ 66846 h 254189"/>
                <a:gd name="connsiteX6" fmla="*/ 3253 w 256862"/>
                <a:gd name="connsiteY6" fmla="*/ 217555 h 254189"/>
                <a:gd name="connsiteX7" fmla="*/ 10370 w 256862"/>
                <a:gd name="connsiteY7" fmla="*/ 237522 h 254189"/>
                <a:gd name="connsiteX8" fmla="*/ 13147 w 256862"/>
                <a:gd name="connsiteY8" fmla="*/ 217555 h 254189"/>
                <a:gd name="connsiteX9" fmla="*/ 101329 w 256862"/>
                <a:gd name="connsiteY9" fmla="*/ 107996 h 254189"/>
                <a:gd name="connsiteX10" fmla="*/ 109835 w 256862"/>
                <a:gd name="connsiteY10" fmla="*/ 100877 h 254189"/>
                <a:gd name="connsiteX11" fmla="*/ 109835 w 256862"/>
                <a:gd name="connsiteY11" fmla="*/ 107996 h 254189"/>
                <a:gd name="connsiteX12" fmla="*/ 79978 w 256862"/>
                <a:gd name="connsiteY12" fmla="*/ 179183 h 254189"/>
                <a:gd name="connsiteX13" fmla="*/ 135352 w 256862"/>
                <a:gd name="connsiteY13" fmla="*/ 167724 h 254189"/>
                <a:gd name="connsiteX14" fmla="*/ 141081 w 256862"/>
                <a:gd name="connsiteY14" fmla="*/ 160605 h 254189"/>
                <a:gd name="connsiteX15" fmla="*/ 141081 w 256862"/>
                <a:gd name="connsiteY15" fmla="*/ 172064 h 254189"/>
                <a:gd name="connsiteX16" fmla="*/ 104107 w 256862"/>
                <a:gd name="connsiteY16" fmla="*/ 241689 h 254189"/>
                <a:gd name="connsiteX17" fmla="*/ 85706 w 256862"/>
                <a:gd name="connsiteY17" fmla="*/ 253148 h 254189"/>
                <a:gd name="connsiteX18" fmla="*/ 95601 w 256862"/>
                <a:gd name="connsiteY18" fmla="*/ 253148 h 254189"/>
                <a:gd name="connsiteX19" fmla="*/ 226485 w 256862"/>
                <a:gd name="connsiteY19" fmla="*/ 125185 h 254189"/>
                <a:gd name="connsiteX20" fmla="*/ 226485 w 256862"/>
                <a:gd name="connsiteY20" fmla="*/ 116677 h 254189"/>
                <a:gd name="connsiteX21" fmla="*/ 219368 w 256862"/>
                <a:gd name="connsiteY21" fmla="*/ 121018 h 254189"/>
                <a:gd name="connsiteX22" fmla="*/ 190726 w 256862"/>
                <a:gd name="connsiteY22" fmla="*/ 138033 h 2541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56862" h="254189" fill="norm" stroke="1" extrusionOk="0">
                  <a:moveTo>
                    <a:pt x="190726" y="138033"/>
                  </a:moveTo>
                  <a:cubicBezTo>
                    <a:pt x="172326" y="143763"/>
                    <a:pt x="153752" y="139422"/>
                    <a:pt x="153752" y="115288"/>
                  </a:cubicBezTo>
                  <a:cubicBezTo>
                    <a:pt x="153752" y="78306"/>
                    <a:pt x="241934" y="47053"/>
                    <a:pt x="254780" y="14237"/>
                  </a:cubicBezTo>
                  <a:cubicBezTo>
                    <a:pt x="257557" y="5730"/>
                    <a:pt x="257557" y="0"/>
                    <a:pt x="254780" y="0"/>
                  </a:cubicBezTo>
                  <a:cubicBezTo>
                    <a:pt x="252002" y="0"/>
                    <a:pt x="254780" y="4341"/>
                    <a:pt x="247663" y="9897"/>
                  </a:cubicBezTo>
                  <a:cubicBezTo>
                    <a:pt x="210689" y="46879"/>
                    <a:pt x="149586" y="46879"/>
                    <a:pt x="102718" y="66846"/>
                  </a:cubicBezTo>
                  <a:cubicBezTo>
                    <a:pt x="71472" y="81084"/>
                    <a:pt x="-18098" y="123796"/>
                    <a:pt x="3253" y="217555"/>
                  </a:cubicBezTo>
                  <a:cubicBezTo>
                    <a:pt x="4642" y="221895"/>
                    <a:pt x="7593" y="237522"/>
                    <a:pt x="10370" y="237522"/>
                  </a:cubicBezTo>
                  <a:cubicBezTo>
                    <a:pt x="13147" y="237522"/>
                    <a:pt x="13147" y="229014"/>
                    <a:pt x="13147" y="217555"/>
                  </a:cubicBezTo>
                  <a:cubicBezTo>
                    <a:pt x="13147" y="160605"/>
                    <a:pt x="78589" y="144978"/>
                    <a:pt x="101329" y="107996"/>
                  </a:cubicBezTo>
                  <a:cubicBezTo>
                    <a:pt x="104107" y="103655"/>
                    <a:pt x="108446" y="98099"/>
                    <a:pt x="109835" y="100877"/>
                  </a:cubicBezTo>
                  <a:cubicBezTo>
                    <a:pt x="109835" y="102266"/>
                    <a:pt x="109835" y="103655"/>
                    <a:pt x="109835" y="107996"/>
                  </a:cubicBezTo>
                  <a:cubicBezTo>
                    <a:pt x="102718" y="137860"/>
                    <a:pt x="71472" y="157827"/>
                    <a:pt x="79978" y="179183"/>
                  </a:cubicBezTo>
                  <a:cubicBezTo>
                    <a:pt x="91435" y="207658"/>
                    <a:pt x="125458" y="186302"/>
                    <a:pt x="135352" y="167724"/>
                  </a:cubicBezTo>
                  <a:cubicBezTo>
                    <a:pt x="138130" y="163383"/>
                    <a:pt x="139692" y="159216"/>
                    <a:pt x="141081" y="160605"/>
                  </a:cubicBezTo>
                  <a:cubicBezTo>
                    <a:pt x="142469" y="160605"/>
                    <a:pt x="142469" y="166335"/>
                    <a:pt x="141081" y="172064"/>
                  </a:cubicBezTo>
                  <a:cubicBezTo>
                    <a:pt x="135352" y="204706"/>
                    <a:pt x="128235" y="223284"/>
                    <a:pt x="104107" y="241689"/>
                  </a:cubicBezTo>
                  <a:cubicBezTo>
                    <a:pt x="96990" y="247418"/>
                    <a:pt x="84144" y="248807"/>
                    <a:pt x="85706" y="253148"/>
                  </a:cubicBezTo>
                  <a:cubicBezTo>
                    <a:pt x="85706" y="254537"/>
                    <a:pt x="91435" y="254537"/>
                    <a:pt x="95601" y="253148"/>
                  </a:cubicBezTo>
                  <a:cubicBezTo>
                    <a:pt x="159654" y="248807"/>
                    <a:pt x="212251" y="174842"/>
                    <a:pt x="226485" y="125185"/>
                  </a:cubicBezTo>
                  <a:cubicBezTo>
                    <a:pt x="227874" y="122407"/>
                    <a:pt x="227874" y="118066"/>
                    <a:pt x="226485" y="116677"/>
                  </a:cubicBezTo>
                  <a:cubicBezTo>
                    <a:pt x="225097" y="115288"/>
                    <a:pt x="222146" y="118066"/>
                    <a:pt x="219368" y="121018"/>
                  </a:cubicBezTo>
                  <a:cubicBezTo>
                    <a:pt x="209127" y="128137"/>
                    <a:pt x="200621" y="133866"/>
                    <a:pt x="190726" y="138033"/>
                  </a:cubicBezTo>
                  <a:close/>
                </a:path>
              </a:pathLst>
            </a:custGeom>
            <a:solidFill>
              <a:srgbClr val="FFFFFF"/>
            </a:solidFill>
            <a:ln w="1731" cap="flat">
              <a:noFill/>
              <a:prstDash val="solid"/>
              <a:miter/>
            </a:ln>
          </p:spPr>
          <p:txBody>
            <a:bodyPr rtlCol="0" anchor="ctr"/>
            <a:lstStyle/>
            <a:p>
              <a:pPr>
                <a:defRPr/>
              </a:pPr>
              <a:endParaRPr lang="en-GB"/>
            </a:p>
          </p:txBody>
        </p:sp>
        <p:sp>
          <p:nvSpPr>
            <p:cNvPr id="25" name="Vrije vorm: vorm 24"/>
            <p:cNvSpPr/>
            <p:nvPr/>
          </p:nvSpPr>
          <p:spPr bwMode="auto">
            <a:xfrm>
              <a:off x="1588597" y="6213099"/>
              <a:ext cx="172024" cy="200539"/>
            </a:xfrm>
            <a:custGeom>
              <a:avLst/>
              <a:gdLst>
                <a:gd name="connsiteX0" fmla="*/ 38363 w 172024"/>
                <a:gd name="connsiteY0" fmla="*/ 82299 h 200539"/>
                <a:gd name="connsiteX1" fmla="*/ 86620 w 172024"/>
                <a:gd name="connsiteY1" fmla="*/ 25350 h 200539"/>
                <a:gd name="connsiteX2" fmla="*/ 134877 w 172024"/>
                <a:gd name="connsiteY2" fmla="*/ 82299 h 200539"/>
                <a:gd name="connsiteX3" fmla="*/ 38363 w 172024"/>
                <a:gd name="connsiteY3" fmla="*/ 82299 h 200539"/>
                <a:gd name="connsiteX4" fmla="*/ 172024 w 172024"/>
                <a:gd name="connsiteY4" fmla="*/ 106607 h 200539"/>
                <a:gd name="connsiteX5" fmla="*/ 172024 w 172024"/>
                <a:gd name="connsiteY5" fmla="*/ 89591 h 200539"/>
                <a:gd name="connsiteX6" fmla="*/ 88182 w 172024"/>
                <a:gd name="connsiteY6" fmla="*/ 0 h 200539"/>
                <a:gd name="connsiteX7" fmla="*/ 0 w 172024"/>
                <a:gd name="connsiteY7" fmla="*/ 102440 h 200539"/>
                <a:gd name="connsiteX8" fmla="*/ 85231 w 172024"/>
                <a:gd name="connsiteY8" fmla="*/ 200539 h 200539"/>
                <a:gd name="connsiteX9" fmla="*/ 169073 w 172024"/>
                <a:gd name="connsiteY9" fmla="*/ 136471 h 200539"/>
                <a:gd name="connsiteX10" fmla="*/ 130711 w 172024"/>
                <a:gd name="connsiteY10" fmla="*/ 136471 h 200539"/>
                <a:gd name="connsiteX11" fmla="*/ 85231 w 172024"/>
                <a:gd name="connsiteY11" fmla="*/ 174842 h 200539"/>
                <a:gd name="connsiteX12" fmla="*/ 36974 w 172024"/>
                <a:gd name="connsiteY12" fmla="*/ 107996 h 200539"/>
                <a:gd name="connsiteX13" fmla="*/ 172024 w 172024"/>
                <a:gd name="connsiteY13" fmla="*/ 107996 h 200539"/>
                <a:gd name="connsiteX14" fmla="*/ 172024 w 172024"/>
                <a:gd name="connsiteY14" fmla="*/ 106607 h 2005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72024" h="200539" fill="norm" stroke="1" extrusionOk="0">
                  <a:moveTo>
                    <a:pt x="38363" y="82299"/>
                  </a:moveTo>
                  <a:cubicBezTo>
                    <a:pt x="38363" y="52435"/>
                    <a:pt x="56763" y="25350"/>
                    <a:pt x="86620" y="25350"/>
                  </a:cubicBezTo>
                  <a:cubicBezTo>
                    <a:pt x="120816" y="25350"/>
                    <a:pt x="134877" y="49484"/>
                    <a:pt x="134877" y="82299"/>
                  </a:cubicBezTo>
                  <a:lnTo>
                    <a:pt x="38363" y="82299"/>
                  </a:lnTo>
                  <a:close/>
                  <a:moveTo>
                    <a:pt x="172024" y="106607"/>
                  </a:moveTo>
                  <a:lnTo>
                    <a:pt x="172024" y="89591"/>
                  </a:lnTo>
                  <a:cubicBezTo>
                    <a:pt x="172024" y="36983"/>
                    <a:pt x="142167" y="0"/>
                    <a:pt x="88182" y="0"/>
                  </a:cubicBezTo>
                  <a:cubicBezTo>
                    <a:pt x="28468" y="0"/>
                    <a:pt x="0" y="46879"/>
                    <a:pt x="0" y="102440"/>
                  </a:cubicBezTo>
                  <a:cubicBezTo>
                    <a:pt x="0" y="158001"/>
                    <a:pt x="24128" y="200539"/>
                    <a:pt x="85231" y="200539"/>
                  </a:cubicBezTo>
                  <a:cubicBezTo>
                    <a:pt x="130711" y="200539"/>
                    <a:pt x="163518" y="179183"/>
                    <a:pt x="169073" y="136471"/>
                  </a:cubicBezTo>
                  <a:lnTo>
                    <a:pt x="130711" y="136471"/>
                  </a:lnTo>
                  <a:cubicBezTo>
                    <a:pt x="126371" y="163557"/>
                    <a:pt x="112310" y="174842"/>
                    <a:pt x="85231" y="174842"/>
                  </a:cubicBezTo>
                  <a:cubicBezTo>
                    <a:pt x="48257" y="174842"/>
                    <a:pt x="36974" y="142200"/>
                    <a:pt x="36974" y="107996"/>
                  </a:cubicBezTo>
                  <a:lnTo>
                    <a:pt x="172024" y="107996"/>
                  </a:lnTo>
                  <a:lnTo>
                    <a:pt x="172024" y="106607"/>
                  </a:lnTo>
                  <a:close/>
                </a:path>
              </a:pathLst>
            </a:custGeom>
            <a:solidFill>
              <a:srgbClr val="FFFFFF"/>
            </a:solidFill>
            <a:ln w="1731" cap="flat">
              <a:noFill/>
              <a:prstDash val="solid"/>
              <a:miter/>
            </a:ln>
          </p:spPr>
          <p:txBody>
            <a:bodyPr rtlCol="0" anchor="ctr"/>
            <a:lstStyle/>
            <a:p>
              <a:pPr>
                <a:defRPr/>
              </a:pPr>
              <a:endParaRPr lang="en-GB"/>
            </a:p>
          </p:txBody>
        </p:sp>
        <p:sp>
          <p:nvSpPr>
            <p:cNvPr id="26" name="Vrije vorm: vorm 25"/>
            <p:cNvSpPr/>
            <p:nvPr/>
          </p:nvSpPr>
          <p:spPr bwMode="auto">
            <a:xfrm>
              <a:off x="1803323" y="6136183"/>
              <a:ext cx="35585" cy="271552"/>
            </a:xfrm>
            <a:custGeom>
              <a:avLst/>
              <a:gdLst>
                <a:gd name="connsiteX0" fmla="*/ 0 w 35585"/>
                <a:gd name="connsiteY0" fmla="*/ 0 h 271552"/>
                <a:gd name="connsiteX1" fmla="*/ 35585 w 35585"/>
                <a:gd name="connsiteY1" fmla="*/ 0 h 271552"/>
                <a:gd name="connsiteX2" fmla="*/ 35585 w 35585"/>
                <a:gd name="connsiteY2" fmla="*/ 271552 h 271552"/>
                <a:gd name="connsiteX3" fmla="*/ 0 w 35585"/>
                <a:gd name="connsiteY3" fmla="*/ 271552 h 271552"/>
              </a:gdLst>
              <a:ahLst/>
              <a:cxnLst>
                <a:cxn ang="0">
                  <a:pos x="connsiteX0" y="connsiteY0"/>
                </a:cxn>
                <a:cxn ang="0">
                  <a:pos x="connsiteX1" y="connsiteY1"/>
                </a:cxn>
                <a:cxn ang="0">
                  <a:pos x="connsiteX2" y="connsiteY2"/>
                </a:cxn>
                <a:cxn ang="0">
                  <a:pos x="connsiteX3" y="connsiteY3"/>
                </a:cxn>
              </a:cxnLst>
              <a:rect l="l" t="t" r="r" b="b"/>
              <a:pathLst>
                <a:path w="35585" h="271552" fill="norm" stroke="1" extrusionOk="0">
                  <a:moveTo>
                    <a:pt x="0" y="0"/>
                  </a:moveTo>
                  <a:lnTo>
                    <a:pt x="35585" y="0"/>
                  </a:lnTo>
                  <a:lnTo>
                    <a:pt x="35585" y="271552"/>
                  </a:lnTo>
                  <a:lnTo>
                    <a:pt x="0" y="271552"/>
                  </a:lnTo>
                  <a:close/>
                </a:path>
              </a:pathLst>
            </a:custGeom>
            <a:solidFill>
              <a:srgbClr val="FFFFFF"/>
            </a:solidFill>
            <a:ln w="1731" cap="flat">
              <a:noFill/>
              <a:prstDash val="solid"/>
              <a:miter/>
            </a:ln>
          </p:spPr>
          <p:txBody>
            <a:bodyPr rtlCol="0" anchor="ctr"/>
            <a:lstStyle/>
            <a:p>
              <a:pPr>
                <a:defRPr/>
              </a:pPr>
              <a:endParaRPr lang="en-GB"/>
            </a:p>
          </p:txBody>
        </p:sp>
        <p:sp>
          <p:nvSpPr>
            <p:cNvPr id="27" name="Vrije vorm: vorm 26"/>
            <p:cNvSpPr/>
            <p:nvPr/>
          </p:nvSpPr>
          <p:spPr bwMode="auto">
            <a:xfrm>
              <a:off x="1880049" y="6129238"/>
              <a:ext cx="122204" cy="278671"/>
            </a:xfrm>
            <a:custGeom>
              <a:avLst/>
              <a:gdLst>
                <a:gd name="connsiteX0" fmla="*/ 72559 w 122204"/>
                <a:gd name="connsiteY0" fmla="*/ 278671 h 278671"/>
                <a:gd name="connsiteX1" fmla="*/ 72559 w 122204"/>
                <a:gd name="connsiteY1" fmla="*/ 113726 h 278671"/>
                <a:gd name="connsiteX2" fmla="*/ 116650 w 122204"/>
                <a:gd name="connsiteY2" fmla="*/ 113726 h 278671"/>
                <a:gd name="connsiteX3" fmla="*/ 116650 w 122204"/>
                <a:gd name="connsiteY3" fmla="*/ 88202 h 278671"/>
                <a:gd name="connsiteX4" fmla="*/ 72559 w 122204"/>
                <a:gd name="connsiteY4" fmla="*/ 88202 h 278671"/>
                <a:gd name="connsiteX5" fmla="*/ 72559 w 122204"/>
                <a:gd name="connsiteY5" fmla="*/ 58339 h 278671"/>
                <a:gd name="connsiteX6" fmla="*/ 103805 w 122204"/>
                <a:gd name="connsiteY6" fmla="*/ 32816 h 278671"/>
                <a:gd name="connsiteX7" fmla="*/ 122205 w 122204"/>
                <a:gd name="connsiteY7" fmla="*/ 34205 h 278671"/>
                <a:gd name="connsiteX8" fmla="*/ 122205 w 122204"/>
                <a:gd name="connsiteY8" fmla="*/ 4341 h 278671"/>
                <a:gd name="connsiteX9" fmla="*/ 96688 w 122204"/>
                <a:gd name="connsiteY9" fmla="*/ 0 h 278671"/>
                <a:gd name="connsiteX10" fmla="*/ 36974 w 122204"/>
                <a:gd name="connsiteY10" fmla="*/ 52609 h 278671"/>
                <a:gd name="connsiteX11" fmla="*/ 36974 w 122204"/>
                <a:gd name="connsiteY11" fmla="*/ 88202 h 278671"/>
                <a:gd name="connsiteX12" fmla="*/ 0 w 122204"/>
                <a:gd name="connsiteY12" fmla="*/ 88202 h 278671"/>
                <a:gd name="connsiteX13" fmla="*/ 0 w 122204"/>
                <a:gd name="connsiteY13" fmla="*/ 113726 h 278671"/>
                <a:gd name="connsiteX14" fmla="*/ 36974 w 122204"/>
                <a:gd name="connsiteY14" fmla="*/ 113726 h 278671"/>
                <a:gd name="connsiteX15" fmla="*/ 36974 w 122204"/>
                <a:gd name="connsiteY15" fmla="*/ 278671 h 278671"/>
                <a:gd name="connsiteX16" fmla="*/ 72559 w 122204"/>
                <a:gd name="connsiteY16" fmla="*/ 278671 h 2786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22204" h="278671" fill="norm" stroke="1" extrusionOk="0">
                  <a:moveTo>
                    <a:pt x="72559" y="278671"/>
                  </a:moveTo>
                  <a:lnTo>
                    <a:pt x="72559" y="113726"/>
                  </a:lnTo>
                  <a:lnTo>
                    <a:pt x="116650" y="113726"/>
                  </a:lnTo>
                  <a:lnTo>
                    <a:pt x="116650" y="88202"/>
                  </a:lnTo>
                  <a:lnTo>
                    <a:pt x="72559" y="88202"/>
                  </a:lnTo>
                  <a:lnTo>
                    <a:pt x="72559" y="58339"/>
                  </a:lnTo>
                  <a:cubicBezTo>
                    <a:pt x="72559" y="36983"/>
                    <a:pt x="82454" y="32816"/>
                    <a:pt x="103805" y="32816"/>
                  </a:cubicBezTo>
                  <a:cubicBezTo>
                    <a:pt x="109533" y="32816"/>
                    <a:pt x="115262" y="34205"/>
                    <a:pt x="122205" y="34205"/>
                  </a:cubicBezTo>
                  <a:lnTo>
                    <a:pt x="122205" y="4341"/>
                  </a:lnTo>
                  <a:cubicBezTo>
                    <a:pt x="113699" y="2952"/>
                    <a:pt x="105194" y="0"/>
                    <a:pt x="96688" y="0"/>
                  </a:cubicBezTo>
                  <a:cubicBezTo>
                    <a:pt x="62491" y="0"/>
                    <a:pt x="36974" y="17015"/>
                    <a:pt x="36974" y="52609"/>
                  </a:cubicBezTo>
                  <a:lnTo>
                    <a:pt x="36974" y="88202"/>
                  </a:lnTo>
                  <a:lnTo>
                    <a:pt x="0" y="88202"/>
                  </a:lnTo>
                  <a:lnTo>
                    <a:pt x="0" y="113726"/>
                  </a:lnTo>
                  <a:lnTo>
                    <a:pt x="36974" y="113726"/>
                  </a:lnTo>
                  <a:lnTo>
                    <a:pt x="36974" y="278671"/>
                  </a:lnTo>
                  <a:lnTo>
                    <a:pt x="72559" y="278671"/>
                  </a:lnTo>
                  <a:close/>
                </a:path>
              </a:pathLst>
            </a:custGeom>
            <a:solidFill>
              <a:srgbClr val="FFFFFF"/>
            </a:solidFill>
            <a:ln w="1731" cap="flat">
              <a:noFill/>
              <a:prstDash val="solid"/>
              <a:miter/>
            </a:ln>
          </p:spPr>
          <p:txBody>
            <a:bodyPr rtlCol="0" anchor="ctr"/>
            <a:lstStyle/>
            <a:p>
              <a:pPr>
                <a:defRPr/>
              </a:pPr>
              <a:endParaRPr lang="en-GB"/>
            </a:p>
          </p:txBody>
        </p:sp>
        <p:sp>
          <p:nvSpPr>
            <p:cNvPr id="28" name="Vrije vorm: vorm 27"/>
            <p:cNvSpPr/>
            <p:nvPr/>
          </p:nvSpPr>
          <p:spPr bwMode="auto">
            <a:xfrm>
              <a:off x="2016661" y="6168998"/>
              <a:ext cx="113699" cy="245855"/>
            </a:xfrm>
            <a:custGeom>
              <a:avLst/>
              <a:gdLst>
                <a:gd name="connsiteX0" fmla="*/ 0 w 113699"/>
                <a:gd name="connsiteY0" fmla="*/ 49657 h 245855"/>
                <a:gd name="connsiteX1" fmla="*/ 0 w 113699"/>
                <a:gd name="connsiteY1" fmla="*/ 75180 h 245855"/>
                <a:gd name="connsiteX2" fmla="*/ 32634 w 113699"/>
                <a:gd name="connsiteY2" fmla="*/ 75180 h 245855"/>
                <a:gd name="connsiteX3" fmla="*/ 32634 w 113699"/>
                <a:gd name="connsiteY3" fmla="*/ 196025 h 245855"/>
                <a:gd name="connsiteX4" fmla="*/ 86620 w 113699"/>
                <a:gd name="connsiteY4" fmla="*/ 245856 h 245855"/>
                <a:gd name="connsiteX5" fmla="*/ 110748 w 113699"/>
                <a:gd name="connsiteY5" fmla="*/ 243078 h 245855"/>
                <a:gd name="connsiteX6" fmla="*/ 110748 w 113699"/>
                <a:gd name="connsiteY6" fmla="*/ 215992 h 245855"/>
                <a:gd name="connsiteX7" fmla="*/ 92348 w 113699"/>
                <a:gd name="connsiteY7" fmla="*/ 218770 h 245855"/>
                <a:gd name="connsiteX8" fmla="*/ 69608 w 113699"/>
                <a:gd name="connsiteY8" fmla="*/ 198803 h 245855"/>
                <a:gd name="connsiteX9" fmla="*/ 69608 w 113699"/>
                <a:gd name="connsiteY9" fmla="*/ 76743 h 245855"/>
                <a:gd name="connsiteX10" fmla="*/ 113699 w 113699"/>
                <a:gd name="connsiteY10" fmla="*/ 76743 h 245855"/>
                <a:gd name="connsiteX11" fmla="*/ 113699 w 113699"/>
                <a:gd name="connsiteY11" fmla="*/ 51220 h 245855"/>
                <a:gd name="connsiteX12" fmla="*/ 69608 w 113699"/>
                <a:gd name="connsiteY12" fmla="*/ 51220 h 245855"/>
                <a:gd name="connsiteX13" fmla="*/ 69608 w 113699"/>
                <a:gd name="connsiteY13" fmla="*/ 0 h 245855"/>
                <a:gd name="connsiteX14" fmla="*/ 34023 w 113699"/>
                <a:gd name="connsiteY14" fmla="*/ 11459 h 245855"/>
                <a:gd name="connsiteX15" fmla="*/ 34023 w 113699"/>
                <a:gd name="connsiteY15" fmla="*/ 51220 h 245855"/>
                <a:gd name="connsiteX16" fmla="*/ 0 w 113699"/>
                <a:gd name="connsiteY16" fmla="*/ 49657 h 2458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13699" h="245855" fill="norm" stroke="1" extrusionOk="0">
                  <a:moveTo>
                    <a:pt x="0" y="49657"/>
                  </a:moveTo>
                  <a:lnTo>
                    <a:pt x="0" y="75180"/>
                  </a:lnTo>
                  <a:lnTo>
                    <a:pt x="32634" y="75180"/>
                  </a:lnTo>
                  <a:lnTo>
                    <a:pt x="32634" y="196025"/>
                  </a:lnTo>
                  <a:cubicBezTo>
                    <a:pt x="32634" y="221548"/>
                    <a:pt x="32634" y="245856"/>
                    <a:pt x="86620" y="245856"/>
                  </a:cubicBezTo>
                  <a:cubicBezTo>
                    <a:pt x="95125" y="245856"/>
                    <a:pt x="102243" y="244467"/>
                    <a:pt x="110748" y="243078"/>
                  </a:cubicBezTo>
                  <a:lnTo>
                    <a:pt x="110748" y="215992"/>
                  </a:lnTo>
                  <a:cubicBezTo>
                    <a:pt x="105020" y="217381"/>
                    <a:pt x="97903" y="218770"/>
                    <a:pt x="92348" y="218770"/>
                  </a:cubicBezTo>
                  <a:cubicBezTo>
                    <a:pt x="79503" y="218770"/>
                    <a:pt x="69608" y="211651"/>
                    <a:pt x="69608" y="198803"/>
                  </a:cubicBezTo>
                  <a:lnTo>
                    <a:pt x="69608" y="76743"/>
                  </a:lnTo>
                  <a:lnTo>
                    <a:pt x="113699" y="76743"/>
                  </a:lnTo>
                  <a:lnTo>
                    <a:pt x="113699" y="51220"/>
                  </a:lnTo>
                  <a:lnTo>
                    <a:pt x="69608" y="51220"/>
                  </a:lnTo>
                  <a:lnTo>
                    <a:pt x="69608" y="0"/>
                  </a:lnTo>
                  <a:lnTo>
                    <a:pt x="34023" y="11459"/>
                  </a:lnTo>
                  <a:lnTo>
                    <a:pt x="34023" y="51220"/>
                  </a:lnTo>
                  <a:lnTo>
                    <a:pt x="0" y="49657"/>
                  </a:lnTo>
                  <a:close/>
                </a:path>
              </a:pathLst>
            </a:custGeom>
            <a:solidFill>
              <a:srgbClr val="FFFFFF"/>
            </a:solidFill>
            <a:ln w="1731" cap="flat">
              <a:noFill/>
              <a:prstDash val="solid"/>
              <a:miter/>
            </a:ln>
          </p:spPr>
          <p:txBody>
            <a:bodyPr rtlCol="0" anchor="ctr"/>
            <a:lstStyle/>
            <a:p>
              <a:pPr>
                <a:defRPr/>
              </a:pPr>
              <a:endParaRPr lang="en-GB"/>
            </a:p>
          </p:txBody>
        </p:sp>
        <p:sp>
          <p:nvSpPr>
            <p:cNvPr id="29" name="Vrije vorm: vorm 28"/>
            <p:cNvSpPr/>
            <p:nvPr/>
          </p:nvSpPr>
          <p:spPr bwMode="auto">
            <a:xfrm>
              <a:off x="1332730" y="6134967"/>
              <a:ext cx="221843" cy="272941"/>
            </a:xfrm>
            <a:custGeom>
              <a:avLst/>
              <a:gdLst>
                <a:gd name="connsiteX0" fmla="*/ 0 w 221843"/>
                <a:gd name="connsiteY0" fmla="*/ 272941 h 272941"/>
                <a:gd name="connsiteX1" fmla="*/ 93910 w 221843"/>
                <a:gd name="connsiteY1" fmla="*/ 272941 h 272941"/>
                <a:gd name="connsiteX2" fmla="*/ 221844 w 221843"/>
                <a:gd name="connsiteY2" fmla="*/ 136471 h 272941"/>
                <a:gd name="connsiteX3" fmla="*/ 93910 w 221843"/>
                <a:gd name="connsiteY3" fmla="*/ 0 h 272941"/>
                <a:gd name="connsiteX4" fmla="*/ 0 w 221843"/>
                <a:gd name="connsiteY4" fmla="*/ 0 h 272941"/>
                <a:gd name="connsiteX5" fmla="*/ 0 w 221843"/>
                <a:gd name="connsiteY5" fmla="*/ 272941 h 272941"/>
                <a:gd name="connsiteX6" fmla="*/ 38363 w 221843"/>
                <a:gd name="connsiteY6" fmla="*/ 32468 h 272941"/>
                <a:gd name="connsiteX7" fmla="*/ 93737 w 221843"/>
                <a:gd name="connsiteY7" fmla="*/ 32468 h 272941"/>
                <a:gd name="connsiteX8" fmla="*/ 183307 w 221843"/>
                <a:gd name="connsiteY8" fmla="*/ 136297 h 272941"/>
                <a:gd name="connsiteX9" fmla="*/ 93737 w 221843"/>
                <a:gd name="connsiteY9" fmla="*/ 240126 h 272941"/>
                <a:gd name="connsiteX10" fmla="*/ 38363 w 221843"/>
                <a:gd name="connsiteY10" fmla="*/ 240126 h 272941"/>
                <a:gd name="connsiteX11" fmla="*/ 38363 w 221843"/>
                <a:gd name="connsiteY11" fmla="*/ 32468 h 2729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21843" h="272941" fill="norm" stroke="1" extrusionOk="0">
                  <a:moveTo>
                    <a:pt x="0" y="272941"/>
                  </a:moveTo>
                  <a:lnTo>
                    <a:pt x="93910" y="272941"/>
                  </a:lnTo>
                  <a:cubicBezTo>
                    <a:pt x="210561" y="272941"/>
                    <a:pt x="221844" y="174842"/>
                    <a:pt x="221844" y="136471"/>
                  </a:cubicBezTo>
                  <a:cubicBezTo>
                    <a:pt x="221844" y="99488"/>
                    <a:pt x="208998" y="0"/>
                    <a:pt x="93910" y="0"/>
                  </a:cubicBezTo>
                  <a:lnTo>
                    <a:pt x="0" y="0"/>
                  </a:lnTo>
                  <a:lnTo>
                    <a:pt x="0" y="272941"/>
                  </a:lnTo>
                  <a:close/>
                  <a:moveTo>
                    <a:pt x="38363" y="32468"/>
                  </a:moveTo>
                  <a:lnTo>
                    <a:pt x="93737" y="32468"/>
                  </a:lnTo>
                  <a:cubicBezTo>
                    <a:pt x="156228" y="32468"/>
                    <a:pt x="183307" y="79347"/>
                    <a:pt x="183307" y="136297"/>
                  </a:cubicBezTo>
                  <a:cubicBezTo>
                    <a:pt x="183307" y="193247"/>
                    <a:pt x="157790" y="240126"/>
                    <a:pt x="93737" y="240126"/>
                  </a:cubicBezTo>
                  <a:lnTo>
                    <a:pt x="38363" y="240126"/>
                  </a:lnTo>
                  <a:cubicBezTo>
                    <a:pt x="38363" y="240126"/>
                    <a:pt x="38363" y="32468"/>
                    <a:pt x="38363" y="32468"/>
                  </a:cubicBezTo>
                  <a:close/>
                </a:path>
              </a:pathLst>
            </a:custGeom>
            <a:solidFill>
              <a:srgbClr val="FFFFFF"/>
            </a:solidFill>
            <a:ln w="1731" cap="flat">
              <a:noFill/>
              <a:prstDash val="solid"/>
              <a:miter/>
            </a:ln>
          </p:spPr>
          <p:txBody>
            <a:bodyPr rtlCol="0" anchor="ctr"/>
            <a:lstStyle/>
            <a:p>
              <a:pPr>
                <a:defRPr/>
              </a:pPr>
              <a:endParaRPr lang="en-GB"/>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userDrawn="1">
  <p:cSld name="Text">
    <p:spTree>
      <p:nvGrpSpPr>
        <p:cNvPr id="1" name=""/>
        <p:cNvGrpSpPr/>
        <p:nvPr/>
      </p:nvGrpSpPr>
      <p:grpSpPr bwMode="auto">
        <a:xfrm>
          <a:off x="0" y="0"/>
          <a:ext cx="0" cy="0"/>
          <a:chOff x="0" y="0"/>
          <a:chExt cx="0" cy="0"/>
        </a:xfrm>
      </p:grpSpPr>
      <p:sp>
        <p:nvSpPr>
          <p:cNvPr id="503387028" name="Rechthoek 20"/>
          <p:cNvSpPr/>
          <p:nvPr userDrawn="1"/>
        </p:nvSpPr>
        <p:spPr bwMode="auto">
          <a:xfrm>
            <a:off x="0" y="-441330"/>
            <a:ext cx="457369" cy="2769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spAutoFit/>
          </a:bodyPr>
          <a:lstStyle/>
          <a:p>
            <a:pPr lvl="0">
              <a:defRPr/>
            </a:pPr>
            <a:r>
              <a:rPr lang="en-GB" sz="1800" b="1" cap="none">
                <a:solidFill>
                  <a:schemeClr val="accent1"/>
                </a:solidFill>
                <a:latin typeface="+mj-lt"/>
              </a:rPr>
              <a:t>Text</a:t>
            </a:r>
            <a:endParaRPr/>
          </a:p>
        </p:txBody>
      </p:sp>
      <p:sp>
        <p:nvSpPr>
          <p:cNvPr id="1214786050" name="Tijdelijke aanduiding voor datum 1"/>
          <p:cNvSpPr>
            <a:spLocks noGrp="1"/>
          </p:cNvSpPr>
          <p:nvPr>
            <p:ph type="dt" sz="half" idx="18"/>
          </p:nvPr>
        </p:nvSpPr>
        <p:spPr bwMode="auto"/>
        <p:txBody>
          <a:bodyPr/>
          <a:lstStyle/>
          <a:p>
            <a:pPr>
              <a:defRPr/>
            </a:pPr>
            <a:fld id="{303B48DA-2759-4DC2-ADEB-419D18991E4A}" type="datetime1">
              <a:rPr lang="nl-NL"/>
              <a:t>10-3-2025</a:t>
            </a:fld>
            <a:endParaRPr lang="en-GB"/>
          </a:p>
        </p:txBody>
      </p:sp>
      <p:sp>
        <p:nvSpPr>
          <p:cNvPr id="733860710" name="Tijdelijke aanduiding voor dianummer 3"/>
          <p:cNvSpPr>
            <a:spLocks noGrp="1"/>
          </p:cNvSpPr>
          <p:nvPr>
            <p:ph type="sldNum" sz="quarter" idx="20"/>
          </p:nvPr>
        </p:nvSpPr>
        <p:spPr bwMode="auto"/>
        <p:txBody>
          <a:bodyPr/>
          <a:lstStyle/>
          <a:p>
            <a:pPr>
              <a:defRPr/>
            </a:pPr>
            <a:fld id="{9E843DB9-9987-4157-AB9C-CEA8D7D910BB}" type="slidenum">
              <a:rPr lang="en-GB"/>
              <a:t>‹#›</a:t>
            </a:fld>
            <a:endParaRPr lang="en-GB"/>
          </a:p>
        </p:txBody>
      </p:sp>
      <p:sp>
        <p:nvSpPr>
          <p:cNvPr id="1531190488" name="Tijdelijke aanduiding voor tekst 6"/>
          <p:cNvSpPr>
            <a:spLocks noGrp="1"/>
          </p:cNvSpPr>
          <p:nvPr>
            <p:ph type="body" sz="quarter" idx="21" hasCustomPrompt="1"/>
          </p:nvPr>
        </p:nvSpPr>
        <p:spPr bwMode="auto">
          <a:xfrm>
            <a:off x="719138" y="1565274"/>
            <a:ext cx="10752136" cy="4435476"/>
          </a:xfrm>
        </p:spPr>
        <p:txBody>
          <a:bodyPr/>
          <a:lstStyle/>
          <a:p>
            <a:pPr lvl="0">
              <a:defRPr/>
            </a:pPr>
            <a:r>
              <a:rPr lang="en-GB"/>
              <a:t>Bullet</a:t>
            </a:r>
            <a:endParaRPr/>
          </a:p>
          <a:p>
            <a:pPr lvl="1">
              <a:defRPr/>
            </a:pPr>
            <a:r>
              <a:rPr lang="en-GB"/>
              <a:t>Sub-bullet </a:t>
            </a:r>
            <a:endParaRPr/>
          </a:p>
          <a:p>
            <a:pPr lvl="2">
              <a:defRPr/>
            </a:pPr>
            <a:r>
              <a:rPr lang="en-GB"/>
              <a:t>Default text</a:t>
            </a:r>
            <a:br>
              <a:rPr lang="en-GB"/>
            </a:br>
            <a:endParaRPr lang="en-GB"/>
          </a:p>
          <a:p>
            <a:pPr lvl="3">
              <a:defRPr/>
            </a:pPr>
            <a:r>
              <a:rPr lang="en-GB"/>
              <a:t>Title/Quote</a:t>
            </a:r>
            <a:endParaRPr/>
          </a:p>
          <a:p>
            <a:pPr lvl="4">
              <a:defRPr/>
            </a:pPr>
            <a:r>
              <a:rPr lang="en-GB"/>
              <a:t>Subtitle</a:t>
            </a:r>
            <a:endParaRPr/>
          </a:p>
          <a:p>
            <a:pPr lvl="5">
              <a:defRPr/>
            </a:pPr>
            <a:r>
              <a:rPr lang="en-GB"/>
              <a:t>Default text</a:t>
            </a:r>
            <a:br>
              <a:rPr lang="en-GB"/>
            </a:br>
            <a:endParaRPr lang="en-GB"/>
          </a:p>
          <a:p>
            <a:pPr lvl="6">
              <a:defRPr/>
            </a:pPr>
            <a:r>
              <a:rPr lang="en-GB"/>
              <a:t>Numerical bullet</a:t>
            </a:r>
            <a:endParaRPr/>
          </a:p>
          <a:p>
            <a:pPr lvl="7">
              <a:defRPr/>
            </a:pPr>
            <a:r>
              <a:rPr lang="en-GB"/>
              <a:t>Alphabetical bullet</a:t>
            </a:r>
            <a:endParaRPr/>
          </a:p>
          <a:p>
            <a:pPr lvl="8">
              <a:defRPr/>
            </a:pPr>
            <a:r>
              <a:rPr lang="en-GB"/>
              <a:t>Source</a:t>
            </a:r>
            <a:endParaRPr/>
          </a:p>
          <a:p>
            <a:pPr lvl="8">
              <a:defRPr/>
            </a:pPr>
            <a:endParaRPr lang="en-GB"/>
          </a:p>
        </p:txBody>
      </p:sp>
      <p:sp>
        <p:nvSpPr>
          <p:cNvPr id="707590158" name="Titel 4"/>
          <p:cNvSpPr>
            <a:spLocks noGrp="1"/>
          </p:cNvSpPr>
          <p:nvPr>
            <p:ph type="title" hasCustomPrompt="1"/>
          </p:nvPr>
        </p:nvSpPr>
        <p:spPr bwMode="auto"/>
        <p:txBody>
          <a:bodyPr/>
          <a:lstStyle/>
          <a:p>
            <a:pPr>
              <a:defRPr/>
            </a:pPr>
            <a:r>
              <a:rPr lang="en-GB"/>
              <a:t>Title goes here</a:t>
            </a:r>
            <a:endParaRPr lang="en-GB"/>
          </a:p>
        </p:txBody>
      </p:sp>
      <p:grpSp>
        <p:nvGrpSpPr>
          <p:cNvPr id="2139686266" name="INSTRUCTION"/>
          <p:cNvGrpSpPr/>
          <p:nvPr userDrawn="1"/>
        </p:nvGrpSpPr>
        <p:grpSpPr bwMode="auto">
          <a:xfrm>
            <a:off x="-3786437" y="0"/>
            <a:ext cx="3693386" cy="5359349"/>
            <a:chOff x="-3786437" y="0"/>
            <a:chExt cx="3693386" cy="5359349"/>
          </a:xfrm>
        </p:grpSpPr>
        <p:sp>
          <p:nvSpPr>
            <p:cNvPr id="6" name="Rechthoek 5"/>
            <p:cNvSpPr/>
            <p:nvPr userDrawn="1"/>
          </p:nvSpPr>
          <p:spPr bwMode="auto">
            <a:xfrm>
              <a:off x="-3786165" y="0"/>
              <a:ext cx="3593091" cy="4641338"/>
            </a:xfrm>
            <a:prstGeom prst="rect">
              <a:avLst/>
            </a:prstGeom>
            <a:solidFill>
              <a:srgbClr val="FFFFFF"/>
            </a:solidFill>
            <a:ln w="6350">
              <a:solidFill>
                <a:srgbClr val="ECECEC"/>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noAutofit/>
            </a:bodyPr>
            <a:lstStyle/>
            <a:p>
              <a:pPr algn="l">
                <a:lnSpc>
                  <a:spcPct val="90000"/>
                </a:lnSpc>
                <a:spcBef>
                  <a:spcPts val="600"/>
                </a:spcBef>
                <a:spcAft>
                  <a:spcPts val="600"/>
                </a:spcAft>
                <a:defRPr/>
              </a:pPr>
              <a:r>
                <a:rPr lang="en-GB" sz="1400" b="1" cap="all">
                  <a:solidFill>
                    <a:schemeClr val="accent1"/>
                  </a:solidFill>
                  <a:latin typeface="Calibri"/>
                  <a:cs typeface="Calibri"/>
                </a:rPr>
                <a:t>Choosing text levels</a:t>
              </a:r>
              <a:endParaRPr/>
            </a:p>
          </p:txBody>
        </p:sp>
        <p:sp>
          <p:nvSpPr>
            <p:cNvPr id="8" name="Ovaal 7"/>
            <p:cNvSpPr/>
            <p:nvPr userDrawn="1"/>
          </p:nvSpPr>
          <p:spPr bwMode="auto">
            <a:xfrm>
              <a:off x="-3604183" y="183748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1</a:t>
              </a:r>
              <a:endParaRPr/>
            </a:p>
          </p:txBody>
        </p:sp>
        <p:sp>
          <p:nvSpPr>
            <p:cNvPr id="9" name="Rechthoek 8"/>
            <p:cNvSpPr/>
            <p:nvPr userDrawn="1"/>
          </p:nvSpPr>
          <p:spPr bwMode="auto">
            <a:xfrm>
              <a:off x="-3319415" y="1837484"/>
              <a:ext cx="2949220" cy="180000"/>
            </a:xfrm>
            <a:prstGeom prst="rect">
              <a:avLst/>
            </a:prstGeom>
            <a:noFill/>
            <a:ln w="25400" cap="flat" cmpd="sng" algn="ctr">
              <a:noFill/>
              <a:prstDash val="solid"/>
            </a:ln>
            <a:effectLst/>
          </p:spPr>
          <p:txBody>
            <a:bodyPr lIns="0" tIns="0" rIns="0" bIns="0" rtlCol="0" anchor="ctr"/>
            <a:lstStyle/>
            <a:p>
              <a:pPr marL="357188" marR="0" lvl="0" indent="-357188" defTabSz="914400">
                <a:lnSpc>
                  <a:spcPct val="100000"/>
                </a:lnSpc>
                <a:spcBef>
                  <a:spcPts val="600"/>
                </a:spcBef>
                <a:spcAft>
                  <a:spcPts val="600"/>
                </a:spcAft>
                <a:buClr>
                  <a:schemeClr val="accent1"/>
                </a:buClr>
                <a:buSzTx/>
                <a:buFont typeface="Calibri"/>
                <a:buChar char="•"/>
                <a:defRPr/>
              </a:pPr>
              <a:r>
                <a:rPr lang="en-GB" sz="1400" b="0" i="0" u="none" strike="noStrike" cap="none" spc="0">
                  <a:ln>
                    <a:noFill/>
                  </a:ln>
                  <a:solidFill>
                    <a:srgbClr val="000000"/>
                  </a:solidFill>
                  <a:latin typeface="+mj-lt"/>
                  <a:cs typeface="Calibri"/>
                </a:rPr>
                <a:t>Bullet</a:t>
              </a:r>
              <a:endParaRPr/>
            </a:p>
          </p:txBody>
        </p:sp>
        <p:sp>
          <p:nvSpPr>
            <p:cNvPr id="10" name="Ovaal 9"/>
            <p:cNvSpPr/>
            <p:nvPr userDrawn="1"/>
          </p:nvSpPr>
          <p:spPr bwMode="auto">
            <a:xfrm>
              <a:off x="-3604183" y="2128768"/>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2</a:t>
              </a:r>
              <a:endParaRPr/>
            </a:p>
          </p:txBody>
        </p:sp>
        <p:sp>
          <p:nvSpPr>
            <p:cNvPr id="11" name="Rechthoek 10"/>
            <p:cNvSpPr/>
            <p:nvPr userDrawn="1"/>
          </p:nvSpPr>
          <p:spPr bwMode="auto">
            <a:xfrm>
              <a:off x="-3604183" y="1196113"/>
              <a:ext cx="3229047" cy="459226"/>
            </a:xfrm>
            <a:prstGeom prst="rect">
              <a:avLst/>
            </a:prstGeom>
            <a:noFill/>
            <a:ln w="25400" cap="flat" cmpd="sng" algn="ctr">
              <a:noFill/>
              <a:prstDash val="solid"/>
            </a:ln>
            <a:effectLst/>
          </p:spPr>
          <p:txBody>
            <a:bodyPr lIns="0" tIns="0" rIns="0" bIns="0" rtlCol="0" anchor="t"/>
            <a:lstStyle/>
            <a:p>
              <a:pPr marL="0" marR="0" lvl="0" indent="0" defTabSz="914400">
                <a:lnSpc>
                  <a:spcPct val="90000"/>
                </a:lnSpc>
                <a:spcBef>
                  <a:spcPts val="600"/>
                </a:spcBef>
                <a:spcAft>
                  <a:spcPts val="600"/>
                </a:spcAft>
                <a:buClrTx/>
                <a:buSzTx/>
                <a:buFontTx/>
                <a:buNone/>
                <a:defRPr/>
              </a:pPr>
              <a:r>
                <a:rPr lang="en-GB" sz="1200" b="0" i="0" u="none" strike="noStrike" cap="none" spc="0">
                  <a:ln>
                    <a:noFill/>
                  </a:ln>
                  <a:solidFill>
                    <a:srgbClr val="000000"/>
                  </a:solidFill>
                  <a:latin typeface="Calibri"/>
                  <a:cs typeface="Calibri"/>
                </a:rPr>
                <a:t>Under the tab </a:t>
              </a:r>
              <a:r>
                <a:rPr lang="en-GB" sz="1200" b="1" i="0" u="none" strike="noStrike" cap="none" spc="0">
                  <a:ln>
                    <a:noFill/>
                  </a:ln>
                  <a:solidFill>
                    <a:srgbClr val="000000"/>
                  </a:solidFill>
                  <a:latin typeface="Calibri"/>
                  <a:cs typeface="Calibri"/>
                </a:rPr>
                <a:t>‘Home’</a:t>
              </a:r>
              <a:r>
                <a:rPr lang="en-GB" sz="1200" b="0" i="0" u="none" strike="noStrike" cap="none" spc="0">
                  <a:ln>
                    <a:noFill/>
                  </a:ln>
                  <a:solidFill>
                    <a:srgbClr val="000000"/>
                  </a:solidFill>
                  <a:latin typeface="Calibri"/>
                  <a:cs typeface="Calibri"/>
                </a:rPr>
                <a:t>, use the </a:t>
              </a:r>
              <a:r>
                <a:rPr lang="en-GB" sz="1200" b="1" i="0" u="none" strike="noStrike" cap="none" spc="0">
                  <a:ln>
                    <a:noFill/>
                  </a:ln>
                  <a:solidFill>
                    <a:srgbClr val="000000"/>
                  </a:solidFill>
                  <a:latin typeface="Calibri"/>
                  <a:cs typeface="Calibri"/>
                </a:rPr>
                <a:t>list level-buttons</a:t>
              </a:r>
              <a:r>
                <a:rPr lang="en-GB" sz="1200" b="0" i="0" u="none" strike="noStrike" cap="none" spc="0">
                  <a:ln>
                    <a:noFill/>
                  </a:ln>
                  <a:solidFill>
                    <a:srgbClr val="000000"/>
                  </a:solidFill>
                  <a:latin typeface="Calibri"/>
                  <a:cs typeface="Calibri"/>
                </a:rPr>
                <a:t> to choose a text level. </a:t>
              </a:r>
              <a:br>
                <a:rPr lang="en-GB" sz="1200" b="0" i="0" u="none" strike="noStrike" cap="none" spc="0">
                  <a:ln>
                    <a:noFill/>
                  </a:ln>
                  <a:solidFill>
                    <a:srgbClr val="000000"/>
                  </a:solidFill>
                  <a:latin typeface="Calibri"/>
                  <a:cs typeface="Calibri"/>
                </a:rPr>
              </a:br>
              <a:r>
                <a:rPr lang="en-GB" sz="1200" b="0" i="0" u="none" strike="noStrike" cap="none" spc="0">
                  <a:ln>
                    <a:noFill/>
                  </a:ln>
                  <a:solidFill>
                    <a:srgbClr val="000000"/>
                  </a:solidFill>
                  <a:latin typeface="Calibri"/>
                  <a:cs typeface="Calibri"/>
                </a:rPr>
                <a:t>Choose from:</a:t>
              </a:r>
              <a:endParaRPr/>
            </a:p>
          </p:txBody>
        </p:sp>
        <p:sp>
          <p:nvSpPr>
            <p:cNvPr id="12" name="Rechthoek 11"/>
            <p:cNvSpPr/>
            <p:nvPr userDrawn="1"/>
          </p:nvSpPr>
          <p:spPr bwMode="auto">
            <a:xfrm>
              <a:off x="-3319415" y="2128873"/>
              <a:ext cx="2949220" cy="180000"/>
            </a:xfrm>
            <a:prstGeom prst="rect">
              <a:avLst/>
            </a:prstGeom>
            <a:noFill/>
            <a:ln w="25400" cap="flat" cmpd="sng" algn="ctr">
              <a:noFill/>
              <a:prstDash val="solid"/>
            </a:ln>
            <a:effectLst/>
          </p:spPr>
          <p:txBody>
            <a:bodyPr lIns="0" tIns="0" rIns="0" bIns="0" rtlCol="0" anchor="ctr"/>
            <a:lstStyle/>
            <a:p>
              <a:pPr marL="715963" marR="0" lvl="0" indent="-358775" defTabSz="914400">
                <a:lnSpc>
                  <a:spcPct val="100000"/>
                </a:lnSpc>
                <a:spcBef>
                  <a:spcPts val="600"/>
                </a:spcBef>
                <a:spcAft>
                  <a:spcPts val="600"/>
                </a:spcAft>
                <a:buClr>
                  <a:schemeClr val="accent1"/>
                </a:buClr>
                <a:buSzTx/>
                <a:buFont typeface="Calibri"/>
                <a:buChar char="•"/>
                <a:defRPr/>
              </a:pPr>
              <a:r>
                <a:rPr lang="en-GB" sz="1400" b="0" i="0" u="none" strike="noStrike" cap="none" spc="0">
                  <a:ln>
                    <a:noFill/>
                  </a:ln>
                  <a:solidFill>
                    <a:srgbClr val="000000"/>
                  </a:solidFill>
                  <a:latin typeface="+mj-lt"/>
                  <a:cs typeface="Calibri"/>
                </a:rPr>
                <a:t>Sub-bullet </a:t>
              </a:r>
              <a:endParaRPr/>
            </a:p>
          </p:txBody>
        </p:sp>
        <p:sp>
          <p:nvSpPr>
            <p:cNvPr id="13" name="Ovaal 12"/>
            <p:cNvSpPr/>
            <p:nvPr userDrawn="1"/>
          </p:nvSpPr>
          <p:spPr bwMode="auto">
            <a:xfrm>
              <a:off x="-3604183" y="2420052"/>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3</a:t>
              </a:r>
              <a:endParaRPr/>
            </a:p>
          </p:txBody>
        </p:sp>
        <p:sp>
          <p:nvSpPr>
            <p:cNvPr id="14" name="Rechthoek 13"/>
            <p:cNvSpPr/>
            <p:nvPr userDrawn="1"/>
          </p:nvSpPr>
          <p:spPr bwMode="auto">
            <a:xfrm>
              <a:off x="-3319415" y="2420262"/>
              <a:ext cx="2949220" cy="180000"/>
            </a:xfrm>
            <a:prstGeom prst="rect">
              <a:avLst/>
            </a:prstGeom>
            <a:noFill/>
            <a:ln w="25400" cap="flat" cmpd="sng" algn="ctr">
              <a:noFill/>
              <a:prstDash val="solid"/>
            </a:ln>
            <a:effectLst/>
          </p:spPr>
          <p:txBody>
            <a:bodyPr lIns="0" tIns="0" rIns="0" bIns="0" rtlCol="0" anchor="ctr"/>
            <a:lstStyle/>
            <a:p>
              <a:pPr marL="0" marR="0" lvl="0" indent="0" defTabSz="914400">
                <a:lnSpc>
                  <a:spcPct val="100000"/>
                </a:lnSpc>
                <a:spcBef>
                  <a:spcPts val="600"/>
                </a:spcBef>
                <a:spcAft>
                  <a:spcPts val="600"/>
                </a:spcAft>
                <a:buClr>
                  <a:schemeClr val="accent1"/>
                </a:buClr>
                <a:buSzTx/>
                <a:buFont typeface="Calibri"/>
                <a:buNone/>
                <a:defRPr/>
              </a:pPr>
              <a:r>
                <a:rPr lang="en-GB" sz="1400" b="0" i="0" u="none" strike="noStrike" cap="none" spc="0">
                  <a:ln>
                    <a:noFill/>
                  </a:ln>
                  <a:solidFill>
                    <a:srgbClr val="000000"/>
                  </a:solidFill>
                  <a:latin typeface="+mj-lt"/>
                  <a:cs typeface="Calibri"/>
                </a:rPr>
                <a:t>Default text</a:t>
              </a:r>
              <a:endParaRPr/>
            </a:p>
          </p:txBody>
        </p:sp>
        <p:sp>
          <p:nvSpPr>
            <p:cNvPr id="15" name="Ovaal 14"/>
            <p:cNvSpPr/>
            <p:nvPr userDrawn="1"/>
          </p:nvSpPr>
          <p:spPr bwMode="auto">
            <a:xfrm>
              <a:off x="-3604183" y="2711336"/>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4</a:t>
              </a:r>
              <a:endParaRPr/>
            </a:p>
          </p:txBody>
        </p:sp>
        <p:sp>
          <p:nvSpPr>
            <p:cNvPr id="16" name="Rechthoek 15"/>
            <p:cNvSpPr/>
            <p:nvPr userDrawn="1"/>
          </p:nvSpPr>
          <p:spPr bwMode="auto">
            <a:xfrm>
              <a:off x="-3319415" y="2711651"/>
              <a:ext cx="2949220" cy="180000"/>
            </a:xfrm>
            <a:prstGeom prst="rect">
              <a:avLst/>
            </a:prstGeom>
            <a:noFill/>
            <a:ln w="25400" cap="flat" cmpd="sng" algn="ctr">
              <a:noFill/>
              <a:prstDash val="solid"/>
            </a:ln>
            <a:effectLst/>
          </p:spPr>
          <p:txBody>
            <a:bodyPr lIns="0" tIns="0" rIns="0" bIns="0" rtlCol="0" anchor="ctr"/>
            <a:lstStyle/>
            <a:p>
              <a:pPr marL="0" marR="0" lvl="0" indent="0" defTabSz="914400">
                <a:lnSpc>
                  <a:spcPct val="100000"/>
                </a:lnSpc>
                <a:spcBef>
                  <a:spcPts val="600"/>
                </a:spcBef>
                <a:spcAft>
                  <a:spcPts val="600"/>
                </a:spcAft>
                <a:buClr>
                  <a:schemeClr val="accent1"/>
                </a:buClr>
                <a:buSzTx/>
                <a:buFont typeface="Calibri"/>
                <a:buNone/>
                <a:defRPr/>
              </a:pPr>
              <a:r>
                <a:rPr lang="en-GB" sz="2400" b="1" i="0" u="none" strike="noStrike" cap="none" spc="0">
                  <a:ln>
                    <a:noFill/>
                  </a:ln>
                  <a:solidFill>
                    <a:schemeClr val="tx1"/>
                  </a:solidFill>
                  <a:latin typeface="+mj-lt"/>
                  <a:cs typeface="Calibri"/>
                </a:rPr>
                <a:t>Title/Quote</a:t>
              </a:r>
              <a:endParaRPr/>
            </a:p>
          </p:txBody>
        </p:sp>
        <p:sp>
          <p:nvSpPr>
            <p:cNvPr id="17" name="Ovaal 16"/>
            <p:cNvSpPr/>
            <p:nvPr userDrawn="1"/>
          </p:nvSpPr>
          <p:spPr bwMode="auto">
            <a:xfrm>
              <a:off x="-3604183" y="3002620"/>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5</a:t>
              </a:r>
              <a:endParaRPr/>
            </a:p>
          </p:txBody>
        </p:sp>
        <p:sp>
          <p:nvSpPr>
            <p:cNvPr id="18" name="Rechthoek 17"/>
            <p:cNvSpPr/>
            <p:nvPr userDrawn="1"/>
          </p:nvSpPr>
          <p:spPr bwMode="auto">
            <a:xfrm>
              <a:off x="-3319415" y="3003040"/>
              <a:ext cx="2949220" cy="180000"/>
            </a:xfrm>
            <a:prstGeom prst="rect">
              <a:avLst/>
            </a:prstGeom>
            <a:noFill/>
            <a:ln w="25400" cap="flat" cmpd="sng" algn="ctr">
              <a:noFill/>
              <a:prstDash val="solid"/>
            </a:ln>
            <a:effectLst/>
          </p:spPr>
          <p:txBody>
            <a:bodyPr lIns="0" tIns="0" rIns="0" bIns="0" rtlCol="0" anchor="ctr"/>
            <a:lstStyle/>
            <a:p>
              <a:pPr marL="0" marR="0" lvl="0" indent="0" defTabSz="914400">
                <a:lnSpc>
                  <a:spcPct val="100000"/>
                </a:lnSpc>
                <a:spcBef>
                  <a:spcPts val="600"/>
                </a:spcBef>
                <a:spcAft>
                  <a:spcPts val="600"/>
                </a:spcAft>
                <a:buClr>
                  <a:schemeClr val="accent1"/>
                </a:buClr>
                <a:buSzTx/>
                <a:buFont typeface="Calibri"/>
                <a:buNone/>
                <a:defRPr/>
              </a:pPr>
              <a:r>
                <a:rPr lang="en-GB" sz="1800" b="0" i="0" u="none" strike="noStrike" cap="none" spc="0">
                  <a:ln>
                    <a:noFill/>
                  </a:ln>
                  <a:solidFill>
                    <a:schemeClr val="accent1"/>
                  </a:solidFill>
                  <a:latin typeface="+mj-lt"/>
                  <a:cs typeface="Calibri"/>
                </a:rPr>
                <a:t>Subtitle</a:t>
              </a:r>
              <a:endParaRPr/>
            </a:p>
          </p:txBody>
        </p:sp>
        <p:sp>
          <p:nvSpPr>
            <p:cNvPr id="19" name="Ovaal 18"/>
            <p:cNvSpPr/>
            <p:nvPr userDrawn="1"/>
          </p:nvSpPr>
          <p:spPr bwMode="auto">
            <a:xfrm>
              <a:off x="-3604183" y="329390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6</a:t>
              </a:r>
              <a:endParaRPr/>
            </a:p>
          </p:txBody>
        </p:sp>
        <p:sp>
          <p:nvSpPr>
            <p:cNvPr id="20" name="Rechthoek 19"/>
            <p:cNvSpPr/>
            <p:nvPr userDrawn="1"/>
          </p:nvSpPr>
          <p:spPr bwMode="auto">
            <a:xfrm>
              <a:off x="-3319415" y="3585818"/>
              <a:ext cx="2949220" cy="180000"/>
            </a:xfrm>
            <a:prstGeom prst="rect">
              <a:avLst/>
            </a:prstGeom>
            <a:noFill/>
            <a:ln w="25400" cap="flat" cmpd="sng" algn="ctr">
              <a:noFill/>
              <a:prstDash val="solid"/>
            </a:ln>
            <a:effectLst/>
          </p:spPr>
          <p:txBody>
            <a:bodyPr lIns="0" tIns="0" rIns="0" bIns="0" rtlCol="0" anchor="ctr"/>
            <a:lstStyle/>
            <a:p>
              <a:pPr marL="357188" marR="0" lvl="0" indent="-357188" defTabSz="914400">
                <a:lnSpc>
                  <a:spcPct val="100000"/>
                </a:lnSpc>
                <a:spcBef>
                  <a:spcPts val="600"/>
                </a:spcBef>
                <a:spcAft>
                  <a:spcPts val="600"/>
                </a:spcAft>
                <a:buClr>
                  <a:schemeClr val="accent1"/>
                </a:buClr>
                <a:buSzTx/>
                <a:buFont typeface="+mj-lt"/>
                <a:buAutoNum type="arabicPeriod"/>
                <a:defRPr/>
              </a:pPr>
              <a:r>
                <a:rPr lang="en-GB" sz="1400" b="0" i="0" u="none" strike="noStrike" cap="none" spc="0">
                  <a:ln>
                    <a:noFill/>
                  </a:ln>
                  <a:solidFill>
                    <a:schemeClr val="tx1"/>
                  </a:solidFill>
                  <a:latin typeface="+mj-lt"/>
                  <a:cs typeface="Calibri"/>
                </a:rPr>
                <a:t>Numerical bullet</a:t>
              </a:r>
              <a:endParaRPr/>
            </a:p>
          </p:txBody>
        </p:sp>
        <p:sp>
          <p:nvSpPr>
            <p:cNvPr id="22" name="Ovaal 21"/>
            <p:cNvSpPr/>
            <p:nvPr userDrawn="1"/>
          </p:nvSpPr>
          <p:spPr bwMode="auto">
            <a:xfrm>
              <a:off x="-3604183" y="3585188"/>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7</a:t>
              </a:r>
              <a:endParaRPr/>
            </a:p>
          </p:txBody>
        </p:sp>
        <p:sp>
          <p:nvSpPr>
            <p:cNvPr id="23" name="Rechthoek 22"/>
            <p:cNvSpPr/>
            <p:nvPr userDrawn="1"/>
          </p:nvSpPr>
          <p:spPr bwMode="auto">
            <a:xfrm>
              <a:off x="-3325830" y="3877207"/>
              <a:ext cx="2949220" cy="180000"/>
            </a:xfrm>
            <a:prstGeom prst="rect">
              <a:avLst/>
            </a:prstGeom>
            <a:noFill/>
            <a:ln w="25400" cap="flat" cmpd="sng" algn="ctr">
              <a:noFill/>
              <a:prstDash val="solid"/>
            </a:ln>
            <a:effectLst/>
          </p:spPr>
          <p:txBody>
            <a:bodyPr lIns="0" tIns="0" rIns="0" bIns="0" rtlCol="0" anchor="ctr"/>
            <a:lstStyle/>
            <a:p>
              <a:pPr marL="342900" marR="0" lvl="0" indent="-342900" defTabSz="914400">
                <a:lnSpc>
                  <a:spcPct val="100000"/>
                </a:lnSpc>
                <a:spcBef>
                  <a:spcPts val="600"/>
                </a:spcBef>
                <a:spcAft>
                  <a:spcPts val="600"/>
                </a:spcAft>
                <a:buClr>
                  <a:schemeClr val="accent1"/>
                </a:buClr>
                <a:buSzTx/>
                <a:buFont typeface="+mj-lt"/>
                <a:buAutoNum type="alphaLcPeriod"/>
                <a:defRPr/>
              </a:pPr>
              <a:r>
                <a:rPr lang="en-GB" sz="1400" b="0" i="0" u="none" strike="noStrike" cap="none" spc="0">
                  <a:ln>
                    <a:noFill/>
                  </a:ln>
                  <a:solidFill>
                    <a:schemeClr val="tx1"/>
                  </a:solidFill>
                  <a:latin typeface="+mj-lt"/>
                  <a:cs typeface="Calibri"/>
                </a:rPr>
                <a:t>Alphabetical bullet</a:t>
              </a:r>
              <a:endParaRPr/>
            </a:p>
          </p:txBody>
        </p:sp>
        <p:sp>
          <p:nvSpPr>
            <p:cNvPr id="24" name="Ovaal 23"/>
            <p:cNvSpPr/>
            <p:nvPr userDrawn="1"/>
          </p:nvSpPr>
          <p:spPr bwMode="auto">
            <a:xfrm>
              <a:off x="-3604183" y="3876472"/>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8</a:t>
              </a:r>
              <a:endParaRPr/>
            </a:p>
          </p:txBody>
        </p:sp>
        <p:sp>
          <p:nvSpPr>
            <p:cNvPr id="25" name="Rechthoek 24"/>
            <p:cNvSpPr/>
            <p:nvPr userDrawn="1"/>
          </p:nvSpPr>
          <p:spPr bwMode="auto">
            <a:xfrm>
              <a:off x="-3319415" y="4168594"/>
              <a:ext cx="2949220" cy="180000"/>
            </a:xfrm>
            <a:prstGeom prst="rect">
              <a:avLst/>
            </a:prstGeom>
            <a:noFill/>
            <a:ln w="25400" cap="flat" cmpd="sng" algn="ctr">
              <a:noFill/>
              <a:prstDash val="solid"/>
            </a:ln>
            <a:effectLst/>
          </p:spPr>
          <p:txBody>
            <a:bodyPr lIns="0" tIns="0" rIns="0" bIns="0" rtlCol="0" anchor="ctr"/>
            <a:lstStyle/>
            <a:p>
              <a:pPr marL="0" marR="0" lvl="0" indent="0" defTabSz="914400">
                <a:lnSpc>
                  <a:spcPct val="100000"/>
                </a:lnSpc>
                <a:spcBef>
                  <a:spcPts val="600"/>
                </a:spcBef>
                <a:spcAft>
                  <a:spcPts val="600"/>
                </a:spcAft>
                <a:buClr>
                  <a:schemeClr val="tx1"/>
                </a:buClr>
                <a:buSzTx/>
                <a:buFont typeface="Calibri"/>
                <a:buNone/>
                <a:defRPr/>
              </a:pPr>
              <a:r>
                <a:rPr lang="en-GB" sz="1200" b="0" i="1" u="none" strike="noStrike" cap="none" spc="0">
                  <a:ln>
                    <a:noFill/>
                  </a:ln>
                  <a:solidFill>
                    <a:srgbClr val="000000"/>
                  </a:solidFill>
                  <a:latin typeface="+mj-lt"/>
                  <a:cs typeface="Calibri"/>
                </a:rPr>
                <a:t>Source</a:t>
              </a:r>
              <a:endParaRPr/>
            </a:p>
          </p:txBody>
        </p:sp>
        <p:sp>
          <p:nvSpPr>
            <p:cNvPr id="26" name="Ovaal 25"/>
            <p:cNvSpPr/>
            <p:nvPr userDrawn="1"/>
          </p:nvSpPr>
          <p:spPr bwMode="auto">
            <a:xfrm>
              <a:off x="-3604183" y="416859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9</a:t>
              </a:r>
              <a:endParaRPr/>
            </a:p>
          </p:txBody>
        </p:sp>
        <p:sp>
          <p:nvSpPr>
            <p:cNvPr id="27" name="Rechthoek 26"/>
            <p:cNvSpPr/>
            <p:nvPr userDrawn="1"/>
          </p:nvSpPr>
          <p:spPr bwMode="auto">
            <a:xfrm>
              <a:off x="-3319415" y="3294429"/>
              <a:ext cx="2949220" cy="180000"/>
            </a:xfrm>
            <a:prstGeom prst="rect">
              <a:avLst/>
            </a:prstGeom>
            <a:noFill/>
            <a:ln w="25400" cap="flat" cmpd="sng" algn="ctr">
              <a:noFill/>
              <a:prstDash val="solid"/>
            </a:ln>
            <a:effectLst/>
          </p:spPr>
          <p:txBody>
            <a:bodyPr lIns="0" tIns="0" rIns="0" bIns="0" rtlCol="0" anchor="ctr"/>
            <a:lstStyle/>
            <a:p>
              <a:pPr marL="0" marR="0" lvl="0" indent="0" defTabSz="914400">
                <a:lnSpc>
                  <a:spcPct val="100000"/>
                </a:lnSpc>
                <a:spcBef>
                  <a:spcPts val="600"/>
                </a:spcBef>
                <a:spcAft>
                  <a:spcPts val="600"/>
                </a:spcAft>
                <a:buClr>
                  <a:schemeClr val="accent1"/>
                </a:buClr>
                <a:buSzTx/>
                <a:buFont typeface="Calibri"/>
                <a:buNone/>
                <a:defRPr/>
              </a:pPr>
              <a:r>
                <a:rPr lang="en-GB" sz="1400" b="0" i="0" u="none" strike="noStrike" cap="none" spc="0">
                  <a:ln>
                    <a:noFill/>
                  </a:ln>
                  <a:solidFill>
                    <a:srgbClr val="000000"/>
                  </a:solidFill>
                  <a:latin typeface="+mj-lt"/>
                  <a:cs typeface="Calibri"/>
                </a:rPr>
                <a:t>Default text</a:t>
              </a:r>
              <a:endParaRPr/>
            </a:p>
          </p:txBody>
        </p:sp>
        <p:sp>
          <p:nvSpPr>
            <p:cNvPr id="28" name="Rechthoek 27"/>
            <p:cNvSpPr/>
            <p:nvPr userDrawn="1"/>
          </p:nvSpPr>
          <p:spPr bwMode="auto">
            <a:xfrm>
              <a:off x="-3786437" y="4531349"/>
              <a:ext cx="3593637" cy="828000"/>
            </a:xfrm>
            <a:prstGeom prst="rect">
              <a:avLst/>
            </a:prstGeom>
            <a:solidFill>
              <a:srgbClr val="ECECEC"/>
            </a:solidFill>
            <a:ln w="6350">
              <a:solidFill>
                <a:srgbClr val="ECECEC"/>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ctr" anchorCtr="0" forceAA="0" compatLnSpc="1">
              <a:prstTxWarp prst="textNoShape"/>
              <a:noAutofit/>
            </a:bodyPr>
            <a:lstStyle/>
            <a:p>
              <a:pPr algn="l">
                <a:lnSpc>
                  <a:spcPct val="90000"/>
                </a:lnSpc>
                <a:spcBef>
                  <a:spcPts val="600"/>
                </a:spcBef>
                <a:spcAft>
                  <a:spcPts val="600"/>
                </a:spcAft>
                <a:defRPr/>
              </a:pPr>
              <a:r>
                <a:rPr lang="en-GB" sz="1200" b="1" cap="all">
                  <a:solidFill>
                    <a:srgbClr val="211F26"/>
                  </a:solidFill>
                  <a:latin typeface="Calibri"/>
                  <a:cs typeface="Calibri"/>
                </a:rPr>
                <a:t>Want to know more?</a:t>
              </a:r>
              <a:br>
                <a:rPr lang="en-GB" sz="1200" b="1" cap="all">
                  <a:solidFill>
                    <a:srgbClr val="211F26"/>
                  </a:solidFill>
                  <a:latin typeface="Calibri"/>
                  <a:cs typeface="Calibri"/>
                </a:rPr>
              </a:br>
              <a:r>
                <a:rPr lang="en-GB" sz="1200" cap="none">
                  <a:solidFill>
                    <a:srgbClr val="211F26"/>
                  </a:solidFill>
                  <a:latin typeface="Calibri"/>
                  <a:cs typeface="Calibri"/>
                </a:rPr>
                <a:t>Go to the </a:t>
              </a:r>
              <a:r>
                <a:rPr lang="en-GB" sz="1200" cap="none">
                  <a:solidFill>
                    <a:srgbClr val="211F26"/>
                  </a:solidFill>
                  <a:latin typeface="Calibri"/>
                  <a:ea typeface="+mn-ea"/>
                  <a:cs typeface="Calibri"/>
                </a:rPr>
                <a:t>tab</a:t>
              </a:r>
              <a:r>
                <a:rPr lang="en-GB" sz="1200" b="1" cap="all">
                  <a:solidFill>
                    <a:srgbClr val="211F26"/>
                  </a:solidFill>
                  <a:latin typeface="Calibri"/>
                  <a:cs typeface="Calibri"/>
                </a:rPr>
                <a:t> 'SLIDEBUILDER’ </a:t>
              </a:r>
              <a:r>
                <a:rPr lang="en-GB" sz="1200" cap="none">
                  <a:solidFill>
                    <a:srgbClr val="211F26"/>
                  </a:solidFill>
                  <a:latin typeface="Calibri"/>
                  <a:ea typeface="+mn-ea"/>
                  <a:cs typeface="Calibri"/>
                </a:rPr>
                <a:t>and click</a:t>
              </a:r>
              <a:br>
                <a:rPr lang="en-GB" sz="1200" cap="none">
                  <a:solidFill>
                    <a:srgbClr val="211F26"/>
                  </a:solidFill>
                  <a:latin typeface="Calibri"/>
                  <a:ea typeface="+mn-ea"/>
                  <a:cs typeface="Calibri"/>
                </a:rPr>
              </a:br>
              <a:r>
                <a:rPr lang="en-GB" sz="1200" cap="none">
                  <a:solidFill>
                    <a:srgbClr val="211F26"/>
                  </a:solidFill>
                  <a:latin typeface="Calibri"/>
                  <a:ea typeface="+mn-ea"/>
                  <a:cs typeface="Calibri"/>
                </a:rPr>
                <a:t>on the button </a:t>
              </a:r>
              <a:r>
                <a:rPr lang="en-GB" sz="1200" b="1" cap="all">
                  <a:solidFill>
                    <a:srgbClr val="211F26"/>
                  </a:solidFill>
                  <a:latin typeface="Calibri"/>
                  <a:cs typeface="Calibri"/>
                </a:rPr>
                <a:t>‘Inspiration'</a:t>
              </a:r>
              <a:endParaRPr/>
            </a:p>
          </p:txBody>
        </p:sp>
        <p:grpSp>
          <p:nvGrpSpPr>
            <p:cNvPr id="29" name="ICOON_info"/>
            <p:cNvGrpSpPr/>
            <p:nvPr userDrawn="1"/>
          </p:nvGrpSpPr>
          <p:grpSpPr bwMode="auto">
            <a:xfrm>
              <a:off x="-376735" y="4400186"/>
              <a:ext cx="283685" cy="283685"/>
              <a:chOff x="-510741" y="5913713"/>
              <a:chExt cx="267555" cy="267555"/>
            </a:xfrm>
          </p:grpSpPr>
          <p:sp>
            <p:nvSpPr>
              <p:cNvPr id="77" name="Ovaal 76"/>
              <p:cNvSpPr/>
              <p:nvPr userDrawn="1"/>
            </p:nvSpPr>
            <p:spPr bwMode="auto">
              <a:xfrm>
                <a:off x="-491853" y="5932072"/>
                <a:ext cx="230835" cy="230835"/>
              </a:xfrm>
              <a:prstGeom prst="ellipse">
                <a:avLst/>
              </a:prstGeom>
              <a:solidFill>
                <a:srgbClr val="211F2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noAutofit/>
              </a:bodyPr>
              <a:lstStyle/>
              <a:p>
                <a:pPr algn="ctr">
                  <a:lnSpc>
                    <a:spcPct val="90000"/>
                  </a:lnSpc>
                  <a:spcBef>
                    <a:spcPts val="600"/>
                  </a:spcBef>
                  <a:spcAft>
                    <a:spcPts val="600"/>
                  </a:spcAft>
                  <a:defRPr/>
                </a:pPr>
                <a:endParaRPr lang="en-GB" sz="1600" cap="all">
                  <a:latin typeface="Calibri"/>
                  <a:cs typeface="Calibri"/>
                </a:endParaRPr>
              </a:p>
            </p:txBody>
          </p:sp>
          <p:sp>
            <p:nvSpPr>
              <p:cNvPr id="78" name="Graphic 163" descr="Informatie"/>
              <p:cNvSpPr/>
              <p:nvPr/>
            </p:nvSpPr>
            <p:spPr bwMode="auto">
              <a:xfrm>
                <a:off x="-510741" y="5913713"/>
                <a:ext cx="267555" cy="267555"/>
              </a:xfrm>
              <a:custGeom>
                <a:avLst/>
                <a:gdLst>
                  <a:gd name="connsiteX0" fmla="*/ 145860 w 291719"/>
                  <a:gd name="connsiteY0" fmla="*/ 0 h 291719"/>
                  <a:gd name="connsiteX1" fmla="*/ 0 w 291719"/>
                  <a:gd name="connsiteY1" fmla="*/ 145860 h 291719"/>
                  <a:gd name="connsiteX2" fmla="*/ 145860 w 291719"/>
                  <a:gd name="connsiteY2" fmla="*/ 291720 h 291719"/>
                  <a:gd name="connsiteX3" fmla="*/ 291720 w 291719"/>
                  <a:gd name="connsiteY3" fmla="*/ 145860 h 291719"/>
                  <a:gd name="connsiteX4" fmla="*/ 145860 w 291719"/>
                  <a:gd name="connsiteY4" fmla="*/ 0 h 291719"/>
                  <a:gd name="connsiteX5" fmla="*/ 138183 w 291719"/>
                  <a:gd name="connsiteY5" fmla="*/ 38384 h 291719"/>
                  <a:gd name="connsiteX6" fmla="*/ 157375 w 291719"/>
                  <a:gd name="connsiteY6" fmla="*/ 57576 h 291719"/>
                  <a:gd name="connsiteX7" fmla="*/ 138183 w 291719"/>
                  <a:gd name="connsiteY7" fmla="*/ 76768 h 291719"/>
                  <a:gd name="connsiteX8" fmla="*/ 118991 w 291719"/>
                  <a:gd name="connsiteY8" fmla="*/ 57576 h 291719"/>
                  <a:gd name="connsiteX9" fmla="*/ 138183 w 291719"/>
                  <a:gd name="connsiteY9" fmla="*/ 38384 h 291719"/>
                  <a:gd name="connsiteX10" fmla="*/ 184244 w 291719"/>
                  <a:gd name="connsiteY10" fmla="*/ 253336 h 291719"/>
                  <a:gd name="connsiteX11" fmla="*/ 107476 w 291719"/>
                  <a:gd name="connsiteY11" fmla="*/ 253336 h 291719"/>
                  <a:gd name="connsiteX12" fmla="*/ 107476 w 291719"/>
                  <a:gd name="connsiteY12" fmla="*/ 230305 h 291719"/>
                  <a:gd name="connsiteX13" fmla="*/ 134345 w 291719"/>
                  <a:gd name="connsiteY13" fmla="*/ 230305 h 291719"/>
                  <a:gd name="connsiteX14" fmla="*/ 134345 w 291719"/>
                  <a:gd name="connsiteY14" fmla="*/ 115153 h 291719"/>
                  <a:gd name="connsiteX15" fmla="*/ 111314 w 291719"/>
                  <a:gd name="connsiteY15" fmla="*/ 115153 h 291719"/>
                  <a:gd name="connsiteX16" fmla="*/ 111314 w 291719"/>
                  <a:gd name="connsiteY16" fmla="*/ 92122 h 291719"/>
                  <a:gd name="connsiteX17" fmla="*/ 157375 w 291719"/>
                  <a:gd name="connsiteY17" fmla="*/ 92122 h 291719"/>
                  <a:gd name="connsiteX18" fmla="*/ 157375 w 291719"/>
                  <a:gd name="connsiteY18" fmla="*/ 115153 h 291719"/>
                  <a:gd name="connsiteX19" fmla="*/ 157375 w 291719"/>
                  <a:gd name="connsiteY19" fmla="*/ 230305 h 291719"/>
                  <a:gd name="connsiteX20" fmla="*/ 184244 w 291719"/>
                  <a:gd name="connsiteY20" fmla="*/ 230305 h 291719"/>
                  <a:gd name="connsiteX21" fmla="*/ 184244 w 291719"/>
                  <a:gd name="connsiteY21" fmla="*/ 253336 h 291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1719" h="291719" fill="norm" stroke="1" extrusionOk="0">
                    <a:moveTo>
                      <a:pt x="145860" y="0"/>
                    </a:moveTo>
                    <a:cubicBezTo>
                      <a:pt x="65253" y="0"/>
                      <a:pt x="0" y="65253"/>
                      <a:pt x="0" y="145860"/>
                    </a:cubicBezTo>
                    <a:cubicBezTo>
                      <a:pt x="0" y="226467"/>
                      <a:pt x="65253" y="291720"/>
                      <a:pt x="145860" y="291720"/>
                    </a:cubicBezTo>
                    <a:cubicBezTo>
                      <a:pt x="226467" y="291720"/>
                      <a:pt x="291720" y="226467"/>
                      <a:pt x="291720" y="145860"/>
                    </a:cubicBezTo>
                    <a:cubicBezTo>
                      <a:pt x="291720" y="65253"/>
                      <a:pt x="226467" y="0"/>
                      <a:pt x="145860" y="0"/>
                    </a:cubicBezTo>
                    <a:close/>
                    <a:moveTo>
                      <a:pt x="138183" y="38384"/>
                    </a:moveTo>
                    <a:cubicBezTo>
                      <a:pt x="148931" y="38384"/>
                      <a:pt x="157375" y="46829"/>
                      <a:pt x="157375" y="57576"/>
                    </a:cubicBezTo>
                    <a:cubicBezTo>
                      <a:pt x="157375" y="68324"/>
                      <a:pt x="148931" y="76768"/>
                      <a:pt x="138183" y="76768"/>
                    </a:cubicBezTo>
                    <a:cubicBezTo>
                      <a:pt x="127435" y="76768"/>
                      <a:pt x="118991" y="68324"/>
                      <a:pt x="118991" y="57576"/>
                    </a:cubicBezTo>
                    <a:cubicBezTo>
                      <a:pt x="118991" y="46829"/>
                      <a:pt x="127435" y="38384"/>
                      <a:pt x="138183" y="38384"/>
                    </a:cubicBezTo>
                    <a:close/>
                    <a:moveTo>
                      <a:pt x="184244" y="253336"/>
                    </a:moveTo>
                    <a:lnTo>
                      <a:pt x="107476" y="253336"/>
                    </a:lnTo>
                    <a:lnTo>
                      <a:pt x="107476" y="230305"/>
                    </a:lnTo>
                    <a:lnTo>
                      <a:pt x="134345" y="230305"/>
                    </a:lnTo>
                    <a:lnTo>
                      <a:pt x="134345" y="115153"/>
                    </a:lnTo>
                    <a:lnTo>
                      <a:pt x="111314" y="115153"/>
                    </a:lnTo>
                    <a:lnTo>
                      <a:pt x="111314" y="92122"/>
                    </a:lnTo>
                    <a:lnTo>
                      <a:pt x="157375" y="92122"/>
                    </a:lnTo>
                    <a:lnTo>
                      <a:pt x="157375" y="115153"/>
                    </a:lnTo>
                    <a:lnTo>
                      <a:pt x="157375" y="230305"/>
                    </a:lnTo>
                    <a:lnTo>
                      <a:pt x="184244" y="230305"/>
                    </a:lnTo>
                    <a:lnTo>
                      <a:pt x="184244" y="253336"/>
                    </a:lnTo>
                    <a:close/>
                  </a:path>
                </a:pathLst>
              </a:custGeom>
              <a:solidFill>
                <a:srgbClr val="1FF524"/>
              </a:solidFill>
              <a:ln w="3770" cap="flat">
                <a:noFill/>
                <a:prstDash val="solid"/>
                <a:miter/>
              </a:ln>
            </p:spPr>
            <p:txBody>
              <a:bodyPr rtlCol="0" anchor="ctr"/>
              <a:lstStyle/>
              <a:p>
                <a:pPr>
                  <a:defRPr/>
                </a:pPr>
                <a:endParaRPr lang="en-GB" sz="2000">
                  <a:solidFill>
                    <a:srgbClr val="211F26"/>
                  </a:solidFill>
                  <a:latin typeface="Calibri"/>
                  <a:cs typeface="Calibri"/>
                </a:endParaRPr>
              </a:p>
            </p:txBody>
          </p:sp>
        </p:grpSp>
        <p:grpSp>
          <p:nvGrpSpPr>
            <p:cNvPr id="30" name="VOORBEELD"/>
            <p:cNvGrpSpPr/>
            <p:nvPr userDrawn="1"/>
          </p:nvGrpSpPr>
          <p:grpSpPr bwMode="auto">
            <a:xfrm>
              <a:off x="-3605171" y="458674"/>
              <a:ext cx="3234311" cy="558875"/>
              <a:chOff x="-3605171" y="458674"/>
              <a:chExt cx="3234311" cy="558875"/>
            </a:xfrm>
          </p:grpSpPr>
          <p:sp>
            <p:nvSpPr>
              <p:cNvPr id="37" name="Rechthoek 36"/>
              <p:cNvSpPr/>
              <p:nvPr userDrawn="1"/>
            </p:nvSpPr>
            <p:spPr bwMode="auto">
              <a:xfrm>
                <a:off x="-3604183" y="458674"/>
                <a:ext cx="393459" cy="184058"/>
              </a:xfrm>
              <a:prstGeom prst="rect">
                <a:avLst/>
              </a:prstGeom>
              <a:solidFill>
                <a:srgbClr val="F8F8F8"/>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18000" rIns="0" bIns="0" numCol="1" spcCol="0" rtlCol="0" fromWordArt="0" anchor="t" anchorCtr="0" forceAA="0" compatLnSpc="1">
                <a:prstTxWarp prst="textNoShape"/>
                <a:noAutofit/>
              </a:bodyPr>
              <a:lstStyle/>
              <a:p>
                <a:pPr algn="ctr">
                  <a:defRPr/>
                </a:pPr>
                <a:r>
                  <a:rPr lang="en-GB" sz="900" b="1">
                    <a:solidFill>
                      <a:srgbClr val="211F26"/>
                    </a:solidFill>
                    <a:latin typeface="Calibri"/>
                    <a:cs typeface="Calibri"/>
                  </a:rPr>
                  <a:t>Home</a:t>
                </a:r>
                <a:endParaRPr/>
              </a:p>
            </p:txBody>
          </p:sp>
          <p:sp>
            <p:nvSpPr>
              <p:cNvPr id="38" name="Rechthoek 37"/>
              <p:cNvSpPr/>
              <p:nvPr userDrawn="1"/>
            </p:nvSpPr>
            <p:spPr bwMode="auto">
              <a:xfrm>
                <a:off x="-3599184" y="621345"/>
                <a:ext cx="383782" cy="27171"/>
              </a:xfrm>
              <a:prstGeom prst="rect">
                <a:avLst/>
              </a:prstGeom>
              <a:solidFill>
                <a:srgbClr val="B7462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noAutofit/>
              </a:bodyPr>
              <a:lstStyle/>
              <a:p>
                <a:pPr algn="l">
                  <a:defRPr/>
                </a:pPr>
                <a:endParaRPr lang="en-GB" sz="1000" b="1">
                  <a:solidFill>
                    <a:srgbClr val="211F26"/>
                  </a:solidFill>
                  <a:latin typeface="Calibri"/>
                  <a:cs typeface="Calibri"/>
                </a:endParaRPr>
              </a:p>
            </p:txBody>
          </p:sp>
          <p:grpSp>
            <p:nvGrpSpPr>
              <p:cNvPr id="39" name="Groep 38"/>
              <p:cNvGrpSpPr/>
              <p:nvPr userDrawn="1"/>
            </p:nvGrpSpPr>
            <p:grpSpPr bwMode="auto">
              <a:xfrm>
                <a:off x="-3386247" y="830871"/>
                <a:ext cx="139423" cy="109566"/>
                <a:chOff x="-2866744" y="827070"/>
                <a:chExt cx="168701" cy="132575"/>
              </a:xfrm>
            </p:grpSpPr>
            <p:grpSp>
              <p:nvGrpSpPr>
                <p:cNvPr id="70" name="Groep 69"/>
                <p:cNvGrpSpPr/>
                <p:nvPr userDrawn="1"/>
              </p:nvGrpSpPr>
              <p:grpSpPr bwMode="auto">
                <a:xfrm>
                  <a:off x="-2866744" y="827070"/>
                  <a:ext cx="168701" cy="132575"/>
                  <a:chOff x="-2866744" y="827070"/>
                  <a:chExt cx="168701" cy="132575"/>
                </a:xfrm>
              </p:grpSpPr>
              <p:cxnSp>
                <p:nvCxnSpPr>
                  <p:cNvPr id="72" name="Rechte verbindingslijn 71"/>
                  <p:cNvCxnSpPr/>
                  <p:nvPr userDrawn="1"/>
                </p:nvCxnSpPr>
                <p:spPr bwMode="auto">
                  <a:xfrm>
                    <a:off x="-2866744" y="827070"/>
                    <a:ext cx="168701" cy="0"/>
                  </a:xfrm>
                  <a:prstGeom prst="line">
                    <a:avLst/>
                  </a:prstGeom>
                  <a:solidFill>
                    <a:schemeClr val="bg1"/>
                  </a:solidFill>
                  <a:ln w="12700" cap="flat" cmpd="sng" algn="ctr">
                    <a:solidFill>
                      <a:srgbClr val="9D9FA1"/>
                    </a:solidFill>
                    <a:prstDash val="solid"/>
                  </a:ln>
                  <a:effectLst/>
                </p:spPr>
              </p:cxnSp>
              <p:cxnSp>
                <p:nvCxnSpPr>
                  <p:cNvPr id="73" name="Rechte verbindingslijn 72"/>
                  <p:cNvCxnSpPr/>
                  <p:nvPr userDrawn="1"/>
                </p:nvCxnSpPr>
                <p:spPr bwMode="auto">
                  <a:xfrm>
                    <a:off x="-2866744" y="959646"/>
                    <a:ext cx="168701" cy="0"/>
                  </a:xfrm>
                  <a:prstGeom prst="line">
                    <a:avLst/>
                  </a:prstGeom>
                  <a:solidFill>
                    <a:schemeClr val="bg1"/>
                  </a:solidFill>
                  <a:ln w="12700" cap="flat" cmpd="sng" algn="ctr">
                    <a:solidFill>
                      <a:srgbClr val="9D9FA1"/>
                    </a:solidFill>
                    <a:prstDash val="solid"/>
                  </a:ln>
                  <a:effectLst/>
                </p:spPr>
              </p:cxnSp>
              <p:cxnSp>
                <p:nvCxnSpPr>
                  <p:cNvPr id="74" name="Rechte verbindingslijn 73"/>
                  <p:cNvCxnSpPr/>
                  <p:nvPr userDrawn="1"/>
                </p:nvCxnSpPr>
                <p:spPr bwMode="auto">
                  <a:xfrm>
                    <a:off x="-2773990" y="926503"/>
                    <a:ext cx="75947" cy="0"/>
                  </a:xfrm>
                  <a:prstGeom prst="line">
                    <a:avLst/>
                  </a:prstGeom>
                  <a:solidFill>
                    <a:schemeClr val="bg1"/>
                  </a:solidFill>
                  <a:ln w="12700" cap="flat" cmpd="sng" algn="ctr">
                    <a:solidFill>
                      <a:srgbClr val="9D9FA1"/>
                    </a:solidFill>
                    <a:prstDash val="solid"/>
                  </a:ln>
                  <a:effectLst/>
                </p:spPr>
              </p:cxnSp>
              <p:cxnSp>
                <p:nvCxnSpPr>
                  <p:cNvPr id="75" name="Rechte verbindingslijn 74"/>
                  <p:cNvCxnSpPr/>
                  <p:nvPr userDrawn="1"/>
                </p:nvCxnSpPr>
                <p:spPr bwMode="auto">
                  <a:xfrm>
                    <a:off x="-2773990" y="893359"/>
                    <a:ext cx="75947" cy="0"/>
                  </a:xfrm>
                  <a:prstGeom prst="line">
                    <a:avLst/>
                  </a:prstGeom>
                  <a:solidFill>
                    <a:schemeClr val="bg1"/>
                  </a:solidFill>
                  <a:ln w="12700" cap="flat" cmpd="sng" algn="ctr">
                    <a:solidFill>
                      <a:srgbClr val="9D9FA1"/>
                    </a:solidFill>
                    <a:prstDash val="solid"/>
                  </a:ln>
                  <a:effectLst/>
                </p:spPr>
              </p:cxnSp>
              <p:cxnSp>
                <p:nvCxnSpPr>
                  <p:cNvPr id="76" name="Rechte verbindingslijn 75"/>
                  <p:cNvCxnSpPr/>
                  <p:nvPr userDrawn="1"/>
                </p:nvCxnSpPr>
                <p:spPr bwMode="auto">
                  <a:xfrm>
                    <a:off x="-2773990" y="860215"/>
                    <a:ext cx="75947" cy="0"/>
                  </a:xfrm>
                  <a:prstGeom prst="line">
                    <a:avLst/>
                  </a:prstGeom>
                  <a:solidFill>
                    <a:schemeClr val="bg1"/>
                  </a:solidFill>
                  <a:ln w="12700" cap="flat" cmpd="sng" algn="ctr">
                    <a:solidFill>
                      <a:srgbClr val="9D9FA1"/>
                    </a:solidFill>
                    <a:prstDash val="solid"/>
                  </a:ln>
                  <a:effectLst/>
                </p:spPr>
              </p:cxnSp>
            </p:grpSp>
            <p:sp>
              <p:nvSpPr>
                <p:cNvPr id="71" name="Pijl: rechts 70"/>
                <p:cNvSpPr/>
                <p:nvPr userDrawn="1"/>
              </p:nvSpPr>
              <p:spPr bwMode="auto">
                <a:xfrm>
                  <a:off x="-2866744" y="858737"/>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noAutofit/>
                </a:bodyPr>
                <a:lstStyle/>
                <a:p>
                  <a:pPr algn="l">
                    <a:defRPr/>
                  </a:pPr>
                  <a:endParaRPr lang="en-GB" sz="1000" b="1">
                    <a:solidFill>
                      <a:srgbClr val="211F26"/>
                    </a:solidFill>
                    <a:latin typeface="Calibri"/>
                    <a:cs typeface="Calibri"/>
                  </a:endParaRPr>
                </a:p>
              </p:txBody>
            </p:sp>
          </p:grpSp>
          <p:grpSp>
            <p:nvGrpSpPr>
              <p:cNvPr id="40" name="Groep 39"/>
              <p:cNvGrpSpPr/>
              <p:nvPr userDrawn="1"/>
            </p:nvGrpSpPr>
            <p:grpSpPr bwMode="auto">
              <a:xfrm>
                <a:off x="-3605171" y="830871"/>
                <a:ext cx="139423" cy="109566"/>
                <a:chOff x="-2866744" y="518074"/>
                <a:chExt cx="168701" cy="132575"/>
              </a:xfrm>
            </p:grpSpPr>
            <p:grpSp>
              <p:nvGrpSpPr>
                <p:cNvPr id="63" name="Groep 62"/>
                <p:cNvGrpSpPr/>
                <p:nvPr userDrawn="1"/>
              </p:nvGrpSpPr>
              <p:grpSpPr bwMode="auto">
                <a:xfrm>
                  <a:off x="-2866744" y="518074"/>
                  <a:ext cx="168701" cy="132575"/>
                  <a:chOff x="-2866744" y="518074"/>
                  <a:chExt cx="168701" cy="132575"/>
                </a:xfrm>
              </p:grpSpPr>
              <p:cxnSp>
                <p:nvCxnSpPr>
                  <p:cNvPr id="65" name="Rechte verbindingslijn 64"/>
                  <p:cNvCxnSpPr/>
                  <p:nvPr userDrawn="1"/>
                </p:nvCxnSpPr>
                <p:spPr bwMode="auto">
                  <a:xfrm>
                    <a:off x="-2866744" y="518074"/>
                    <a:ext cx="168701" cy="0"/>
                  </a:xfrm>
                  <a:prstGeom prst="line">
                    <a:avLst/>
                  </a:prstGeom>
                  <a:solidFill>
                    <a:schemeClr val="bg1"/>
                  </a:solidFill>
                  <a:ln w="12700" cap="flat" cmpd="sng" algn="ctr">
                    <a:solidFill>
                      <a:srgbClr val="9D9FA1"/>
                    </a:solidFill>
                    <a:prstDash val="solid"/>
                  </a:ln>
                  <a:effectLst/>
                </p:spPr>
              </p:cxnSp>
              <p:cxnSp>
                <p:nvCxnSpPr>
                  <p:cNvPr id="66" name="Rechte verbindingslijn 65"/>
                  <p:cNvCxnSpPr/>
                  <p:nvPr userDrawn="1"/>
                </p:nvCxnSpPr>
                <p:spPr bwMode="auto">
                  <a:xfrm>
                    <a:off x="-2866744" y="650649"/>
                    <a:ext cx="168701" cy="0"/>
                  </a:xfrm>
                  <a:prstGeom prst="line">
                    <a:avLst/>
                  </a:prstGeom>
                  <a:solidFill>
                    <a:schemeClr val="bg1"/>
                  </a:solidFill>
                  <a:ln w="12700" cap="flat" cmpd="sng" algn="ctr">
                    <a:solidFill>
                      <a:srgbClr val="9D9FA1"/>
                    </a:solidFill>
                    <a:prstDash val="solid"/>
                  </a:ln>
                  <a:effectLst/>
                </p:spPr>
              </p:cxnSp>
              <p:cxnSp>
                <p:nvCxnSpPr>
                  <p:cNvPr id="67" name="Rechte verbindingslijn 66"/>
                  <p:cNvCxnSpPr/>
                  <p:nvPr userDrawn="1"/>
                </p:nvCxnSpPr>
                <p:spPr bwMode="auto">
                  <a:xfrm>
                    <a:off x="-2773990" y="617506"/>
                    <a:ext cx="75947" cy="0"/>
                  </a:xfrm>
                  <a:prstGeom prst="line">
                    <a:avLst/>
                  </a:prstGeom>
                  <a:solidFill>
                    <a:schemeClr val="bg1"/>
                  </a:solidFill>
                  <a:ln w="12700" cap="flat" cmpd="sng" algn="ctr">
                    <a:solidFill>
                      <a:srgbClr val="9D9FA1"/>
                    </a:solidFill>
                    <a:prstDash val="solid"/>
                  </a:ln>
                  <a:effectLst/>
                </p:spPr>
              </p:cxnSp>
              <p:cxnSp>
                <p:nvCxnSpPr>
                  <p:cNvPr id="68" name="Rechte verbindingslijn 67"/>
                  <p:cNvCxnSpPr/>
                  <p:nvPr userDrawn="1"/>
                </p:nvCxnSpPr>
                <p:spPr bwMode="auto">
                  <a:xfrm>
                    <a:off x="-2773990" y="584362"/>
                    <a:ext cx="75947" cy="0"/>
                  </a:xfrm>
                  <a:prstGeom prst="line">
                    <a:avLst/>
                  </a:prstGeom>
                  <a:solidFill>
                    <a:schemeClr val="bg1"/>
                  </a:solidFill>
                  <a:ln w="12700" cap="flat" cmpd="sng" algn="ctr">
                    <a:solidFill>
                      <a:srgbClr val="9D9FA1"/>
                    </a:solidFill>
                    <a:prstDash val="solid"/>
                  </a:ln>
                  <a:effectLst/>
                </p:spPr>
              </p:cxnSp>
              <p:cxnSp>
                <p:nvCxnSpPr>
                  <p:cNvPr id="69" name="Rechte verbindingslijn 68"/>
                  <p:cNvCxnSpPr/>
                  <p:nvPr userDrawn="1"/>
                </p:nvCxnSpPr>
                <p:spPr bwMode="auto">
                  <a:xfrm>
                    <a:off x="-2773990" y="551218"/>
                    <a:ext cx="75947" cy="0"/>
                  </a:xfrm>
                  <a:prstGeom prst="line">
                    <a:avLst/>
                  </a:prstGeom>
                  <a:solidFill>
                    <a:schemeClr val="bg1"/>
                  </a:solidFill>
                  <a:ln w="12700" cap="flat" cmpd="sng" algn="ctr">
                    <a:solidFill>
                      <a:srgbClr val="9D9FA1"/>
                    </a:solidFill>
                    <a:prstDash val="solid"/>
                  </a:ln>
                  <a:effectLst/>
                </p:spPr>
              </p:cxnSp>
            </p:grpSp>
            <p:sp>
              <p:nvSpPr>
                <p:cNvPr id="64" name="Pijl: rechts 63"/>
                <p:cNvSpPr/>
                <p:nvPr userDrawn="1"/>
              </p:nvSpPr>
              <p:spPr bwMode="auto">
                <a:xfrm flipH="1">
                  <a:off x="-2866744" y="549740"/>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noAutofit/>
                </a:bodyPr>
                <a:lstStyle/>
                <a:p>
                  <a:pPr algn="l">
                    <a:defRPr/>
                  </a:pPr>
                  <a:endParaRPr lang="en-GB" sz="1000" b="1">
                    <a:solidFill>
                      <a:srgbClr val="211F26"/>
                    </a:solidFill>
                    <a:latin typeface="Calibri"/>
                    <a:cs typeface="Calibri"/>
                  </a:endParaRPr>
                </a:p>
              </p:txBody>
            </p:sp>
          </p:grpSp>
          <p:cxnSp>
            <p:nvCxnSpPr>
              <p:cNvPr id="41" name="Rechte verbindingslijn 40"/>
              <p:cNvCxnSpPr/>
              <p:nvPr userDrawn="1"/>
            </p:nvCxnSpPr>
            <p:spPr bwMode="auto">
              <a:xfrm flipV="1">
                <a:off x="-3459956" y="588169"/>
                <a:ext cx="547687" cy="219076"/>
              </a:xfrm>
              <a:prstGeom prst="line">
                <a:avLst/>
              </a:prstGeom>
              <a:noFill/>
              <a:ln w="19050" cap="rnd" cmpd="sng" algn="ctr">
                <a:solidFill>
                  <a:schemeClr val="accent1"/>
                </a:solidFill>
                <a:prstDash val="solid"/>
                <a:headEnd type="oval"/>
              </a:ln>
              <a:effectLst/>
            </p:spPr>
          </p:cxnSp>
          <p:cxnSp>
            <p:nvCxnSpPr>
              <p:cNvPr id="42" name="Rechte verbindingslijn 41"/>
              <p:cNvCxnSpPr/>
              <p:nvPr userDrawn="1"/>
            </p:nvCxnSpPr>
            <p:spPr bwMode="auto">
              <a:xfrm>
                <a:off x="-3224213" y="828675"/>
                <a:ext cx="319088" cy="0"/>
              </a:xfrm>
              <a:prstGeom prst="line">
                <a:avLst/>
              </a:prstGeom>
              <a:noFill/>
              <a:ln w="19050" cap="rnd" cmpd="sng" algn="ctr">
                <a:solidFill>
                  <a:schemeClr val="accent1"/>
                </a:solidFill>
                <a:prstDash val="solid"/>
                <a:headEnd type="oval"/>
              </a:ln>
              <a:effectLst/>
            </p:spPr>
          </p:cxnSp>
          <p:sp>
            <p:nvSpPr>
              <p:cNvPr id="43" name="Rechthoek 42"/>
              <p:cNvSpPr/>
              <p:nvPr userDrawn="1"/>
            </p:nvSpPr>
            <p:spPr bwMode="auto">
              <a:xfrm>
                <a:off x="-2559903" y="512179"/>
                <a:ext cx="2189042" cy="151083"/>
              </a:xfrm>
              <a:prstGeom prst="rect">
                <a:avLst/>
              </a:prstGeom>
              <a:noFill/>
              <a:ln w="25400" cap="flat" cmpd="sng" algn="ctr">
                <a:noFill/>
                <a:prstDash val="solid"/>
              </a:ln>
              <a:effectLst/>
            </p:spPr>
            <p:txBody>
              <a:bodyPr lIns="0" tIns="0" rIns="0" bIns="0" rtlCol="0" anchor="ctr"/>
              <a:lstStyle/>
              <a:p>
                <a:pPr marL="0" marR="0" lvl="0" indent="0" defTabSz="914400">
                  <a:lnSpc>
                    <a:spcPct val="90000"/>
                  </a:lnSpc>
                  <a:spcBef>
                    <a:spcPts val="600"/>
                  </a:spcBef>
                  <a:spcAft>
                    <a:spcPts val="600"/>
                  </a:spcAft>
                  <a:buClrTx/>
                  <a:buSzTx/>
                  <a:buFontTx/>
                  <a:buNone/>
                  <a:defRPr/>
                </a:pPr>
                <a:r>
                  <a:rPr lang="en-GB" sz="1100" b="0" i="0" u="none" strike="noStrike" cap="none" spc="0">
                    <a:ln>
                      <a:noFill/>
                    </a:ln>
                    <a:solidFill>
                      <a:schemeClr val="tx1"/>
                    </a:solidFill>
                    <a:latin typeface="Calibri"/>
                    <a:cs typeface="Calibri"/>
                  </a:rPr>
                  <a:t>Text level down</a:t>
                </a:r>
                <a:endParaRPr/>
              </a:p>
            </p:txBody>
          </p:sp>
          <p:sp>
            <p:nvSpPr>
              <p:cNvPr id="44" name="Rechthoek 43"/>
              <p:cNvSpPr/>
              <p:nvPr userDrawn="1"/>
            </p:nvSpPr>
            <p:spPr bwMode="auto">
              <a:xfrm>
                <a:off x="-2559903" y="819561"/>
                <a:ext cx="2189043" cy="142202"/>
              </a:xfrm>
              <a:prstGeom prst="rect">
                <a:avLst/>
              </a:prstGeom>
              <a:noFill/>
              <a:ln w="25400" cap="flat" cmpd="sng" algn="ctr">
                <a:noFill/>
                <a:prstDash val="solid"/>
              </a:ln>
              <a:effectLst/>
            </p:spPr>
            <p:txBody>
              <a:bodyPr lIns="0" tIns="0" rIns="0" bIns="0" rtlCol="0" anchor="ctr"/>
              <a:lstStyle/>
              <a:p>
                <a:pPr marL="0" marR="0" lvl="0" indent="0" defTabSz="914400">
                  <a:lnSpc>
                    <a:spcPct val="90000"/>
                  </a:lnSpc>
                  <a:spcBef>
                    <a:spcPts val="600"/>
                  </a:spcBef>
                  <a:spcAft>
                    <a:spcPts val="600"/>
                  </a:spcAft>
                  <a:buClrTx/>
                  <a:buSzTx/>
                  <a:buFontTx/>
                  <a:buNone/>
                  <a:defRPr/>
                </a:pPr>
                <a:r>
                  <a:rPr lang="en-GB" sz="1100" b="0" i="0" u="none" strike="noStrike" cap="none" spc="0">
                    <a:ln>
                      <a:noFill/>
                    </a:ln>
                    <a:solidFill>
                      <a:schemeClr val="tx1"/>
                    </a:solidFill>
                    <a:latin typeface="Calibri"/>
                    <a:cs typeface="Calibri"/>
                  </a:rPr>
                  <a:t>Text level up</a:t>
                </a:r>
                <a:endParaRPr/>
              </a:p>
            </p:txBody>
          </p:sp>
          <p:grpSp>
            <p:nvGrpSpPr>
              <p:cNvPr id="45" name="Groep 44"/>
              <p:cNvGrpSpPr/>
              <p:nvPr userDrawn="1"/>
            </p:nvGrpSpPr>
            <p:grpSpPr bwMode="auto">
              <a:xfrm>
                <a:off x="-2916763" y="769168"/>
                <a:ext cx="268738" cy="248381"/>
                <a:chOff x="-2916763" y="769168"/>
                <a:chExt cx="268738" cy="248381"/>
              </a:xfrm>
            </p:grpSpPr>
            <p:sp>
              <p:nvSpPr>
                <p:cNvPr id="55" name="Rechthoek 54"/>
                <p:cNvSpPr/>
                <p:nvPr userDrawn="1"/>
              </p:nvSpPr>
              <p:spPr bwMode="auto">
                <a:xfrm>
                  <a:off x="-2916763" y="769168"/>
                  <a:ext cx="268738" cy="248381"/>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noAutofit/>
                </a:bodyPr>
                <a:lstStyle/>
                <a:p>
                  <a:pPr algn="ctr">
                    <a:defRPr/>
                  </a:pPr>
                  <a:endParaRPr lang="en-GB" sz="1050" b="0">
                    <a:solidFill>
                      <a:srgbClr val="211F26"/>
                    </a:solidFill>
                    <a:latin typeface="Calibri"/>
                    <a:cs typeface="Calibri"/>
                  </a:endParaRPr>
                </a:p>
              </p:txBody>
            </p:sp>
            <p:grpSp>
              <p:nvGrpSpPr>
                <p:cNvPr id="56" name="Groep 55"/>
                <p:cNvGrpSpPr/>
                <p:nvPr userDrawn="1"/>
              </p:nvGrpSpPr>
              <p:grpSpPr bwMode="auto">
                <a:xfrm>
                  <a:off x="-2866744" y="827070"/>
                  <a:ext cx="168701" cy="132575"/>
                  <a:chOff x="-2866744" y="827070"/>
                  <a:chExt cx="168701" cy="132575"/>
                </a:xfrm>
              </p:grpSpPr>
              <p:cxnSp>
                <p:nvCxnSpPr>
                  <p:cNvPr id="58" name="Rechte verbindingslijn 57"/>
                  <p:cNvCxnSpPr/>
                  <p:nvPr userDrawn="1"/>
                </p:nvCxnSpPr>
                <p:spPr bwMode="auto">
                  <a:xfrm>
                    <a:off x="-2866744" y="827070"/>
                    <a:ext cx="168701" cy="0"/>
                  </a:xfrm>
                  <a:prstGeom prst="line">
                    <a:avLst/>
                  </a:prstGeom>
                  <a:solidFill>
                    <a:schemeClr val="bg1"/>
                  </a:solidFill>
                  <a:ln w="12700" cap="flat" cmpd="sng" algn="ctr">
                    <a:solidFill>
                      <a:srgbClr val="9D9FA1"/>
                    </a:solidFill>
                    <a:prstDash val="solid"/>
                  </a:ln>
                  <a:effectLst/>
                </p:spPr>
              </p:cxnSp>
              <p:cxnSp>
                <p:nvCxnSpPr>
                  <p:cNvPr id="59" name="Rechte verbindingslijn 58"/>
                  <p:cNvCxnSpPr/>
                  <p:nvPr userDrawn="1"/>
                </p:nvCxnSpPr>
                <p:spPr bwMode="auto">
                  <a:xfrm>
                    <a:off x="-2866744" y="959646"/>
                    <a:ext cx="168701" cy="0"/>
                  </a:xfrm>
                  <a:prstGeom prst="line">
                    <a:avLst/>
                  </a:prstGeom>
                  <a:solidFill>
                    <a:schemeClr val="bg1"/>
                  </a:solidFill>
                  <a:ln w="12700" cap="flat" cmpd="sng" algn="ctr">
                    <a:solidFill>
                      <a:srgbClr val="9D9FA1"/>
                    </a:solidFill>
                    <a:prstDash val="solid"/>
                  </a:ln>
                  <a:effectLst/>
                </p:spPr>
              </p:cxnSp>
              <p:cxnSp>
                <p:nvCxnSpPr>
                  <p:cNvPr id="60" name="Rechte verbindingslijn 59"/>
                  <p:cNvCxnSpPr/>
                  <p:nvPr userDrawn="1"/>
                </p:nvCxnSpPr>
                <p:spPr bwMode="auto">
                  <a:xfrm>
                    <a:off x="-2773990" y="926503"/>
                    <a:ext cx="75947" cy="0"/>
                  </a:xfrm>
                  <a:prstGeom prst="line">
                    <a:avLst/>
                  </a:prstGeom>
                  <a:solidFill>
                    <a:schemeClr val="bg1"/>
                  </a:solidFill>
                  <a:ln w="12700" cap="flat" cmpd="sng" algn="ctr">
                    <a:solidFill>
                      <a:srgbClr val="9D9FA1"/>
                    </a:solidFill>
                    <a:prstDash val="solid"/>
                  </a:ln>
                  <a:effectLst/>
                </p:spPr>
              </p:cxnSp>
              <p:cxnSp>
                <p:nvCxnSpPr>
                  <p:cNvPr id="61" name="Rechte verbindingslijn 60"/>
                  <p:cNvCxnSpPr/>
                  <p:nvPr userDrawn="1"/>
                </p:nvCxnSpPr>
                <p:spPr bwMode="auto">
                  <a:xfrm>
                    <a:off x="-2773990" y="893359"/>
                    <a:ext cx="75947" cy="0"/>
                  </a:xfrm>
                  <a:prstGeom prst="line">
                    <a:avLst/>
                  </a:prstGeom>
                  <a:solidFill>
                    <a:schemeClr val="bg1"/>
                  </a:solidFill>
                  <a:ln w="12700" cap="flat" cmpd="sng" algn="ctr">
                    <a:solidFill>
                      <a:srgbClr val="9D9FA1"/>
                    </a:solidFill>
                    <a:prstDash val="solid"/>
                  </a:ln>
                  <a:effectLst/>
                </p:spPr>
              </p:cxnSp>
              <p:cxnSp>
                <p:nvCxnSpPr>
                  <p:cNvPr id="62" name="Rechte verbindingslijn 61"/>
                  <p:cNvCxnSpPr/>
                  <p:nvPr userDrawn="1"/>
                </p:nvCxnSpPr>
                <p:spPr bwMode="auto">
                  <a:xfrm>
                    <a:off x="-2773990" y="860215"/>
                    <a:ext cx="75947" cy="0"/>
                  </a:xfrm>
                  <a:prstGeom prst="line">
                    <a:avLst/>
                  </a:prstGeom>
                  <a:solidFill>
                    <a:schemeClr val="bg1"/>
                  </a:solidFill>
                  <a:ln w="12700" cap="flat" cmpd="sng" algn="ctr">
                    <a:solidFill>
                      <a:srgbClr val="9D9FA1"/>
                    </a:solidFill>
                    <a:prstDash val="solid"/>
                  </a:ln>
                  <a:effectLst/>
                </p:spPr>
              </p:cxnSp>
            </p:grpSp>
            <p:sp>
              <p:nvSpPr>
                <p:cNvPr id="57" name="Pijl: rechts 56"/>
                <p:cNvSpPr/>
                <p:nvPr userDrawn="1"/>
              </p:nvSpPr>
              <p:spPr bwMode="auto">
                <a:xfrm>
                  <a:off x="-2866744" y="858737"/>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noAutofit/>
                </a:bodyPr>
                <a:lstStyle/>
                <a:p>
                  <a:pPr algn="l">
                    <a:defRPr/>
                  </a:pPr>
                  <a:endParaRPr lang="en-GB" sz="1000" b="1">
                    <a:solidFill>
                      <a:srgbClr val="211F26"/>
                    </a:solidFill>
                    <a:latin typeface="Calibri"/>
                    <a:cs typeface="Calibri"/>
                  </a:endParaRPr>
                </a:p>
              </p:txBody>
            </p:sp>
          </p:grpSp>
          <p:grpSp>
            <p:nvGrpSpPr>
              <p:cNvPr id="46" name="Groep 45"/>
              <p:cNvGrpSpPr/>
              <p:nvPr userDrawn="1"/>
            </p:nvGrpSpPr>
            <p:grpSpPr bwMode="auto">
              <a:xfrm>
                <a:off x="-2916763" y="460171"/>
                <a:ext cx="268738" cy="248381"/>
                <a:chOff x="-2916763" y="460171"/>
                <a:chExt cx="268738" cy="248381"/>
              </a:xfrm>
            </p:grpSpPr>
            <p:sp>
              <p:nvSpPr>
                <p:cNvPr id="47" name="Rechthoek 46"/>
                <p:cNvSpPr/>
                <p:nvPr userDrawn="1"/>
              </p:nvSpPr>
              <p:spPr bwMode="auto">
                <a:xfrm>
                  <a:off x="-2916763" y="460171"/>
                  <a:ext cx="268738" cy="248381"/>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noAutofit/>
                </a:bodyPr>
                <a:lstStyle/>
                <a:p>
                  <a:pPr algn="ctr">
                    <a:defRPr/>
                  </a:pPr>
                  <a:endParaRPr lang="en-GB" sz="1050" b="0">
                    <a:solidFill>
                      <a:srgbClr val="211F26"/>
                    </a:solidFill>
                    <a:latin typeface="Calibri"/>
                    <a:cs typeface="Calibri"/>
                  </a:endParaRPr>
                </a:p>
              </p:txBody>
            </p:sp>
            <p:grpSp>
              <p:nvGrpSpPr>
                <p:cNvPr id="48" name="Groep 47"/>
                <p:cNvGrpSpPr/>
                <p:nvPr userDrawn="1"/>
              </p:nvGrpSpPr>
              <p:grpSpPr bwMode="auto">
                <a:xfrm>
                  <a:off x="-2866744" y="518074"/>
                  <a:ext cx="168701" cy="132575"/>
                  <a:chOff x="-2866744" y="518074"/>
                  <a:chExt cx="168701" cy="132575"/>
                </a:xfrm>
              </p:grpSpPr>
              <p:cxnSp>
                <p:nvCxnSpPr>
                  <p:cNvPr id="50" name="Rechte verbindingslijn 49"/>
                  <p:cNvCxnSpPr/>
                  <p:nvPr userDrawn="1"/>
                </p:nvCxnSpPr>
                <p:spPr bwMode="auto">
                  <a:xfrm>
                    <a:off x="-2866744" y="518074"/>
                    <a:ext cx="168701" cy="0"/>
                  </a:xfrm>
                  <a:prstGeom prst="line">
                    <a:avLst/>
                  </a:prstGeom>
                  <a:solidFill>
                    <a:schemeClr val="bg1"/>
                  </a:solidFill>
                  <a:ln w="12700" cap="flat" cmpd="sng" algn="ctr">
                    <a:solidFill>
                      <a:srgbClr val="9D9FA1"/>
                    </a:solidFill>
                    <a:prstDash val="solid"/>
                  </a:ln>
                  <a:effectLst/>
                </p:spPr>
              </p:cxnSp>
              <p:cxnSp>
                <p:nvCxnSpPr>
                  <p:cNvPr id="51" name="Rechte verbindingslijn 50"/>
                  <p:cNvCxnSpPr/>
                  <p:nvPr userDrawn="1"/>
                </p:nvCxnSpPr>
                <p:spPr bwMode="auto">
                  <a:xfrm>
                    <a:off x="-2866744" y="650649"/>
                    <a:ext cx="168701" cy="0"/>
                  </a:xfrm>
                  <a:prstGeom prst="line">
                    <a:avLst/>
                  </a:prstGeom>
                  <a:solidFill>
                    <a:schemeClr val="bg1"/>
                  </a:solidFill>
                  <a:ln w="12700" cap="flat" cmpd="sng" algn="ctr">
                    <a:solidFill>
                      <a:srgbClr val="9D9FA1"/>
                    </a:solidFill>
                    <a:prstDash val="solid"/>
                  </a:ln>
                  <a:effectLst/>
                </p:spPr>
              </p:cxnSp>
              <p:cxnSp>
                <p:nvCxnSpPr>
                  <p:cNvPr id="52" name="Rechte verbindingslijn 51"/>
                  <p:cNvCxnSpPr/>
                  <p:nvPr userDrawn="1"/>
                </p:nvCxnSpPr>
                <p:spPr bwMode="auto">
                  <a:xfrm>
                    <a:off x="-2773990" y="617506"/>
                    <a:ext cx="75947" cy="0"/>
                  </a:xfrm>
                  <a:prstGeom prst="line">
                    <a:avLst/>
                  </a:prstGeom>
                  <a:solidFill>
                    <a:schemeClr val="bg1"/>
                  </a:solidFill>
                  <a:ln w="12700" cap="flat" cmpd="sng" algn="ctr">
                    <a:solidFill>
                      <a:srgbClr val="9D9FA1"/>
                    </a:solidFill>
                    <a:prstDash val="solid"/>
                  </a:ln>
                  <a:effectLst/>
                </p:spPr>
              </p:cxnSp>
              <p:cxnSp>
                <p:nvCxnSpPr>
                  <p:cNvPr id="53" name="Rechte verbindingslijn 52"/>
                  <p:cNvCxnSpPr/>
                  <p:nvPr userDrawn="1"/>
                </p:nvCxnSpPr>
                <p:spPr bwMode="auto">
                  <a:xfrm>
                    <a:off x="-2773990" y="584362"/>
                    <a:ext cx="75947" cy="0"/>
                  </a:xfrm>
                  <a:prstGeom prst="line">
                    <a:avLst/>
                  </a:prstGeom>
                  <a:solidFill>
                    <a:schemeClr val="bg1"/>
                  </a:solidFill>
                  <a:ln w="12700" cap="flat" cmpd="sng" algn="ctr">
                    <a:solidFill>
                      <a:srgbClr val="9D9FA1"/>
                    </a:solidFill>
                    <a:prstDash val="solid"/>
                  </a:ln>
                  <a:effectLst/>
                </p:spPr>
              </p:cxnSp>
              <p:cxnSp>
                <p:nvCxnSpPr>
                  <p:cNvPr id="54" name="Rechte verbindingslijn 53"/>
                  <p:cNvCxnSpPr/>
                  <p:nvPr userDrawn="1"/>
                </p:nvCxnSpPr>
                <p:spPr bwMode="auto">
                  <a:xfrm>
                    <a:off x="-2773990" y="551218"/>
                    <a:ext cx="75947" cy="0"/>
                  </a:xfrm>
                  <a:prstGeom prst="line">
                    <a:avLst/>
                  </a:prstGeom>
                  <a:solidFill>
                    <a:schemeClr val="bg1"/>
                  </a:solidFill>
                  <a:ln w="12700" cap="flat" cmpd="sng" algn="ctr">
                    <a:solidFill>
                      <a:srgbClr val="9D9FA1"/>
                    </a:solidFill>
                    <a:prstDash val="solid"/>
                  </a:ln>
                  <a:effectLst/>
                </p:spPr>
              </p:cxnSp>
            </p:grpSp>
            <p:sp>
              <p:nvSpPr>
                <p:cNvPr id="49" name="Pijl: rechts 48"/>
                <p:cNvSpPr/>
                <p:nvPr userDrawn="1"/>
              </p:nvSpPr>
              <p:spPr bwMode="auto">
                <a:xfrm flipH="1">
                  <a:off x="-2866744" y="549740"/>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noAutofit/>
                </a:bodyPr>
                <a:lstStyle/>
                <a:p>
                  <a:pPr algn="l">
                    <a:defRPr/>
                  </a:pPr>
                  <a:endParaRPr lang="en-GB" sz="1000" b="1">
                    <a:solidFill>
                      <a:srgbClr val="211F26"/>
                    </a:solidFill>
                    <a:latin typeface="Calibri"/>
                    <a:cs typeface="Calibri"/>
                  </a:endParaRPr>
                </a:p>
              </p:txBody>
            </p:sp>
          </p:grpSp>
        </p:grpSp>
        <p:grpSp>
          <p:nvGrpSpPr>
            <p:cNvPr id="31" name="Groep 30"/>
            <p:cNvGrpSpPr/>
            <p:nvPr userDrawn="1"/>
          </p:nvGrpSpPr>
          <p:grpSpPr bwMode="auto">
            <a:xfrm>
              <a:off x="-938434" y="4663037"/>
              <a:ext cx="627798" cy="576693"/>
              <a:chOff x="-1753862" y="6112775"/>
              <a:chExt cx="759635" cy="697798"/>
            </a:xfrm>
          </p:grpSpPr>
          <p:grpSp>
            <p:nvGrpSpPr>
              <p:cNvPr id="32" name="Inspireren"/>
              <p:cNvGrpSpPr>
                <a:grpSpLocks noChangeAspect="1"/>
              </p:cNvGrpSpPr>
              <p:nvPr userDrawn="1"/>
            </p:nvGrpSpPr>
            <p:grpSpPr bwMode="auto">
              <a:xfrm>
                <a:off x="-1484858" y="6112775"/>
                <a:ext cx="205431" cy="293286"/>
                <a:chOff x="4768" y="2783"/>
                <a:chExt cx="788" cy="1125"/>
              </a:xfrm>
              <a:gradFill>
                <a:gsLst>
                  <a:gs pos="0">
                    <a:srgbClr val="9D9FA1"/>
                  </a:gs>
                  <a:gs pos="70000">
                    <a:srgbClr val="211F26"/>
                  </a:gs>
                </a:gsLst>
                <a:lin ang="2700000" scaled="0"/>
              </a:gradFill>
            </p:grpSpPr>
            <p:sp>
              <p:nvSpPr>
                <p:cNvPr id="34" name="Freeform 12"/>
                <p:cNvSpPr/>
                <p:nvPr/>
              </p:nvSpPr>
              <p:spPr bwMode="auto">
                <a:xfrm>
                  <a:off x="5001" y="3186"/>
                  <a:ext cx="319" cy="288"/>
                </a:xfrm>
                <a:custGeom>
                  <a:avLst/>
                  <a:gdLst>
                    <a:gd name="T0" fmla="*/ 220 w 319"/>
                    <a:gd name="T1" fmla="*/ 288 h 288"/>
                    <a:gd name="T2" fmla="*/ 107 w 319"/>
                    <a:gd name="T3" fmla="*/ 288 h 288"/>
                    <a:gd name="T4" fmla="*/ 0 w 319"/>
                    <a:gd name="T5" fmla="*/ 0 h 288"/>
                    <a:gd name="T6" fmla="*/ 319 w 319"/>
                    <a:gd name="T7" fmla="*/ 0 h 288"/>
                    <a:gd name="T8" fmla="*/ 220 w 319"/>
                    <a:gd name="T9" fmla="*/ 288 h 288"/>
                  </a:gdLst>
                  <a:ahLst/>
                  <a:cxnLst>
                    <a:cxn ang="0">
                      <a:pos x="T0" y="T1"/>
                    </a:cxn>
                    <a:cxn ang="0">
                      <a:pos x="T2" y="T3"/>
                    </a:cxn>
                    <a:cxn ang="0">
                      <a:pos x="T4" y="T5"/>
                    </a:cxn>
                    <a:cxn ang="0">
                      <a:pos x="T6" y="T7"/>
                    </a:cxn>
                    <a:cxn ang="0">
                      <a:pos x="T8" y="T9"/>
                    </a:cxn>
                  </a:cxnLst>
                  <a:rect l="0" t="0" r="r" b="b"/>
                  <a:pathLst>
                    <a:path w="319" h="288" fill="norm" stroke="1" extrusionOk="0">
                      <a:moveTo>
                        <a:pt x="220" y="288"/>
                      </a:moveTo>
                      <a:lnTo>
                        <a:pt x="107" y="288"/>
                      </a:lnTo>
                      <a:lnTo>
                        <a:pt x="0" y="0"/>
                      </a:lnTo>
                      <a:lnTo>
                        <a:pt x="319" y="0"/>
                      </a:lnTo>
                      <a:lnTo>
                        <a:pt x="220" y="288"/>
                      </a:lnTo>
                      <a:close/>
                    </a:path>
                  </a:pathLst>
                </a:custGeom>
                <a:solidFill>
                  <a:srgbClr val="1FF524"/>
                </a:solidFill>
                <a:ln>
                  <a:noFill/>
                </a:ln>
              </p:spPr>
              <p:txBody>
                <a:bodyPr vert="horz" wrap="square" lIns="91440" tIns="45720" rIns="91440" bIns="45720" numCol="1" anchor="t" anchorCtr="0" compatLnSpc="1">
                  <a:prstTxWarp prst="textNoShape"/>
                </a:bodyPr>
                <a:lstStyle/>
                <a:p>
                  <a:pPr marL="0" marR="0" lvl="0" indent="0" defTabSz="995468">
                    <a:lnSpc>
                      <a:spcPct val="100000"/>
                    </a:lnSpc>
                    <a:spcBef>
                      <a:spcPts val="0"/>
                    </a:spcBef>
                    <a:spcAft>
                      <a:spcPts val="0"/>
                    </a:spcAft>
                    <a:buClrTx/>
                    <a:buSzTx/>
                    <a:buFontTx/>
                    <a:buNone/>
                    <a:defRPr/>
                  </a:pPr>
                  <a:endParaRPr lang="en-GB" sz="300" b="0" i="0" u="none" strike="noStrike" cap="none" spc="0">
                    <a:ln>
                      <a:noFill/>
                    </a:ln>
                    <a:solidFill>
                      <a:srgbClr val="211F26"/>
                    </a:solidFill>
                    <a:latin typeface="+mn-lt"/>
                  </a:endParaRPr>
                </a:p>
              </p:txBody>
            </p:sp>
            <p:sp>
              <p:nvSpPr>
                <p:cNvPr id="35" name="Freeform 13"/>
                <p:cNvSpPr/>
                <p:nvPr/>
              </p:nvSpPr>
              <p:spPr bwMode="auto">
                <a:xfrm>
                  <a:off x="5022" y="3795"/>
                  <a:ext cx="282" cy="112"/>
                </a:xfrm>
                <a:custGeom>
                  <a:avLst/>
                  <a:gdLst>
                    <a:gd name="T0" fmla="*/ 229 w 251"/>
                    <a:gd name="T1" fmla="*/ 70 h 100"/>
                    <a:gd name="T2" fmla="*/ 229 w 251"/>
                    <a:gd name="T3" fmla="*/ 69 h 100"/>
                    <a:gd name="T4" fmla="*/ 251 w 251"/>
                    <a:gd name="T5" fmla="*/ 0 h 100"/>
                    <a:gd name="T6" fmla="*/ 0 w 251"/>
                    <a:gd name="T7" fmla="*/ 0 h 100"/>
                    <a:gd name="T8" fmla="*/ 22 w 251"/>
                    <a:gd name="T9" fmla="*/ 69 h 100"/>
                    <a:gd name="T10" fmla="*/ 63 w 251"/>
                    <a:gd name="T11" fmla="*/ 100 h 100"/>
                    <a:gd name="T12" fmla="*/ 188 w 251"/>
                    <a:gd name="T13" fmla="*/ 100 h 100"/>
                    <a:gd name="T14" fmla="*/ 229 w 251"/>
                    <a:gd name="T15" fmla="*/ 71 h 100"/>
                    <a:gd name="T16" fmla="*/ 229 w 251"/>
                    <a:gd name="T17" fmla="*/ 71 h 100"/>
                    <a:gd name="T18" fmla="*/ 229 w 251"/>
                    <a:gd name="T19" fmla="*/ 7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1" h="100" fill="norm" stroke="1" extrusionOk="0">
                      <a:moveTo>
                        <a:pt x="229" y="70"/>
                      </a:moveTo>
                      <a:cubicBezTo>
                        <a:pt x="229" y="70"/>
                        <a:pt x="229" y="69"/>
                        <a:pt x="229" y="69"/>
                      </a:cubicBezTo>
                      <a:cubicBezTo>
                        <a:pt x="251" y="0"/>
                        <a:pt x="251" y="0"/>
                        <a:pt x="251" y="0"/>
                      </a:cubicBezTo>
                      <a:cubicBezTo>
                        <a:pt x="0" y="0"/>
                        <a:pt x="0" y="0"/>
                        <a:pt x="0" y="0"/>
                      </a:cubicBezTo>
                      <a:cubicBezTo>
                        <a:pt x="22" y="69"/>
                        <a:pt x="22" y="69"/>
                        <a:pt x="22" y="69"/>
                      </a:cubicBezTo>
                      <a:cubicBezTo>
                        <a:pt x="27" y="87"/>
                        <a:pt x="44" y="100"/>
                        <a:pt x="63" y="100"/>
                      </a:cubicBezTo>
                      <a:cubicBezTo>
                        <a:pt x="188" y="100"/>
                        <a:pt x="188" y="100"/>
                        <a:pt x="188" y="100"/>
                      </a:cubicBezTo>
                      <a:cubicBezTo>
                        <a:pt x="207" y="100"/>
                        <a:pt x="223" y="88"/>
                        <a:pt x="229" y="71"/>
                      </a:cubicBezTo>
                      <a:cubicBezTo>
                        <a:pt x="229" y="71"/>
                        <a:pt x="229" y="71"/>
                        <a:pt x="229" y="71"/>
                      </a:cubicBezTo>
                      <a:lnTo>
                        <a:pt x="229" y="70"/>
                      </a:lnTo>
                      <a:close/>
                    </a:path>
                  </a:pathLst>
                </a:custGeom>
                <a:grpFill/>
                <a:ln>
                  <a:noFill/>
                </a:ln>
              </p:spPr>
              <p:txBody>
                <a:bodyPr vert="horz" wrap="square" lIns="91440" tIns="45720" rIns="91440" bIns="45720" numCol="1" anchor="t" anchorCtr="0" compatLnSpc="1">
                  <a:prstTxWarp prst="textNoShape"/>
                </a:bodyPr>
                <a:lstStyle/>
                <a:p>
                  <a:pPr marL="0" marR="0" lvl="0" indent="0" defTabSz="995468">
                    <a:lnSpc>
                      <a:spcPct val="100000"/>
                    </a:lnSpc>
                    <a:spcBef>
                      <a:spcPts val="0"/>
                    </a:spcBef>
                    <a:spcAft>
                      <a:spcPts val="0"/>
                    </a:spcAft>
                    <a:buClrTx/>
                    <a:buSzTx/>
                    <a:buFontTx/>
                    <a:buNone/>
                    <a:defRPr/>
                  </a:pPr>
                  <a:endParaRPr lang="en-GB" sz="300" b="0" i="0" u="none" strike="noStrike" cap="none" spc="0">
                    <a:ln>
                      <a:noFill/>
                    </a:ln>
                    <a:solidFill>
                      <a:srgbClr val="211F26"/>
                    </a:solidFill>
                    <a:latin typeface="+mn-lt"/>
                  </a:endParaRPr>
                </a:p>
              </p:txBody>
            </p:sp>
            <p:sp>
              <p:nvSpPr>
                <p:cNvPr id="36" name="Freeform 14"/>
                <p:cNvSpPr>
                  <a:spLocks noEditPoints="1"/>
                </p:cNvSpPr>
                <p:nvPr/>
              </p:nvSpPr>
              <p:spPr bwMode="auto">
                <a:xfrm>
                  <a:off x="4768" y="2783"/>
                  <a:ext cx="788" cy="966"/>
                </a:xfrm>
                <a:custGeom>
                  <a:avLst/>
                  <a:gdLst>
                    <a:gd name="T0" fmla="*/ 351 w 702"/>
                    <a:gd name="T1" fmla="*/ 0 h 860"/>
                    <a:gd name="T2" fmla="*/ 0 w 702"/>
                    <a:gd name="T3" fmla="*/ 351 h 860"/>
                    <a:gd name="T4" fmla="*/ 134 w 702"/>
                    <a:gd name="T5" fmla="*/ 627 h 860"/>
                    <a:gd name="T6" fmla="*/ 165 w 702"/>
                    <a:gd name="T7" fmla="*/ 718 h 860"/>
                    <a:gd name="T8" fmla="*/ 266 w 702"/>
                    <a:gd name="T9" fmla="*/ 718 h 860"/>
                    <a:gd name="T10" fmla="*/ 266 w 702"/>
                    <a:gd name="T11" fmla="*/ 718 h 860"/>
                    <a:gd name="T12" fmla="*/ 434 w 702"/>
                    <a:gd name="T13" fmla="*/ 718 h 860"/>
                    <a:gd name="T14" fmla="*/ 419 w 702"/>
                    <a:gd name="T15" fmla="*/ 760 h 860"/>
                    <a:gd name="T16" fmla="*/ 284 w 702"/>
                    <a:gd name="T17" fmla="*/ 760 h 860"/>
                    <a:gd name="T18" fmla="*/ 284 w 702"/>
                    <a:gd name="T19" fmla="*/ 760 h 860"/>
                    <a:gd name="T20" fmla="*/ 179 w 702"/>
                    <a:gd name="T21" fmla="*/ 760 h 860"/>
                    <a:gd name="T22" fmla="*/ 212 w 702"/>
                    <a:gd name="T23" fmla="*/ 860 h 860"/>
                    <a:gd name="T24" fmla="*/ 212 w 702"/>
                    <a:gd name="T25" fmla="*/ 860 h 860"/>
                    <a:gd name="T26" fmla="*/ 216 w 702"/>
                    <a:gd name="T27" fmla="*/ 860 h 860"/>
                    <a:gd name="T28" fmla="*/ 488 w 702"/>
                    <a:gd name="T29" fmla="*/ 860 h 860"/>
                    <a:gd name="T30" fmla="*/ 491 w 702"/>
                    <a:gd name="T31" fmla="*/ 860 h 860"/>
                    <a:gd name="T32" fmla="*/ 570 w 702"/>
                    <a:gd name="T33" fmla="*/ 625 h 860"/>
                    <a:gd name="T34" fmla="*/ 702 w 702"/>
                    <a:gd name="T35" fmla="*/ 351 h 860"/>
                    <a:gd name="T36" fmla="*/ 351 w 702"/>
                    <a:gd name="T37" fmla="*/ 0 h 860"/>
                    <a:gd name="T38" fmla="*/ 587 w 702"/>
                    <a:gd name="T39" fmla="*/ 438 h 860"/>
                    <a:gd name="T40" fmla="*/ 485 w 702"/>
                    <a:gd name="T41" fmla="*/ 563 h 860"/>
                    <a:gd name="T42" fmla="*/ 454 w 702"/>
                    <a:gd name="T43" fmla="*/ 658 h 860"/>
                    <a:gd name="T44" fmla="*/ 250 w 702"/>
                    <a:gd name="T45" fmla="*/ 658 h 860"/>
                    <a:gd name="T46" fmla="*/ 219 w 702"/>
                    <a:gd name="T47" fmla="*/ 565 h 860"/>
                    <a:gd name="T48" fmla="*/ 115 w 702"/>
                    <a:gd name="T49" fmla="*/ 439 h 860"/>
                    <a:gd name="T50" fmla="*/ 99 w 702"/>
                    <a:gd name="T51" fmla="*/ 351 h 860"/>
                    <a:gd name="T52" fmla="*/ 351 w 702"/>
                    <a:gd name="T53" fmla="*/ 99 h 860"/>
                    <a:gd name="T54" fmla="*/ 603 w 702"/>
                    <a:gd name="T55" fmla="*/ 351 h 860"/>
                    <a:gd name="T56" fmla="*/ 587 w 702"/>
                    <a:gd name="T57" fmla="*/ 438 h 8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702" h="860" fill="norm" stroke="1" extrusionOk="0">
                      <a:moveTo>
                        <a:pt x="351" y="0"/>
                      </a:moveTo>
                      <a:cubicBezTo>
                        <a:pt x="157" y="0"/>
                        <a:pt x="0" y="157"/>
                        <a:pt x="0" y="351"/>
                      </a:cubicBezTo>
                      <a:cubicBezTo>
                        <a:pt x="0" y="463"/>
                        <a:pt x="52" y="562"/>
                        <a:pt x="134" y="627"/>
                      </a:cubicBezTo>
                      <a:cubicBezTo>
                        <a:pt x="165" y="718"/>
                        <a:pt x="165" y="718"/>
                        <a:pt x="165" y="718"/>
                      </a:cubicBezTo>
                      <a:cubicBezTo>
                        <a:pt x="266" y="718"/>
                        <a:pt x="266" y="718"/>
                        <a:pt x="266" y="718"/>
                      </a:cubicBezTo>
                      <a:cubicBezTo>
                        <a:pt x="266" y="718"/>
                        <a:pt x="266" y="718"/>
                        <a:pt x="266" y="718"/>
                      </a:cubicBezTo>
                      <a:cubicBezTo>
                        <a:pt x="434" y="718"/>
                        <a:pt x="434" y="718"/>
                        <a:pt x="434" y="718"/>
                      </a:cubicBezTo>
                      <a:cubicBezTo>
                        <a:pt x="419" y="760"/>
                        <a:pt x="419" y="760"/>
                        <a:pt x="419" y="760"/>
                      </a:cubicBezTo>
                      <a:cubicBezTo>
                        <a:pt x="284" y="760"/>
                        <a:pt x="284" y="760"/>
                        <a:pt x="284" y="760"/>
                      </a:cubicBezTo>
                      <a:cubicBezTo>
                        <a:pt x="284" y="760"/>
                        <a:pt x="284" y="760"/>
                        <a:pt x="284" y="760"/>
                      </a:cubicBezTo>
                      <a:cubicBezTo>
                        <a:pt x="179" y="760"/>
                        <a:pt x="179" y="760"/>
                        <a:pt x="179" y="760"/>
                      </a:cubicBezTo>
                      <a:cubicBezTo>
                        <a:pt x="212" y="860"/>
                        <a:pt x="212" y="860"/>
                        <a:pt x="212" y="860"/>
                      </a:cubicBezTo>
                      <a:cubicBezTo>
                        <a:pt x="212" y="860"/>
                        <a:pt x="212" y="860"/>
                        <a:pt x="212" y="860"/>
                      </a:cubicBezTo>
                      <a:cubicBezTo>
                        <a:pt x="216" y="860"/>
                        <a:pt x="216" y="860"/>
                        <a:pt x="216" y="860"/>
                      </a:cubicBezTo>
                      <a:cubicBezTo>
                        <a:pt x="488" y="860"/>
                        <a:pt x="488" y="860"/>
                        <a:pt x="488" y="860"/>
                      </a:cubicBezTo>
                      <a:cubicBezTo>
                        <a:pt x="491" y="860"/>
                        <a:pt x="491" y="860"/>
                        <a:pt x="491" y="860"/>
                      </a:cubicBezTo>
                      <a:cubicBezTo>
                        <a:pt x="570" y="625"/>
                        <a:pt x="570" y="625"/>
                        <a:pt x="570" y="625"/>
                      </a:cubicBezTo>
                      <a:cubicBezTo>
                        <a:pt x="651" y="560"/>
                        <a:pt x="702" y="461"/>
                        <a:pt x="702" y="351"/>
                      </a:cubicBezTo>
                      <a:cubicBezTo>
                        <a:pt x="702" y="157"/>
                        <a:pt x="545" y="0"/>
                        <a:pt x="351" y="0"/>
                      </a:cubicBezTo>
                      <a:close/>
                      <a:moveTo>
                        <a:pt x="587" y="438"/>
                      </a:moveTo>
                      <a:cubicBezTo>
                        <a:pt x="568" y="490"/>
                        <a:pt x="531" y="534"/>
                        <a:pt x="485" y="563"/>
                      </a:cubicBezTo>
                      <a:cubicBezTo>
                        <a:pt x="454" y="658"/>
                        <a:pt x="454" y="658"/>
                        <a:pt x="454" y="658"/>
                      </a:cubicBezTo>
                      <a:cubicBezTo>
                        <a:pt x="250" y="658"/>
                        <a:pt x="250" y="658"/>
                        <a:pt x="250" y="658"/>
                      </a:cubicBezTo>
                      <a:cubicBezTo>
                        <a:pt x="219" y="565"/>
                        <a:pt x="219" y="565"/>
                        <a:pt x="219" y="565"/>
                      </a:cubicBezTo>
                      <a:cubicBezTo>
                        <a:pt x="172" y="536"/>
                        <a:pt x="135" y="491"/>
                        <a:pt x="115" y="439"/>
                      </a:cubicBezTo>
                      <a:cubicBezTo>
                        <a:pt x="105" y="411"/>
                        <a:pt x="99" y="382"/>
                        <a:pt x="99" y="351"/>
                      </a:cubicBezTo>
                      <a:cubicBezTo>
                        <a:pt x="99" y="212"/>
                        <a:pt x="212" y="99"/>
                        <a:pt x="351" y="99"/>
                      </a:cubicBezTo>
                      <a:cubicBezTo>
                        <a:pt x="490" y="99"/>
                        <a:pt x="603" y="212"/>
                        <a:pt x="603" y="351"/>
                      </a:cubicBezTo>
                      <a:cubicBezTo>
                        <a:pt x="603" y="381"/>
                        <a:pt x="597" y="411"/>
                        <a:pt x="587" y="438"/>
                      </a:cubicBezTo>
                      <a:close/>
                    </a:path>
                  </a:pathLst>
                </a:custGeom>
                <a:grpFill/>
                <a:ln>
                  <a:noFill/>
                </a:ln>
              </p:spPr>
              <p:txBody>
                <a:bodyPr vert="horz" wrap="square" lIns="91440" tIns="45720" rIns="91440" bIns="45720" numCol="1" anchor="t" anchorCtr="0" compatLnSpc="1">
                  <a:prstTxWarp prst="textNoShape"/>
                </a:bodyPr>
                <a:lstStyle/>
                <a:p>
                  <a:pPr marL="0" marR="0" lvl="0" indent="0" defTabSz="995468">
                    <a:lnSpc>
                      <a:spcPct val="100000"/>
                    </a:lnSpc>
                    <a:spcBef>
                      <a:spcPts val="0"/>
                    </a:spcBef>
                    <a:spcAft>
                      <a:spcPts val="0"/>
                    </a:spcAft>
                    <a:buClrTx/>
                    <a:buSzTx/>
                    <a:buFontTx/>
                    <a:buNone/>
                    <a:defRPr/>
                  </a:pPr>
                  <a:endParaRPr lang="en-GB" sz="300" b="0" i="0" u="none" strike="noStrike" cap="none" spc="0">
                    <a:ln>
                      <a:noFill/>
                    </a:ln>
                    <a:solidFill>
                      <a:srgbClr val="211F26"/>
                    </a:solidFill>
                    <a:latin typeface="+mn-lt"/>
                  </a:endParaRPr>
                </a:p>
              </p:txBody>
            </p:sp>
          </p:grpSp>
          <p:sp>
            <p:nvSpPr>
              <p:cNvPr id="33" name="Tekstvak 32"/>
              <p:cNvSpPr txBox="1"/>
              <p:nvPr userDrawn="1"/>
            </p:nvSpPr>
            <p:spPr bwMode="auto">
              <a:xfrm>
                <a:off x="-1753862" y="6420664"/>
                <a:ext cx="759635" cy="389909"/>
              </a:xfrm>
              <a:prstGeom prst="rect">
                <a:avLst/>
              </a:prstGeom>
              <a:noFill/>
            </p:spPr>
            <p:txBody>
              <a:bodyPr wrap="square" lIns="0" tIns="0" rIns="0" bIns="0" rtlCol="0" anchor="ctr">
                <a:noAutofit/>
              </a:bodyPr>
              <a:lstStyle/>
              <a:p>
                <a:pPr marL="0" marR="0" lvl="0" indent="0" algn="ctr" defTabSz="914400">
                  <a:lnSpc>
                    <a:spcPct val="90000"/>
                  </a:lnSpc>
                  <a:spcBef>
                    <a:spcPts val="600"/>
                  </a:spcBef>
                  <a:spcAft>
                    <a:spcPts val="600"/>
                  </a:spcAft>
                  <a:buClrTx/>
                  <a:buSzTx/>
                  <a:buFontTx/>
                  <a:buNone/>
                  <a:defRPr/>
                </a:pPr>
                <a:r>
                  <a:rPr lang="en-GB" sz="1000" b="0" i="0" u="none" strike="noStrike" cap="none" spc="0">
                    <a:ln>
                      <a:noFill/>
                    </a:ln>
                    <a:solidFill>
                      <a:srgbClr val="211F26"/>
                    </a:solidFill>
                    <a:latin typeface="Calibri"/>
                    <a:ea typeface="+mn-ea"/>
                    <a:cs typeface="Calibri"/>
                  </a:rPr>
                  <a:t>Inspiration</a:t>
                </a:r>
                <a:endParaRPr/>
              </a:p>
            </p:txBody>
          </p:sp>
        </p:gr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userDrawn="1">
  <p:cSld name="Title Only">
    <p:spTree>
      <p:nvGrpSpPr>
        <p:cNvPr id="1" name=""/>
        <p:cNvGrpSpPr/>
        <p:nvPr/>
      </p:nvGrpSpPr>
      <p:grpSpPr bwMode="auto">
        <a:xfrm>
          <a:off x="0" y="0"/>
          <a:ext cx="0" cy="0"/>
          <a:chOff x="0" y="0"/>
          <a:chExt cx="0" cy="0"/>
        </a:xfrm>
      </p:grpSpPr>
      <p:sp>
        <p:nvSpPr>
          <p:cNvPr id="306069722" name="Rechthoek 20"/>
          <p:cNvSpPr/>
          <p:nvPr userDrawn="1"/>
        </p:nvSpPr>
        <p:spPr bwMode="auto">
          <a:xfrm>
            <a:off x="0" y="-441330"/>
            <a:ext cx="1008931" cy="2769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spAutoFit/>
          </a:bodyPr>
          <a:lstStyle/>
          <a:p>
            <a:pPr lvl="0">
              <a:defRPr/>
            </a:pPr>
            <a:r>
              <a:rPr lang="en-GB" sz="1800" b="1" cap="none">
                <a:solidFill>
                  <a:schemeClr val="accent1"/>
                </a:solidFill>
                <a:latin typeface="+mj-lt"/>
              </a:rPr>
              <a:t>Title only</a:t>
            </a:r>
            <a:endParaRPr/>
          </a:p>
        </p:txBody>
      </p:sp>
      <p:sp>
        <p:nvSpPr>
          <p:cNvPr id="2032406520" name="Tijdelijke aanduiding voor datum 1"/>
          <p:cNvSpPr>
            <a:spLocks noGrp="1"/>
          </p:cNvSpPr>
          <p:nvPr>
            <p:ph type="dt" sz="half" idx="18"/>
          </p:nvPr>
        </p:nvSpPr>
        <p:spPr bwMode="auto"/>
        <p:txBody>
          <a:bodyPr/>
          <a:lstStyle/>
          <a:p>
            <a:pPr>
              <a:defRPr/>
            </a:pPr>
            <a:fld id="{86CF0BC4-CAAA-4113-A44D-B077CA6D06A0}" type="datetime1">
              <a:rPr lang="nl-NL"/>
              <a:t>10-3-2025</a:t>
            </a:fld>
            <a:endParaRPr lang="en-GB"/>
          </a:p>
        </p:txBody>
      </p:sp>
      <p:sp>
        <p:nvSpPr>
          <p:cNvPr id="785559158" name="Tijdelijke aanduiding voor dianummer 3"/>
          <p:cNvSpPr>
            <a:spLocks noGrp="1"/>
          </p:cNvSpPr>
          <p:nvPr>
            <p:ph type="sldNum" sz="quarter" idx="20"/>
          </p:nvPr>
        </p:nvSpPr>
        <p:spPr bwMode="auto"/>
        <p:txBody>
          <a:bodyPr/>
          <a:lstStyle/>
          <a:p>
            <a:pPr>
              <a:defRPr/>
            </a:pPr>
            <a:fld id="{9E843DB9-9987-4157-AB9C-CEA8D7D910BB}" type="slidenum">
              <a:rPr lang="en-GB"/>
              <a:t>‹#›</a:t>
            </a:fld>
            <a:endParaRPr lang="en-GB"/>
          </a:p>
        </p:txBody>
      </p:sp>
      <p:sp>
        <p:nvSpPr>
          <p:cNvPr id="2127211720" name="Titel 4"/>
          <p:cNvSpPr>
            <a:spLocks noGrp="1"/>
          </p:cNvSpPr>
          <p:nvPr>
            <p:ph type="title" hasCustomPrompt="1"/>
          </p:nvPr>
        </p:nvSpPr>
        <p:spPr bwMode="auto"/>
        <p:txBody>
          <a:bodyPr/>
          <a:lstStyle/>
          <a:p>
            <a:pPr>
              <a:defRPr/>
            </a:pPr>
            <a:r>
              <a:rPr lang="en-GB"/>
              <a:t>Title goes here</a:t>
            </a:r>
            <a:endParaRPr lang="en-GB"/>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userDrawn="1">
  <p:cSld name="Title slide + image">
    <p:bg>
      <p:bgPr shadeToTitle="0">
        <a:solidFill>
          <a:schemeClr val="accent1"/>
        </a:solidFill>
      </p:bgPr>
    </p:bg>
    <p:spTree>
      <p:nvGrpSpPr>
        <p:cNvPr id="1" name=""/>
        <p:cNvGrpSpPr/>
        <p:nvPr/>
      </p:nvGrpSpPr>
      <p:grpSpPr bwMode="auto">
        <a:xfrm>
          <a:off x="0" y="0"/>
          <a:ext cx="0" cy="0"/>
          <a:chOff x="0" y="0"/>
          <a:chExt cx="0" cy="0"/>
        </a:xfrm>
      </p:grpSpPr>
      <p:sp>
        <p:nvSpPr>
          <p:cNvPr id="432567056" name="Vrije vorm: vorm 19"/>
          <p:cNvSpPr>
            <a:spLocks noAdjustHandles="1" noChangeArrowheads="1" noChangeShapeType="1" noEditPoints="1" noGrp="1" noMove="1" noResize="1" noRot="1"/>
          </p:cNvSpPr>
          <p:nvPr userDrawn="1"/>
        </p:nvSpPr>
        <p:spPr bwMode="auto">
          <a:xfrm>
            <a:off x="-10751" y="0"/>
            <a:ext cx="12202751" cy="6858000"/>
          </a:xfrm>
          <a:custGeom>
            <a:avLst/>
            <a:gdLst>
              <a:gd name="connsiteX0" fmla="*/ 9196825 w 12202751"/>
              <a:gd name="connsiteY0" fmla="*/ 6253791 h 6858000"/>
              <a:gd name="connsiteX1" fmla="*/ 9228283 w 12202751"/>
              <a:gd name="connsiteY1" fmla="*/ 6260764 h 6858000"/>
              <a:gd name="connsiteX2" fmla="*/ 9319129 w 12202751"/>
              <a:gd name="connsiteY2" fmla="*/ 6797771 h 6858000"/>
              <a:gd name="connsiteX3" fmla="*/ 9315062 w 12202751"/>
              <a:gd name="connsiteY3" fmla="*/ 6858000 h 6858000"/>
              <a:gd name="connsiteX4" fmla="*/ 8712780 w 12202751"/>
              <a:gd name="connsiteY4" fmla="*/ 6858000 h 6858000"/>
              <a:gd name="connsiteX5" fmla="*/ 8752852 w 12202751"/>
              <a:gd name="connsiteY5" fmla="*/ 6786092 h 6858000"/>
              <a:gd name="connsiteX6" fmla="*/ 9165949 w 12202751"/>
              <a:gd name="connsiteY6" fmla="*/ 6254507 h 6858000"/>
              <a:gd name="connsiteX7" fmla="*/ 9196825 w 12202751"/>
              <a:gd name="connsiteY7" fmla="*/ 6253791 h 6858000"/>
              <a:gd name="connsiteX8" fmla="*/ 6322661 w 12202751"/>
              <a:gd name="connsiteY8" fmla="*/ 860036 h 6858000"/>
              <a:gd name="connsiteX9" fmla="*/ 6406295 w 12202751"/>
              <a:gd name="connsiteY9" fmla="*/ 923793 h 6858000"/>
              <a:gd name="connsiteX10" fmla="*/ 6343263 w 12202751"/>
              <a:gd name="connsiteY10" fmla="*/ 1578190 h 6858000"/>
              <a:gd name="connsiteX11" fmla="*/ 3612233 w 12202751"/>
              <a:gd name="connsiteY11" fmla="*/ 6735009 h 6858000"/>
              <a:gd name="connsiteX12" fmla="*/ 3592717 w 12202751"/>
              <a:gd name="connsiteY12" fmla="*/ 6858000 h 6858000"/>
              <a:gd name="connsiteX13" fmla="*/ 0 w 12202751"/>
              <a:gd name="connsiteY13" fmla="*/ 6858000 h 6858000"/>
              <a:gd name="connsiteX14" fmla="*/ 0 w 12202751"/>
              <a:gd name="connsiteY14" fmla="*/ 6632489 h 6858000"/>
              <a:gd name="connsiteX15" fmla="*/ 339610 w 12202751"/>
              <a:gd name="connsiteY15" fmla="*/ 6322172 h 6858000"/>
              <a:gd name="connsiteX16" fmla="*/ 5674132 w 12202751"/>
              <a:gd name="connsiteY16" fmla="*/ 1607274 h 6858000"/>
              <a:gd name="connsiteX17" fmla="*/ 6322661 w 12202751"/>
              <a:gd name="connsiteY17" fmla="*/ 860036 h 6858000"/>
              <a:gd name="connsiteX18" fmla="*/ 11650950 w 12202751"/>
              <a:gd name="connsiteY18" fmla="*/ 0 h 6858000"/>
              <a:gd name="connsiteX19" fmla="*/ 12202751 w 12202751"/>
              <a:gd name="connsiteY19" fmla="*/ 0 h 6858000"/>
              <a:gd name="connsiteX20" fmla="*/ 12202751 w 12202751"/>
              <a:gd name="connsiteY20" fmla="*/ 4442690 h 6858000"/>
              <a:gd name="connsiteX21" fmla="*/ 12090669 w 12202751"/>
              <a:gd name="connsiteY21" fmla="*/ 4422014 h 6858000"/>
              <a:gd name="connsiteX22" fmla="*/ 10571396 w 12202751"/>
              <a:gd name="connsiteY22" fmla="*/ 2213198 h 6858000"/>
              <a:gd name="connsiteX23" fmla="*/ 11525799 w 12202751"/>
              <a:gd name="connsiteY23" fmla="*/ 135882 h 6858000"/>
              <a:gd name="connsiteX24" fmla="*/ 0 w 12202751"/>
              <a:gd name="connsiteY24" fmla="*/ 0 h 6858000"/>
              <a:gd name="connsiteX25" fmla="*/ 2054194 w 12202751"/>
              <a:gd name="connsiteY25" fmla="*/ 0 h 6858000"/>
              <a:gd name="connsiteX26" fmla="*/ 1941123 w 12202751"/>
              <a:gd name="connsiteY26" fmla="*/ 75811 h 6858000"/>
              <a:gd name="connsiteX27" fmla="*/ 206525 w 12202751"/>
              <a:gd name="connsiteY27" fmla="*/ 1437904 h 6858000"/>
              <a:gd name="connsiteX28" fmla="*/ 0 w 12202751"/>
              <a:gd name="connsiteY28" fmla="*/ 1632346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2202751" h="6858000" fill="norm" stroke="1" extrusionOk="0">
                <a:moveTo>
                  <a:pt x="9196825" y="6253791"/>
                </a:moveTo>
                <a:cubicBezTo>
                  <a:pt x="9207202" y="6254820"/>
                  <a:pt x="9217676" y="6257130"/>
                  <a:pt x="9228283" y="6260764"/>
                </a:cubicBezTo>
                <a:cubicBezTo>
                  <a:pt x="9307834" y="6289395"/>
                  <a:pt x="9333091" y="6516346"/>
                  <a:pt x="9319129" y="6797771"/>
                </a:cubicBezTo>
                <a:lnTo>
                  <a:pt x="9315062" y="6858000"/>
                </a:lnTo>
                <a:lnTo>
                  <a:pt x="8712780" y="6858000"/>
                </a:lnTo>
                <a:lnTo>
                  <a:pt x="8752852" y="6786092"/>
                </a:lnTo>
                <a:cubicBezTo>
                  <a:pt x="8924836" y="6476801"/>
                  <a:pt x="9040774" y="6272774"/>
                  <a:pt x="9165949" y="6254507"/>
                </a:cubicBezTo>
                <a:cubicBezTo>
                  <a:pt x="9176167" y="6253017"/>
                  <a:pt x="9186447" y="6252763"/>
                  <a:pt x="9196825" y="6253791"/>
                </a:cubicBezTo>
                <a:close/>
                <a:moveTo>
                  <a:pt x="6322661" y="860036"/>
                </a:moveTo>
                <a:cubicBezTo>
                  <a:pt x="6359190" y="857387"/>
                  <a:pt x="6388114" y="876530"/>
                  <a:pt x="6406295" y="923793"/>
                </a:cubicBezTo>
                <a:cubicBezTo>
                  <a:pt x="6454783" y="1049825"/>
                  <a:pt x="6420842" y="1229178"/>
                  <a:pt x="6343263" y="1578190"/>
                </a:cubicBezTo>
                <a:cubicBezTo>
                  <a:pt x="5856638" y="3709453"/>
                  <a:pt x="3958041" y="5234882"/>
                  <a:pt x="3612233" y="6735009"/>
                </a:cubicBezTo>
                <a:lnTo>
                  <a:pt x="3592717" y="6858000"/>
                </a:lnTo>
                <a:lnTo>
                  <a:pt x="0" y="6858000"/>
                </a:lnTo>
                <a:lnTo>
                  <a:pt x="0" y="6632489"/>
                </a:lnTo>
                <a:lnTo>
                  <a:pt x="339610" y="6322172"/>
                </a:lnTo>
                <a:cubicBezTo>
                  <a:pt x="2196386" y="4691797"/>
                  <a:pt x="4577580" y="3447091"/>
                  <a:pt x="5674132" y="1607274"/>
                </a:cubicBezTo>
                <a:cubicBezTo>
                  <a:pt x="5863234" y="1292194"/>
                  <a:pt x="6164370" y="871513"/>
                  <a:pt x="6322661" y="860036"/>
                </a:cubicBezTo>
                <a:close/>
                <a:moveTo>
                  <a:pt x="11650950" y="0"/>
                </a:moveTo>
                <a:lnTo>
                  <a:pt x="12202751" y="0"/>
                </a:lnTo>
                <a:lnTo>
                  <a:pt x="12202751" y="4442690"/>
                </a:lnTo>
                <a:lnTo>
                  <a:pt x="12090669" y="4422014"/>
                </a:lnTo>
                <a:cubicBezTo>
                  <a:pt x="11211465" y="4223417"/>
                  <a:pt x="10568413" y="3552240"/>
                  <a:pt x="10571396" y="2213198"/>
                </a:cubicBezTo>
                <a:cubicBezTo>
                  <a:pt x="10572439" y="1498198"/>
                  <a:pt x="10939503" y="807920"/>
                  <a:pt x="11525799" y="135882"/>
                </a:cubicBezTo>
                <a:close/>
                <a:moveTo>
                  <a:pt x="0" y="0"/>
                </a:moveTo>
                <a:lnTo>
                  <a:pt x="2054194" y="0"/>
                </a:lnTo>
                <a:lnTo>
                  <a:pt x="1941123" y="75811"/>
                </a:lnTo>
                <a:cubicBezTo>
                  <a:pt x="1355823" y="476321"/>
                  <a:pt x="767225" y="928929"/>
                  <a:pt x="206525" y="1437904"/>
                </a:cubicBezTo>
                <a:lnTo>
                  <a:pt x="0" y="1632346"/>
                </a:lnTo>
                <a:close/>
              </a:path>
            </a:pathLst>
          </a:custGeom>
          <a:solidFill>
            <a:srgbClr val="00B8C8"/>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44000" tIns="144000" rIns="144000" bIns="144000" rtlCol="0" anchor="ctr">
            <a:noAutofit/>
          </a:bodyPr>
          <a:lstStyle/>
          <a:p>
            <a:pPr algn="ctr">
              <a:lnSpc>
                <a:spcPct val="90000"/>
              </a:lnSpc>
              <a:spcBef>
                <a:spcPts val="200"/>
              </a:spcBef>
              <a:spcAft>
                <a:spcPts val="200"/>
              </a:spcAft>
              <a:defRPr/>
            </a:pPr>
            <a:r>
              <a:rPr lang="en-GB" sz="1600"/>
              <a:t> </a:t>
            </a:r>
            <a:endParaRPr lang="en-GB" sz="1600"/>
          </a:p>
        </p:txBody>
      </p:sp>
      <p:sp>
        <p:nvSpPr>
          <p:cNvPr id="944895125" name="Titel 1"/>
          <p:cNvSpPr>
            <a:spLocks noGrp="1"/>
          </p:cNvSpPr>
          <p:nvPr>
            <p:ph type="title" hasCustomPrompt="1"/>
          </p:nvPr>
        </p:nvSpPr>
        <p:spPr bwMode="auto">
          <a:xfrm>
            <a:off x="0" y="-429019"/>
            <a:ext cx="1989968" cy="2769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spAutoFit/>
          </a:bodyPr>
          <a:lstStyle>
            <a:lvl1pPr>
              <a:lnSpc>
                <a:spcPct val="100000"/>
              </a:lnSpc>
              <a:defRPr lang="nl-NL" sz="1800" b="1" cap="none">
                <a:solidFill>
                  <a:schemeClr val="accent1"/>
                </a:solidFill>
                <a:latin typeface="+mj-lt"/>
              </a:defRPr>
            </a:lvl1pPr>
          </a:lstStyle>
          <a:p>
            <a:pPr marL="0" lvl="0">
              <a:defRPr/>
            </a:pPr>
            <a:r>
              <a:rPr lang="en-GB"/>
              <a:t>Title slide + image</a:t>
            </a:r>
            <a:endParaRPr/>
          </a:p>
        </p:txBody>
      </p:sp>
      <p:grpSp>
        <p:nvGrpSpPr>
          <p:cNvPr id="1817365597" name="Graphic 4"/>
          <p:cNvGrpSpPr/>
          <p:nvPr/>
        </p:nvGrpSpPr>
        <p:grpSpPr bwMode="auto">
          <a:xfrm>
            <a:off x="721114" y="437497"/>
            <a:ext cx="1530269" cy="594428"/>
            <a:chOff x="717019" y="5865846"/>
            <a:chExt cx="1413341" cy="549008"/>
          </a:xfrm>
          <a:solidFill>
            <a:srgbClr val="FFFFFF"/>
          </a:solidFill>
        </p:grpSpPr>
        <p:sp>
          <p:nvSpPr>
            <p:cNvPr id="9" name="Vrije vorm: vorm 8"/>
            <p:cNvSpPr/>
            <p:nvPr/>
          </p:nvSpPr>
          <p:spPr bwMode="auto">
            <a:xfrm>
              <a:off x="998576" y="6136009"/>
              <a:ext cx="258644" cy="277455"/>
            </a:xfrm>
            <a:custGeom>
              <a:avLst/>
              <a:gdLst>
                <a:gd name="connsiteX0" fmla="*/ 129322 w 258644"/>
                <a:gd name="connsiteY0" fmla="*/ 224847 h 277455"/>
                <a:gd name="connsiteX1" fmla="*/ 183307 w 258644"/>
                <a:gd name="connsiteY1" fmla="*/ 167897 h 277455"/>
                <a:gd name="connsiteX2" fmla="*/ 183307 w 258644"/>
                <a:gd name="connsiteY2" fmla="*/ 0 h 277455"/>
                <a:gd name="connsiteX3" fmla="*/ 258644 w 258644"/>
                <a:gd name="connsiteY3" fmla="*/ 0 h 277455"/>
                <a:gd name="connsiteX4" fmla="*/ 258644 w 258644"/>
                <a:gd name="connsiteY4" fmla="*/ 172238 h 277455"/>
                <a:gd name="connsiteX5" fmla="*/ 129322 w 258644"/>
                <a:gd name="connsiteY5" fmla="*/ 277456 h 277455"/>
                <a:gd name="connsiteX6" fmla="*/ 0 w 258644"/>
                <a:gd name="connsiteY6" fmla="*/ 172238 h 277455"/>
                <a:gd name="connsiteX7" fmla="*/ 0 w 258644"/>
                <a:gd name="connsiteY7" fmla="*/ 174 h 277455"/>
                <a:gd name="connsiteX8" fmla="*/ 75337 w 258644"/>
                <a:gd name="connsiteY8" fmla="*/ 174 h 277455"/>
                <a:gd name="connsiteX9" fmla="*/ 75337 w 258644"/>
                <a:gd name="connsiteY9" fmla="*/ 168071 h 277455"/>
                <a:gd name="connsiteX10" fmla="*/ 129322 w 258644"/>
                <a:gd name="connsiteY10" fmla="*/ 224847 h 2774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58644" h="277455" fill="norm" stroke="1" extrusionOk="0">
                  <a:moveTo>
                    <a:pt x="129322" y="224847"/>
                  </a:moveTo>
                  <a:cubicBezTo>
                    <a:pt x="164907" y="224847"/>
                    <a:pt x="183307" y="200713"/>
                    <a:pt x="183307" y="167897"/>
                  </a:cubicBezTo>
                  <a:lnTo>
                    <a:pt x="183307" y="0"/>
                  </a:lnTo>
                  <a:lnTo>
                    <a:pt x="258644" y="0"/>
                  </a:lnTo>
                  <a:lnTo>
                    <a:pt x="258644" y="172238"/>
                  </a:lnTo>
                  <a:cubicBezTo>
                    <a:pt x="257255" y="247592"/>
                    <a:pt x="197542" y="277456"/>
                    <a:pt x="129322" y="277456"/>
                  </a:cubicBezTo>
                  <a:cubicBezTo>
                    <a:pt x="61102" y="277456"/>
                    <a:pt x="0" y="247592"/>
                    <a:pt x="0" y="172238"/>
                  </a:cubicBezTo>
                  <a:lnTo>
                    <a:pt x="0" y="174"/>
                  </a:lnTo>
                  <a:lnTo>
                    <a:pt x="75337" y="174"/>
                  </a:lnTo>
                  <a:lnTo>
                    <a:pt x="75337" y="168071"/>
                  </a:lnTo>
                  <a:cubicBezTo>
                    <a:pt x="73948" y="200713"/>
                    <a:pt x="93910" y="224847"/>
                    <a:pt x="129322" y="224847"/>
                  </a:cubicBezTo>
                  <a:close/>
                </a:path>
              </a:pathLst>
            </a:custGeom>
            <a:solidFill>
              <a:srgbClr val="FFFFFF"/>
            </a:solidFill>
            <a:ln w="1731" cap="flat">
              <a:noFill/>
              <a:prstDash val="solid"/>
              <a:miter/>
            </a:ln>
          </p:spPr>
          <p:txBody>
            <a:bodyPr rtlCol="0" anchor="ctr"/>
            <a:lstStyle/>
            <a:p>
              <a:pPr>
                <a:defRPr/>
              </a:pPr>
              <a:endParaRPr lang="en-GB"/>
            </a:p>
          </p:txBody>
        </p:sp>
        <p:sp>
          <p:nvSpPr>
            <p:cNvPr id="10" name="Vrije vorm: vorm 9"/>
            <p:cNvSpPr/>
            <p:nvPr/>
          </p:nvSpPr>
          <p:spPr bwMode="auto">
            <a:xfrm>
              <a:off x="717019" y="6136183"/>
              <a:ext cx="244583" cy="271726"/>
            </a:xfrm>
            <a:custGeom>
              <a:avLst/>
              <a:gdLst>
                <a:gd name="connsiteX0" fmla="*/ 85405 w 244583"/>
                <a:gd name="connsiteY0" fmla="*/ 271726 h 271726"/>
                <a:gd name="connsiteX1" fmla="*/ 160741 w 244583"/>
                <a:gd name="connsiteY1" fmla="*/ 271726 h 271726"/>
                <a:gd name="connsiteX2" fmla="*/ 160741 w 244583"/>
                <a:gd name="connsiteY2" fmla="*/ 52609 h 271726"/>
                <a:gd name="connsiteX3" fmla="*/ 244583 w 244583"/>
                <a:gd name="connsiteY3" fmla="*/ 52609 h 271726"/>
                <a:gd name="connsiteX4" fmla="*/ 244583 w 244583"/>
                <a:gd name="connsiteY4" fmla="*/ 0 h 271726"/>
                <a:gd name="connsiteX5" fmla="*/ 0 w 244583"/>
                <a:gd name="connsiteY5" fmla="*/ 0 h 271726"/>
                <a:gd name="connsiteX6" fmla="*/ 0 w 244583"/>
                <a:gd name="connsiteY6" fmla="*/ 52609 h 271726"/>
                <a:gd name="connsiteX7" fmla="*/ 85405 w 244583"/>
                <a:gd name="connsiteY7" fmla="*/ 52609 h 2717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4583" h="271726" fill="norm" stroke="1" extrusionOk="0">
                  <a:moveTo>
                    <a:pt x="85405" y="271726"/>
                  </a:moveTo>
                  <a:lnTo>
                    <a:pt x="160741" y="271726"/>
                  </a:lnTo>
                  <a:lnTo>
                    <a:pt x="160741" y="52609"/>
                  </a:lnTo>
                  <a:lnTo>
                    <a:pt x="244583" y="52609"/>
                  </a:lnTo>
                  <a:lnTo>
                    <a:pt x="244583" y="0"/>
                  </a:lnTo>
                  <a:lnTo>
                    <a:pt x="0" y="0"/>
                  </a:lnTo>
                  <a:lnTo>
                    <a:pt x="0" y="52609"/>
                  </a:lnTo>
                  <a:lnTo>
                    <a:pt x="85405" y="52609"/>
                  </a:lnTo>
                  <a:close/>
                </a:path>
              </a:pathLst>
            </a:custGeom>
            <a:solidFill>
              <a:srgbClr val="FFFFFF"/>
            </a:solidFill>
            <a:ln w="1731" cap="flat">
              <a:noFill/>
              <a:prstDash val="solid"/>
              <a:miter/>
            </a:ln>
          </p:spPr>
          <p:txBody>
            <a:bodyPr rtlCol="0" anchor="ctr"/>
            <a:lstStyle/>
            <a:p>
              <a:pPr>
                <a:defRPr/>
              </a:pPr>
              <a:endParaRPr lang="en-GB"/>
            </a:p>
          </p:txBody>
        </p:sp>
        <p:sp>
          <p:nvSpPr>
            <p:cNvPr id="11" name="Vrije vorm: vorm 10"/>
            <p:cNvSpPr/>
            <p:nvPr/>
          </p:nvSpPr>
          <p:spPr bwMode="auto">
            <a:xfrm>
              <a:off x="792227" y="5865846"/>
              <a:ext cx="256862" cy="254189"/>
            </a:xfrm>
            <a:custGeom>
              <a:avLst/>
              <a:gdLst>
                <a:gd name="connsiteX0" fmla="*/ 190726 w 256862"/>
                <a:gd name="connsiteY0" fmla="*/ 138033 h 254189"/>
                <a:gd name="connsiteX1" fmla="*/ 153752 w 256862"/>
                <a:gd name="connsiteY1" fmla="*/ 115288 h 254189"/>
                <a:gd name="connsiteX2" fmla="*/ 254780 w 256862"/>
                <a:gd name="connsiteY2" fmla="*/ 14237 h 254189"/>
                <a:gd name="connsiteX3" fmla="*/ 254780 w 256862"/>
                <a:gd name="connsiteY3" fmla="*/ 0 h 254189"/>
                <a:gd name="connsiteX4" fmla="*/ 247663 w 256862"/>
                <a:gd name="connsiteY4" fmla="*/ 9897 h 254189"/>
                <a:gd name="connsiteX5" fmla="*/ 102718 w 256862"/>
                <a:gd name="connsiteY5" fmla="*/ 66846 h 254189"/>
                <a:gd name="connsiteX6" fmla="*/ 3253 w 256862"/>
                <a:gd name="connsiteY6" fmla="*/ 217555 h 254189"/>
                <a:gd name="connsiteX7" fmla="*/ 10370 w 256862"/>
                <a:gd name="connsiteY7" fmla="*/ 237522 h 254189"/>
                <a:gd name="connsiteX8" fmla="*/ 13147 w 256862"/>
                <a:gd name="connsiteY8" fmla="*/ 217555 h 254189"/>
                <a:gd name="connsiteX9" fmla="*/ 101329 w 256862"/>
                <a:gd name="connsiteY9" fmla="*/ 107996 h 254189"/>
                <a:gd name="connsiteX10" fmla="*/ 109835 w 256862"/>
                <a:gd name="connsiteY10" fmla="*/ 100877 h 254189"/>
                <a:gd name="connsiteX11" fmla="*/ 109835 w 256862"/>
                <a:gd name="connsiteY11" fmla="*/ 107996 h 254189"/>
                <a:gd name="connsiteX12" fmla="*/ 79978 w 256862"/>
                <a:gd name="connsiteY12" fmla="*/ 179183 h 254189"/>
                <a:gd name="connsiteX13" fmla="*/ 135352 w 256862"/>
                <a:gd name="connsiteY13" fmla="*/ 167724 h 254189"/>
                <a:gd name="connsiteX14" fmla="*/ 141081 w 256862"/>
                <a:gd name="connsiteY14" fmla="*/ 160605 h 254189"/>
                <a:gd name="connsiteX15" fmla="*/ 141081 w 256862"/>
                <a:gd name="connsiteY15" fmla="*/ 172064 h 254189"/>
                <a:gd name="connsiteX16" fmla="*/ 104107 w 256862"/>
                <a:gd name="connsiteY16" fmla="*/ 241689 h 254189"/>
                <a:gd name="connsiteX17" fmla="*/ 85706 w 256862"/>
                <a:gd name="connsiteY17" fmla="*/ 253148 h 254189"/>
                <a:gd name="connsiteX18" fmla="*/ 95601 w 256862"/>
                <a:gd name="connsiteY18" fmla="*/ 253148 h 254189"/>
                <a:gd name="connsiteX19" fmla="*/ 226485 w 256862"/>
                <a:gd name="connsiteY19" fmla="*/ 125185 h 254189"/>
                <a:gd name="connsiteX20" fmla="*/ 226485 w 256862"/>
                <a:gd name="connsiteY20" fmla="*/ 116677 h 254189"/>
                <a:gd name="connsiteX21" fmla="*/ 219368 w 256862"/>
                <a:gd name="connsiteY21" fmla="*/ 121018 h 254189"/>
                <a:gd name="connsiteX22" fmla="*/ 190726 w 256862"/>
                <a:gd name="connsiteY22" fmla="*/ 138033 h 2541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56862" h="254189" fill="norm" stroke="1" extrusionOk="0">
                  <a:moveTo>
                    <a:pt x="190726" y="138033"/>
                  </a:moveTo>
                  <a:cubicBezTo>
                    <a:pt x="172326" y="143763"/>
                    <a:pt x="153752" y="139422"/>
                    <a:pt x="153752" y="115288"/>
                  </a:cubicBezTo>
                  <a:cubicBezTo>
                    <a:pt x="153752" y="78306"/>
                    <a:pt x="241934" y="47053"/>
                    <a:pt x="254780" y="14237"/>
                  </a:cubicBezTo>
                  <a:cubicBezTo>
                    <a:pt x="257557" y="5730"/>
                    <a:pt x="257557" y="0"/>
                    <a:pt x="254780" y="0"/>
                  </a:cubicBezTo>
                  <a:cubicBezTo>
                    <a:pt x="252002" y="0"/>
                    <a:pt x="254780" y="4341"/>
                    <a:pt x="247663" y="9897"/>
                  </a:cubicBezTo>
                  <a:cubicBezTo>
                    <a:pt x="210689" y="46879"/>
                    <a:pt x="149586" y="46879"/>
                    <a:pt x="102718" y="66846"/>
                  </a:cubicBezTo>
                  <a:cubicBezTo>
                    <a:pt x="71472" y="81084"/>
                    <a:pt x="-18098" y="123796"/>
                    <a:pt x="3253" y="217555"/>
                  </a:cubicBezTo>
                  <a:cubicBezTo>
                    <a:pt x="4642" y="221895"/>
                    <a:pt x="7593" y="237522"/>
                    <a:pt x="10370" y="237522"/>
                  </a:cubicBezTo>
                  <a:cubicBezTo>
                    <a:pt x="13147" y="237522"/>
                    <a:pt x="13147" y="229014"/>
                    <a:pt x="13147" y="217555"/>
                  </a:cubicBezTo>
                  <a:cubicBezTo>
                    <a:pt x="13147" y="160605"/>
                    <a:pt x="78589" y="144978"/>
                    <a:pt x="101329" y="107996"/>
                  </a:cubicBezTo>
                  <a:cubicBezTo>
                    <a:pt x="104107" y="103655"/>
                    <a:pt x="108446" y="98099"/>
                    <a:pt x="109835" y="100877"/>
                  </a:cubicBezTo>
                  <a:cubicBezTo>
                    <a:pt x="109835" y="102266"/>
                    <a:pt x="109835" y="103655"/>
                    <a:pt x="109835" y="107996"/>
                  </a:cubicBezTo>
                  <a:cubicBezTo>
                    <a:pt x="102718" y="137860"/>
                    <a:pt x="71472" y="157827"/>
                    <a:pt x="79978" y="179183"/>
                  </a:cubicBezTo>
                  <a:cubicBezTo>
                    <a:pt x="91435" y="207658"/>
                    <a:pt x="125458" y="186302"/>
                    <a:pt x="135352" y="167724"/>
                  </a:cubicBezTo>
                  <a:cubicBezTo>
                    <a:pt x="138130" y="163383"/>
                    <a:pt x="139692" y="159216"/>
                    <a:pt x="141081" y="160605"/>
                  </a:cubicBezTo>
                  <a:cubicBezTo>
                    <a:pt x="142469" y="160605"/>
                    <a:pt x="142469" y="166335"/>
                    <a:pt x="141081" y="172064"/>
                  </a:cubicBezTo>
                  <a:cubicBezTo>
                    <a:pt x="135352" y="204706"/>
                    <a:pt x="128235" y="223284"/>
                    <a:pt x="104107" y="241689"/>
                  </a:cubicBezTo>
                  <a:cubicBezTo>
                    <a:pt x="96990" y="247418"/>
                    <a:pt x="84144" y="248807"/>
                    <a:pt x="85706" y="253148"/>
                  </a:cubicBezTo>
                  <a:cubicBezTo>
                    <a:pt x="85706" y="254537"/>
                    <a:pt x="91435" y="254537"/>
                    <a:pt x="95601" y="253148"/>
                  </a:cubicBezTo>
                  <a:cubicBezTo>
                    <a:pt x="159654" y="248807"/>
                    <a:pt x="212251" y="174842"/>
                    <a:pt x="226485" y="125185"/>
                  </a:cubicBezTo>
                  <a:cubicBezTo>
                    <a:pt x="227874" y="122407"/>
                    <a:pt x="227874" y="118066"/>
                    <a:pt x="226485" y="116677"/>
                  </a:cubicBezTo>
                  <a:cubicBezTo>
                    <a:pt x="225097" y="115288"/>
                    <a:pt x="222146" y="118066"/>
                    <a:pt x="219368" y="121018"/>
                  </a:cubicBezTo>
                  <a:cubicBezTo>
                    <a:pt x="209127" y="128137"/>
                    <a:pt x="200621" y="133866"/>
                    <a:pt x="190726" y="138033"/>
                  </a:cubicBezTo>
                  <a:close/>
                </a:path>
              </a:pathLst>
            </a:custGeom>
            <a:solidFill>
              <a:srgbClr val="FFFFFF"/>
            </a:solidFill>
            <a:ln w="1731" cap="flat">
              <a:noFill/>
              <a:prstDash val="solid"/>
              <a:miter/>
            </a:ln>
          </p:spPr>
          <p:txBody>
            <a:bodyPr rtlCol="0" anchor="ctr"/>
            <a:lstStyle/>
            <a:p>
              <a:pPr>
                <a:defRPr/>
              </a:pPr>
              <a:endParaRPr lang="en-GB"/>
            </a:p>
          </p:txBody>
        </p:sp>
        <p:sp>
          <p:nvSpPr>
            <p:cNvPr id="12" name="Vrije vorm: vorm 11"/>
            <p:cNvSpPr/>
            <p:nvPr/>
          </p:nvSpPr>
          <p:spPr bwMode="auto">
            <a:xfrm>
              <a:off x="1588597" y="6213099"/>
              <a:ext cx="172024" cy="200539"/>
            </a:xfrm>
            <a:custGeom>
              <a:avLst/>
              <a:gdLst>
                <a:gd name="connsiteX0" fmla="*/ 38363 w 172024"/>
                <a:gd name="connsiteY0" fmla="*/ 82299 h 200539"/>
                <a:gd name="connsiteX1" fmla="*/ 86620 w 172024"/>
                <a:gd name="connsiteY1" fmla="*/ 25350 h 200539"/>
                <a:gd name="connsiteX2" fmla="*/ 134877 w 172024"/>
                <a:gd name="connsiteY2" fmla="*/ 82299 h 200539"/>
                <a:gd name="connsiteX3" fmla="*/ 38363 w 172024"/>
                <a:gd name="connsiteY3" fmla="*/ 82299 h 200539"/>
                <a:gd name="connsiteX4" fmla="*/ 172024 w 172024"/>
                <a:gd name="connsiteY4" fmla="*/ 106607 h 200539"/>
                <a:gd name="connsiteX5" fmla="*/ 172024 w 172024"/>
                <a:gd name="connsiteY5" fmla="*/ 89591 h 200539"/>
                <a:gd name="connsiteX6" fmla="*/ 88182 w 172024"/>
                <a:gd name="connsiteY6" fmla="*/ 0 h 200539"/>
                <a:gd name="connsiteX7" fmla="*/ 0 w 172024"/>
                <a:gd name="connsiteY7" fmla="*/ 102440 h 200539"/>
                <a:gd name="connsiteX8" fmla="*/ 85231 w 172024"/>
                <a:gd name="connsiteY8" fmla="*/ 200539 h 200539"/>
                <a:gd name="connsiteX9" fmla="*/ 169073 w 172024"/>
                <a:gd name="connsiteY9" fmla="*/ 136471 h 200539"/>
                <a:gd name="connsiteX10" fmla="*/ 130711 w 172024"/>
                <a:gd name="connsiteY10" fmla="*/ 136471 h 200539"/>
                <a:gd name="connsiteX11" fmla="*/ 85231 w 172024"/>
                <a:gd name="connsiteY11" fmla="*/ 174842 h 200539"/>
                <a:gd name="connsiteX12" fmla="*/ 36974 w 172024"/>
                <a:gd name="connsiteY12" fmla="*/ 107996 h 200539"/>
                <a:gd name="connsiteX13" fmla="*/ 172024 w 172024"/>
                <a:gd name="connsiteY13" fmla="*/ 107996 h 200539"/>
                <a:gd name="connsiteX14" fmla="*/ 172024 w 172024"/>
                <a:gd name="connsiteY14" fmla="*/ 106607 h 2005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72024" h="200539" fill="norm" stroke="1" extrusionOk="0">
                  <a:moveTo>
                    <a:pt x="38363" y="82299"/>
                  </a:moveTo>
                  <a:cubicBezTo>
                    <a:pt x="38363" y="52435"/>
                    <a:pt x="56763" y="25350"/>
                    <a:pt x="86620" y="25350"/>
                  </a:cubicBezTo>
                  <a:cubicBezTo>
                    <a:pt x="120816" y="25350"/>
                    <a:pt x="134877" y="49484"/>
                    <a:pt x="134877" y="82299"/>
                  </a:cubicBezTo>
                  <a:lnTo>
                    <a:pt x="38363" y="82299"/>
                  </a:lnTo>
                  <a:close/>
                  <a:moveTo>
                    <a:pt x="172024" y="106607"/>
                  </a:moveTo>
                  <a:lnTo>
                    <a:pt x="172024" y="89591"/>
                  </a:lnTo>
                  <a:cubicBezTo>
                    <a:pt x="172024" y="36983"/>
                    <a:pt x="142167" y="0"/>
                    <a:pt x="88182" y="0"/>
                  </a:cubicBezTo>
                  <a:cubicBezTo>
                    <a:pt x="28468" y="0"/>
                    <a:pt x="0" y="46879"/>
                    <a:pt x="0" y="102440"/>
                  </a:cubicBezTo>
                  <a:cubicBezTo>
                    <a:pt x="0" y="158001"/>
                    <a:pt x="24128" y="200539"/>
                    <a:pt x="85231" y="200539"/>
                  </a:cubicBezTo>
                  <a:cubicBezTo>
                    <a:pt x="130711" y="200539"/>
                    <a:pt x="163518" y="179183"/>
                    <a:pt x="169073" y="136471"/>
                  </a:cubicBezTo>
                  <a:lnTo>
                    <a:pt x="130711" y="136471"/>
                  </a:lnTo>
                  <a:cubicBezTo>
                    <a:pt x="126371" y="163557"/>
                    <a:pt x="112310" y="174842"/>
                    <a:pt x="85231" y="174842"/>
                  </a:cubicBezTo>
                  <a:cubicBezTo>
                    <a:pt x="48257" y="174842"/>
                    <a:pt x="36974" y="142200"/>
                    <a:pt x="36974" y="107996"/>
                  </a:cubicBezTo>
                  <a:lnTo>
                    <a:pt x="172024" y="107996"/>
                  </a:lnTo>
                  <a:lnTo>
                    <a:pt x="172024" y="106607"/>
                  </a:lnTo>
                  <a:close/>
                </a:path>
              </a:pathLst>
            </a:custGeom>
            <a:solidFill>
              <a:srgbClr val="FFFFFF"/>
            </a:solidFill>
            <a:ln w="1731" cap="flat">
              <a:noFill/>
              <a:prstDash val="solid"/>
              <a:miter/>
            </a:ln>
          </p:spPr>
          <p:txBody>
            <a:bodyPr rtlCol="0" anchor="ctr"/>
            <a:lstStyle/>
            <a:p>
              <a:pPr>
                <a:defRPr/>
              </a:pPr>
              <a:endParaRPr lang="en-GB"/>
            </a:p>
          </p:txBody>
        </p:sp>
        <p:sp>
          <p:nvSpPr>
            <p:cNvPr id="13" name="Vrije vorm: vorm 12"/>
            <p:cNvSpPr/>
            <p:nvPr/>
          </p:nvSpPr>
          <p:spPr bwMode="auto">
            <a:xfrm>
              <a:off x="1803323" y="6136183"/>
              <a:ext cx="35585" cy="271552"/>
            </a:xfrm>
            <a:custGeom>
              <a:avLst/>
              <a:gdLst>
                <a:gd name="connsiteX0" fmla="*/ 0 w 35585"/>
                <a:gd name="connsiteY0" fmla="*/ 0 h 271552"/>
                <a:gd name="connsiteX1" fmla="*/ 35585 w 35585"/>
                <a:gd name="connsiteY1" fmla="*/ 0 h 271552"/>
                <a:gd name="connsiteX2" fmla="*/ 35585 w 35585"/>
                <a:gd name="connsiteY2" fmla="*/ 271552 h 271552"/>
                <a:gd name="connsiteX3" fmla="*/ 0 w 35585"/>
                <a:gd name="connsiteY3" fmla="*/ 271552 h 271552"/>
              </a:gdLst>
              <a:ahLst/>
              <a:cxnLst>
                <a:cxn ang="0">
                  <a:pos x="connsiteX0" y="connsiteY0"/>
                </a:cxn>
                <a:cxn ang="0">
                  <a:pos x="connsiteX1" y="connsiteY1"/>
                </a:cxn>
                <a:cxn ang="0">
                  <a:pos x="connsiteX2" y="connsiteY2"/>
                </a:cxn>
                <a:cxn ang="0">
                  <a:pos x="connsiteX3" y="connsiteY3"/>
                </a:cxn>
              </a:cxnLst>
              <a:rect l="l" t="t" r="r" b="b"/>
              <a:pathLst>
                <a:path w="35585" h="271552" fill="norm" stroke="1" extrusionOk="0">
                  <a:moveTo>
                    <a:pt x="0" y="0"/>
                  </a:moveTo>
                  <a:lnTo>
                    <a:pt x="35585" y="0"/>
                  </a:lnTo>
                  <a:lnTo>
                    <a:pt x="35585" y="271552"/>
                  </a:lnTo>
                  <a:lnTo>
                    <a:pt x="0" y="271552"/>
                  </a:lnTo>
                  <a:close/>
                </a:path>
              </a:pathLst>
            </a:custGeom>
            <a:solidFill>
              <a:srgbClr val="FFFFFF"/>
            </a:solidFill>
            <a:ln w="1731" cap="flat">
              <a:noFill/>
              <a:prstDash val="solid"/>
              <a:miter/>
            </a:ln>
          </p:spPr>
          <p:txBody>
            <a:bodyPr rtlCol="0" anchor="ctr"/>
            <a:lstStyle/>
            <a:p>
              <a:pPr>
                <a:defRPr/>
              </a:pPr>
              <a:endParaRPr lang="en-GB"/>
            </a:p>
          </p:txBody>
        </p:sp>
        <p:sp>
          <p:nvSpPr>
            <p:cNvPr id="14" name="Vrije vorm: vorm 13"/>
            <p:cNvSpPr/>
            <p:nvPr/>
          </p:nvSpPr>
          <p:spPr bwMode="auto">
            <a:xfrm>
              <a:off x="1880049" y="6129238"/>
              <a:ext cx="122204" cy="278671"/>
            </a:xfrm>
            <a:custGeom>
              <a:avLst/>
              <a:gdLst>
                <a:gd name="connsiteX0" fmla="*/ 72559 w 122204"/>
                <a:gd name="connsiteY0" fmla="*/ 278671 h 278671"/>
                <a:gd name="connsiteX1" fmla="*/ 72559 w 122204"/>
                <a:gd name="connsiteY1" fmla="*/ 113726 h 278671"/>
                <a:gd name="connsiteX2" fmla="*/ 116650 w 122204"/>
                <a:gd name="connsiteY2" fmla="*/ 113726 h 278671"/>
                <a:gd name="connsiteX3" fmla="*/ 116650 w 122204"/>
                <a:gd name="connsiteY3" fmla="*/ 88202 h 278671"/>
                <a:gd name="connsiteX4" fmla="*/ 72559 w 122204"/>
                <a:gd name="connsiteY4" fmla="*/ 88202 h 278671"/>
                <a:gd name="connsiteX5" fmla="*/ 72559 w 122204"/>
                <a:gd name="connsiteY5" fmla="*/ 58339 h 278671"/>
                <a:gd name="connsiteX6" fmla="*/ 103805 w 122204"/>
                <a:gd name="connsiteY6" fmla="*/ 32816 h 278671"/>
                <a:gd name="connsiteX7" fmla="*/ 122205 w 122204"/>
                <a:gd name="connsiteY7" fmla="*/ 34205 h 278671"/>
                <a:gd name="connsiteX8" fmla="*/ 122205 w 122204"/>
                <a:gd name="connsiteY8" fmla="*/ 4341 h 278671"/>
                <a:gd name="connsiteX9" fmla="*/ 96688 w 122204"/>
                <a:gd name="connsiteY9" fmla="*/ 0 h 278671"/>
                <a:gd name="connsiteX10" fmla="*/ 36974 w 122204"/>
                <a:gd name="connsiteY10" fmla="*/ 52609 h 278671"/>
                <a:gd name="connsiteX11" fmla="*/ 36974 w 122204"/>
                <a:gd name="connsiteY11" fmla="*/ 88202 h 278671"/>
                <a:gd name="connsiteX12" fmla="*/ 0 w 122204"/>
                <a:gd name="connsiteY12" fmla="*/ 88202 h 278671"/>
                <a:gd name="connsiteX13" fmla="*/ 0 w 122204"/>
                <a:gd name="connsiteY13" fmla="*/ 113726 h 278671"/>
                <a:gd name="connsiteX14" fmla="*/ 36974 w 122204"/>
                <a:gd name="connsiteY14" fmla="*/ 113726 h 278671"/>
                <a:gd name="connsiteX15" fmla="*/ 36974 w 122204"/>
                <a:gd name="connsiteY15" fmla="*/ 278671 h 278671"/>
                <a:gd name="connsiteX16" fmla="*/ 72559 w 122204"/>
                <a:gd name="connsiteY16" fmla="*/ 278671 h 2786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22204" h="278671" fill="norm" stroke="1" extrusionOk="0">
                  <a:moveTo>
                    <a:pt x="72559" y="278671"/>
                  </a:moveTo>
                  <a:lnTo>
                    <a:pt x="72559" y="113726"/>
                  </a:lnTo>
                  <a:lnTo>
                    <a:pt x="116650" y="113726"/>
                  </a:lnTo>
                  <a:lnTo>
                    <a:pt x="116650" y="88202"/>
                  </a:lnTo>
                  <a:lnTo>
                    <a:pt x="72559" y="88202"/>
                  </a:lnTo>
                  <a:lnTo>
                    <a:pt x="72559" y="58339"/>
                  </a:lnTo>
                  <a:cubicBezTo>
                    <a:pt x="72559" y="36983"/>
                    <a:pt x="82454" y="32816"/>
                    <a:pt x="103805" y="32816"/>
                  </a:cubicBezTo>
                  <a:cubicBezTo>
                    <a:pt x="109533" y="32816"/>
                    <a:pt x="115262" y="34205"/>
                    <a:pt x="122205" y="34205"/>
                  </a:cubicBezTo>
                  <a:lnTo>
                    <a:pt x="122205" y="4341"/>
                  </a:lnTo>
                  <a:cubicBezTo>
                    <a:pt x="113699" y="2952"/>
                    <a:pt x="105194" y="0"/>
                    <a:pt x="96688" y="0"/>
                  </a:cubicBezTo>
                  <a:cubicBezTo>
                    <a:pt x="62491" y="0"/>
                    <a:pt x="36974" y="17015"/>
                    <a:pt x="36974" y="52609"/>
                  </a:cubicBezTo>
                  <a:lnTo>
                    <a:pt x="36974" y="88202"/>
                  </a:lnTo>
                  <a:lnTo>
                    <a:pt x="0" y="88202"/>
                  </a:lnTo>
                  <a:lnTo>
                    <a:pt x="0" y="113726"/>
                  </a:lnTo>
                  <a:lnTo>
                    <a:pt x="36974" y="113726"/>
                  </a:lnTo>
                  <a:lnTo>
                    <a:pt x="36974" y="278671"/>
                  </a:lnTo>
                  <a:lnTo>
                    <a:pt x="72559" y="278671"/>
                  </a:lnTo>
                  <a:close/>
                </a:path>
              </a:pathLst>
            </a:custGeom>
            <a:solidFill>
              <a:srgbClr val="FFFFFF"/>
            </a:solidFill>
            <a:ln w="1731" cap="flat">
              <a:noFill/>
              <a:prstDash val="solid"/>
              <a:miter/>
            </a:ln>
          </p:spPr>
          <p:txBody>
            <a:bodyPr rtlCol="0" anchor="ctr"/>
            <a:lstStyle/>
            <a:p>
              <a:pPr>
                <a:defRPr/>
              </a:pPr>
              <a:endParaRPr lang="en-GB"/>
            </a:p>
          </p:txBody>
        </p:sp>
        <p:sp>
          <p:nvSpPr>
            <p:cNvPr id="15" name="Vrije vorm: vorm 14"/>
            <p:cNvSpPr/>
            <p:nvPr/>
          </p:nvSpPr>
          <p:spPr bwMode="auto">
            <a:xfrm>
              <a:off x="2016661" y="6168998"/>
              <a:ext cx="113699" cy="245855"/>
            </a:xfrm>
            <a:custGeom>
              <a:avLst/>
              <a:gdLst>
                <a:gd name="connsiteX0" fmla="*/ 0 w 113699"/>
                <a:gd name="connsiteY0" fmla="*/ 49657 h 245855"/>
                <a:gd name="connsiteX1" fmla="*/ 0 w 113699"/>
                <a:gd name="connsiteY1" fmla="*/ 75180 h 245855"/>
                <a:gd name="connsiteX2" fmla="*/ 32634 w 113699"/>
                <a:gd name="connsiteY2" fmla="*/ 75180 h 245855"/>
                <a:gd name="connsiteX3" fmla="*/ 32634 w 113699"/>
                <a:gd name="connsiteY3" fmla="*/ 196025 h 245855"/>
                <a:gd name="connsiteX4" fmla="*/ 86620 w 113699"/>
                <a:gd name="connsiteY4" fmla="*/ 245856 h 245855"/>
                <a:gd name="connsiteX5" fmla="*/ 110748 w 113699"/>
                <a:gd name="connsiteY5" fmla="*/ 243078 h 245855"/>
                <a:gd name="connsiteX6" fmla="*/ 110748 w 113699"/>
                <a:gd name="connsiteY6" fmla="*/ 215992 h 245855"/>
                <a:gd name="connsiteX7" fmla="*/ 92348 w 113699"/>
                <a:gd name="connsiteY7" fmla="*/ 218770 h 245855"/>
                <a:gd name="connsiteX8" fmla="*/ 69608 w 113699"/>
                <a:gd name="connsiteY8" fmla="*/ 198803 h 245855"/>
                <a:gd name="connsiteX9" fmla="*/ 69608 w 113699"/>
                <a:gd name="connsiteY9" fmla="*/ 76743 h 245855"/>
                <a:gd name="connsiteX10" fmla="*/ 113699 w 113699"/>
                <a:gd name="connsiteY10" fmla="*/ 76743 h 245855"/>
                <a:gd name="connsiteX11" fmla="*/ 113699 w 113699"/>
                <a:gd name="connsiteY11" fmla="*/ 51220 h 245855"/>
                <a:gd name="connsiteX12" fmla="*/ 69608 w 113699"/>
                <a:gd name="connsiteY12" fmla="*/ 51220 h 245855"/>
                <a:gd name="connsiteX13" fmla="*/ 69608 w 113699"/>
                <a:gd name="connsiteY13" fmla="*/ 0 h 245855"/>
                <a:gd name="connsiteX14" fmla="*/ 34023 w 113699"/>
                <a:gd name="connsiteY14" fmla="*/ 11459 h 245855"/>
                <a:gd name="connsiteX15" fmla="*/ 34023 w 113699"/>
                <a:gd name="connsiteY15" fmla="*/ 51220 h 245855"/>
                <a:gd name="connsiteX16" fmla="*/ 0 w 113699"/>
                <a:gd name="connsiteY16" fmla="*/ 49657 h 2458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13699" h="245855" fill="norm" stroke="1" extrusionOk="0">
                  <a:moveTo>
                    <a:pt x="0" y="49657"/>
                  </a:moveTo>
                  <a:lnTo>
                    <a:pt x="0" y="75180"/>
                  </a:lnTo>
                  <a:lnTo>
                    <a:pt x="32634" y="75180"/>
                  </a:lnTo>
                  <a:lnTo>
                    <a:pt x="32634" y="196025"/>
                  </a:lnTo>
                  <a:cubicBezTo>
                    <a:pt x="32634" y="221548"/>
                    <a:pt x="32634" y="245856"/>
                    <a:pt x="86620" y="245856"/>
                  </a:cubicBezTo>
                  <a:cubicBezTo>
                    <a:pt x="95125" y="245856"/>
                    <a:pt x="102243" y="244467"/>
                    <a:pt x="110748" y="243078"/>
                  </a:cubicBezTo>
                  <a:lnTo>
                    <a:pt x="110748" y="215992"/>
                  </a:lnTo>
                  <a:cubicBezTo>
                    <a:pt x="105020" y="217381"/>
                    <a:pt x="97903" y="218770"/>
                    <a:pt x="92348" y="218770"/>
                  </a:cubicBezTo>
                  <a:cubicBezTo>
                    <a:pt x="79503" y="218770"/>
                    <a:pt x="69608" y="211651"/>
                    <a:pt x="69608" y="198803"/>
                  </a:cubicBezTo>
                  <a:lnTo>
                    <a:pt x="69608" y="76743"/>
                  </a:lnTo>
                  <a:lnTo>
                    <a:pt x="113699" y="76743"/>
                  </a:lnTo>
                  <a:lnTo>
                    <a:pt x="113699" y="51220"/>
                  </a:lnTo>
                  <a:lnTo>
                    <a:pt x="69608" y="51220"/>
                  </a:lnTo>
                  <a:lnTo>
                    <a:pt x="69608" y="0"/>
                  </a:lnTo>
                  <a:lnTo>
                    <a:pt x="34023" y="11459"/>
                  </a:lnTo>
                  <a:lnTo>
                    <a:pt x="34023" y="51220"/>
                  </a:lnTo>
                  <a:lnTo>
                    <a:pt x="0" y="49657"/>
                  </a:lnTo>
                  <a:close/>
                </a:path>
              </a:pathLst>
            </a:custGeom>
            <a:solidFill>
              <a:srgbClr val="FFFFFF"/>
            </a:solidFill>
            <a:ln w="1731" cap="flat">
              <a:noFill/>
              <a:prstDash val="solid"/>
              <a:miter/>
            </a:ln>
          </p:spPr>
          <p:txBody>
            <a:bodyPr rtlCol="0" anchor="ctr"/>
            <a:lstStyle/>
            <a:p>
              <a:pPr>
                <a:defRPr/>
              </a:pPr>
              <a:endParaRPr lang="en-GB"/>
            </a:p>
          </p:txBody>
        </p:sp>
        <p:sp>
          <p:nvSpPr>
            <p:cNvPr id="16" name="Vrije vorm: vorm 15"/>
            <p:cNvSpPr/>
            <p:nvPr/>
          </p:nvSpPr>
          <p:spPr bwMode="auto">
            <a:xfrm>
              <a:off x="1332730" y="6134967"/>
              <a:ext cx="221843" cy="272941"/>
            </a:xfrm>
            <a:custGeom>
              <a:avLst/>
              <a:gdLst>
                <a:gd name="connsiteX0" fmla="*/ 0 w 221843"/>
                <a:gd name="connsiteY0" fmla="*/ 272941 h 272941"/>
                <a:gd name="connsiteX1" fmla="*/ 93910 w 221843"/>
                <a:gd name="connsiteY1" fmla="*/ 272941 h 272941"/>
                <a:gd name="connsiteX2" fmla="*/ 221844 w 221843"/>
                <a:gd name="connsiteY2" fmla="*/ 136471 h 272941"/>
                <a:gd name="connsiteX3" fmla="*/ 93910 w 221843"/>
                <a:gd name="connsiteY3" fmla="*/ 0 h 272941"/>
                <a:gd name="connsiteX4" fmla="*/ 0 w 221843"/>
                <a:gd name="connsiteY4" fmla="*/ 0 h 272941"/>
                <a:gd name="connsiteX5" fmla="*/ 0 w 221843"/>
                <a:gd name="connsiteY5" fmla="*/ 272941 h 272941"/>
                <a:gd name="connsiteX6" fmla="*/ 38363 w 221843"/>
                <a:gd name="connsiteY6" fmla="*/ 32468 h 272941"/>
                <a:gd name="connsiteX7" fmla="*/ 93737 w 221843"/>
                <a:gd name="connsiteY7" fmla="*/ 32468 h 272941"/>
                <a:gd name="connsiteX8" fmla="*/ 183307 w 221843"/>
                <a:gd name="connsiteY8" fmla="*/ 136297 h 272941"/>
                <a:gd name="connsiteX9" fmla="*/ 93737 w 221843"/>
                <a:gd name="connsiteY9" fmla="*/ 240126 h 272941"/>
                <a:gd name="connsiteX10" fmla="*/ 38363 w 221843"/>
                <a:gd name="connsiteY10" fmla="*/ 240126 h 272941"/>
                <a:gd name="connsiteX11" fmla="*/ 38363 w 221843"/>
                <a:gd name="connsiteY11" fmla="*/ 32468 h 2729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21843" h="272941" fill="norm" stroke="1" extrusionOk="0">
                  <a:moveTo>
                    <a:pt x="0" y="272941"/>
                  </a:moveTo>
                  <a:lnTo>
                    <a:pt x="93910" y="272941"/>
                  </a:lnTo>
                  <a:cubicBezTo>
                    <a:pt x="210561" y="272941"/>
                    <a:pt x="221844" y="174842"/>
                    <a:pt x="221844" y="136471"/>
                  </a:cubicBezTo>
                  <a:cubicBezTo>
                    <a:pt x="221844" y="99488"/>
                    <a:pt x="208998" y="0"/>
                    <a:pt x="93910" y="0"/>
                  </a:cubicBezTo>
                  <a:lnTo>
                    <a:pt x="0" y="0"/>
                  </a:lnTo>
                  <a:lnTo>
                    <a:pt x="0" y="272941"/>
                  </a:lnTo>
                  <a:close/>
                  <a:moveTo>
                    <a:pt x="38363" y="32468"/>
                  </a:moveTo>
                  <a:lnTo>
                    <a:pt x="93737" y="32468"/>
                  </a:lnTo>
                  <a:cubicBezTo>
                    <a:pt x="156228" y="32468"/>
                    <a:pt x="183307" y="79347"/>
                    <a:pt x="183307" y="136297"/>
                  </a:cubicBezTo>
                  <a:cubicBezTo>
                    <a:pt x="183307" y="193247"/>
                    <a:pt x="157790" y="240126"/>
                    <a:pt x="93737" y="240126"/>
                  </a:cubicBezTo>
                  <a:lnTo>
                    <a:pt x="38363" y="240126"/>
                  </a:lnTo>
                  <a:cubicBezTo>
                    <a:pt x="38363" y="240126"/>
                    <a:pt x="38363" y="32468"/>
                    <a:pt x="38363" y="32468"/>
                  </a:cubicBezTo>
                  <a:close/>
                </a:path>
              </a:pathLst>
            </a:custGeom>
            <a:solidFill>
              <a:srgbClr val="FFFFFF"/>
            </a:solidFill>
            <a:ln w="1731" cap="flat">
              <a:noFill/>
              <a:prstDash val="solid"/>
              <a:miter/>
            </a:ln>
          </p:spPr>
          <p:txBody>
            <a:bodyPr rtlCol="0" anchor="ctr"/>
            <a:lstStyle/>
            <a:p>
              <a:pPr>
                <a:defRPr/>
              </a:pPr>
              <a:endParaRPr lang="en-GB"/>
            </a:p>
          </p:txBody>
        </p:sp>
      </p:grpSp>
      <p:sp>
        <p:nvSpPr>
          <p:cNvPr id="1835648751" name="Tijdelijke aanduiding voor tekst 3"/>
          <p:cNvSpPr>
            <a:spLocks noGrp="1"/>
          </p:cNvSpPr>
          <p:nvPr>
            <p:ph type="body" sz="quarter" idx="10" hasCustomPrompt="1"/>
          </p:nvPr>
        </p:nvSpPr>
        <p:spPr bwMode="auto">
          <a:xfrm>
            <a:off x="719138" y="3950387"/>
            <a:ext cx="5865553" cy="1333698"/>
          </a:xfrm>
        </p:spPr>
        <p:txBody>
          <a:bodyPr wrap="square" anchor="b" anchorCtr="0">
            <a:spAutoFit/>
          </a:bodyPr>
          <a:lstStyle>
            <a:lvl1pPr marL="0" indent="0" algn="l">
              <a:lnSpc>
                <a:spcPts val="5200"/>
              </a:lnSpc>
              <a:spcBef>
                <a:spcPts val="0"/>
              </a:spcBef>
              <a:spcAft>
                <a:spcPts val="0"/>
              </a:spcAft>
              <a:buNone/>
              <a:defRPr sz="4800" b="1" i="0">
                <a:solidFill>
                  <a:schemeClr val="bg1"/>
                </a:solidFill>
                <a:latin typeface="+mj-lt"/>
              </a:defRPr>
            </a:lvl1pPr>
            <a:lvl2pPr marL="0" indent="0" algn="r">
              <a:buNone/>
              <a:defRPr sz="4400" b="1" i="0">
                <a:solidFill>
                  <a:schemeClr val="bg1"/>
                </a:solidFill>
                <a:latin typeface="+mj-lt"/>
              </a:defRPr>
            </a:lvl2pPr>
            <a:lvl3pPr marL="0" indent="0" algn="r">
              <a:buFont typeface="Arial"/>
              <a:buNone/>
              <a:defRPr sz="4400" b="1" i="0">
                <a:solidFill>
                  <a:schemeClr val="bg1"/>
                </a:solidFill>
                <a:latin typeface="+mj-lt"/>
              </a:defRPr>
            </a:lvl3pPr>
            <a:lvl4pPr marL="0" indent="0" algn="r">
              <a:buFont typeface="Arial"/>
              <a:buNone/>
              <a:defRPr sz="4400" b="1" i="0">
                <a:solidFill>
                  <a:schemeClr val="bg1"/>
                </a:solidFill>
                <a:latin typeface="+mj-lt"/>
              </a:defRPr>
            </a:lvl4pPr>
            <a:lvl5pPr marL="0" indent="0" algn="r">
              <a:buFont typeface="Arial"/>
              <a:buNone/>
              <a:defRPr sz="4400" b="1" i="0">
                <a:solidFill>
                  <a:schemeClr val="bg1"/>
                </a:solidFill>
                <a:latin typeface="+mj-lt"/>
              </a:defRPr>
            </a:lvl5pPr>
            <a:lvl6pPr marL="0" indent="0" algn="r">
              <a:buFont typeface="Arial"/>
              <a:buNone/>
              <a:defRPr sz="4400" b="1" i="0">
                <a:solidFill>
                  <a:schemeClr val="bg1"/>
                </a:solidFill>
                <a:latin typeface="+mj-lt"/>
              </a:defRPr>
            </a:lvl6pPr>
            <a:lvl7pPr marL="0" indent="0" algn="r">
              <a:buFont typeface="Arial"/>
              <a:buNone/>
              <a:defRPr sz="4400" b="1" i="0">
                <a:solidFill>
                  <a:schemeClr val="bg1"/>
                </a:solidFill>
                <a:latin typeface="+mj-lt"/>
              </a:defRPr>
            </a:lvl7pPr>
            <a:lvl8pPr marL="0" indent="0" algn="r">
              <a:buFont typeface="Arial"/>
              <a:buNone/>
              <a:defRPr sz="4400" b="1" i="0">
                <a:solidFill>
                  <a:schemeClr val="bg1"/>
                </a:solidFill>
                <a:latin typeface="+mj-lt"/>
              </a:defRPr>
            </a:lvl8pPr>
            <a:lvl9pPr marL="0" indent="0" algn="r">
              <a:buFont typeface="Arial"/>
              <a:buNone/>
              <a:defRPr sz="4400" b="1" i="0">
                <a:solidFill>
                  <a:schemeClr val="bg1"/>
                </a:solidFill>
                <a:latin typeface="+mj-lt"/>
              </a:defRPr>
            </a:lvl9pPr>
          </a:lstStyle>
          <a:p>
            <a:pPr lvl="0">
              <a:defRPr/>
            </a:pPr>
            <a:r>
              <a:rPr lang="en-GB"/>
              <a:t>Title slide</a:t>
            </a:r>
            <a:br>
              <a:rPr lang="en-GB"/>
            </a:br>
            <a:r>
              <a:rPr lang="en-GB"/>
              <a:t>max. 3 lines</a:t>
            </a:r>
            <a:endParaRPr/>
          </a:p>
        </p:txBody>
      </p:sp>
      <p:sp>
        <p:nvSpPr>
          <p:cNvPr id="248590882" name="Tijdelijke aanduiding voor tekst 5"/>
          <p:cNvSpPr>
            <a:spLocks noGrp="1"/>
          </p:cNvSpPr>
          <p:nvPr>
            <p:ph type="body" sz="quarter" idx="11" hasCustomPrompt="1"/>
          </p:nvPr>
        </p:nvSpPr>
        <p:spPr bwMode="auto">
          <a:xfrm>
            <a:off x="719137" y="5404234"/>
            <a:ext cx="5871541" cy="332399"/>
          </a:xfrm>
        </p:spPr>
        <p:txBody>
          <a:bodyPr wrap="square">
            <a:spAutoFit/>
          </a:bodyPr>
          <a:lstStyle>
            <a:lvl1pPr marL="0" indent="0" algn="l">
              <a:buFont typeface="Arial"/>
              <a:buNone/>
              <a:defRPr sz="2400" b="0" i="0">
                <a:solidFill>
                  <a:schemeClr val="tx2"/>
                </a:solidFill>
                <a:latin typeface="+mn-lt"/>
              </a:defRPr>
            </a:lvl1pPr>
            <a:lvl2pPr marL="0" indent="0" algn="r">
              <a:buFont typeface="Arial"/>
              <a:buNone/>
              <a:defRPr sz="2400" b="0" i="0">
                <a:solidFill>
                  <a:schemeClr val="bg1"/>
                </a:solidFill>
                <a:latin typeface="+mn-lt"/>
              </a:defRPr>
            </a:lvl2pPr>
            <a:lvl3pPr marL="0" indent="0" algn="r">
              <a:buFont typeface="Arial"/>
              <a:buNone/>
              <a:defRPr sz="2400" b="0" i="0">
                <a:solidFill>
                  <a:schemeClr val="bg1"/>
                </a:solidFill>
                <a:latin typeface="+mn-lt"/>
              </a:defRPr>
            </a:lvl3pPr>
            <a:lvl4pPr marL="0" indent="0" algn="r">
              <a:buFont typeface="Arial"/>
              <a:buNone/>
              <a:defRPr sz="2400" b="0" i="0">
                <a:solidFill>
                  <a:schemeClr val="bg1"/>
                </a:solidFill>
                <a:latin typeface="+mn-lt"/>
              </a:defRPr>
            </a:lvl4pPr>
            <a:lvl5pPr marL="0" indent="0" algn="r">
              <a:buFont typeface="Arial"/>
              <a:buNone/>
              <a:defRPr sz="2400" b="0" i="0">
                <a:solidFill>
                  <a:schemeClr val="bg1"/>
                </a:solidFill>
                <a:latin typeface="+mn-lt"/>
              </a:defRPr>
            </a:lvl5pPr>
            <a:lvl6pPr marL="0" indent="0" algn="r">
              <a:buFont typeface="Arial"/>
              <a:buNone/>
              <a:defRPr sz="2400" b="0" i="0">
                <a:solidFill>
                  <a:schemeClr val="bg1"/>
                </a:solidFill>
                <a:latin typeface="+mn-lt"/>
              </a:defRPr>
            </a:lvl6pPr>
            <a:lvl7pPr marL="0" indent="0" algn="r">
              <a:buFont typeface="Arial"/>
              <a:buNone/>
              <a:defRPr sz="2400" b="0" i="0">
                <a:solidFill>
                  <a:schemeClr val="bg1"/>
                </a:solidFill>
                <a:latin typeface="+mn-lt"/>
              </a:defRPr>
            </a:lvl7pPr>
            <a:lvl8pPr marL="0" indent="0" algn="r">
              <a:buFont typeface="Arial"/>
              <a:buNone/>
              <a:defRPr sz="2400" b="0" i="0">
                <a:solidFill>
                  <a:schemeClr val="bg1"/>
                </a:solidFill>
                <a:latin typeface="+mn-lt"/>
              </a:defRPr>
            </a:lvl8pPr>
            <a:lvl9pPr marL="0" indent="0" algn="r">
              <a:buFont typeface="Arial"/>
              <a:buNone/>
              <a:defRPr sz="2400" b="0" i="0">
                <a:solidFill>
                  <a:schemeClr val="bg1"/>
                </a:solidFill>
                <a:latin typeface="+mn-lt"/>
              </a:defRPr>
            </a:lvl9pPr>
          </a:lstStyle>
          <a:p>
            <a:pPr lvl="0">
              <a:defRPr/>
            </a:pPr>
            <a:r>
              <a:rPr lang="en-GB"/>
              <a:t>Subtitle | Name speaker</a:t>
            </a:r>
            <a:endParaRPr/>
          </a:p>
        </p:txBody>
      </p:sp>
      <p:sp>
        <p:nvSpPr>
          <p:cNvPr id="106969732" name="Tijdelijke aanduiding voor datum 16"/>
          <p:cNvSpPr>
            <a:spLocks noGrp="1"/>
          </p:cNvSpPr>
          <p:nvPr>
            <p:ph type="dt" sz="half" idx="12"/>
          </p:nvPr>
        </p:nvSpPr>
        <p:spPr bwMode="auto">
          <a:xfrm>
            <a:off x="719137" y="5813671"/>
            <a:ext cx="766235" cy="184666"/>
          </a:xfrm>
        </p:spPr>
        <p:txBody>
          <a:bodyPr/>
          <a:lstStyle>
            <a:lvl1pPr algn="l">
              <a:defRPr sz="1200">
                <a:solidFill>
                  <a:schemeClr val="tx2"/>
                </a:solidFill>
              </a:defRPr>
            </a:lvl1pPr>
          </a:lstStyle>
          <a:p>
            <a:pPr>
              <a:defRPr/>
            </a:pPr>
            <a:fld id="{190CA508-B273-4D53-A64E-FB05E270E0EA}" type="datetime1">
              <a:rPr lang="nl-NL"/>
              <a:t>10-3-2025</a:t>
            </a:fld>
            <a:endParaRPr lang="en-GB"/>
          </a:p>
        </p:txBody>
      </p:sp>
      <p:sp>
        <p:nvSpPr>
          <p:cNvPr id="2074986941" name="Tijdelijke aanduiding voor afbeelding 16"/>
          <p:cNvSpPr>
            <a:spLocks noAdjustHandles="1" noChangeArrowheads="1" noChangeShapeType="1" noEditPoints="1" noGrp="1" noMove="1" noResize="1" noRot="1"/>
          </p:cNvSpPr>
          <p:nvPr>
            <p:ph type="pic" sz="quarter" idx="13" hasCustomPrompt="1"/>
          </p:nvPr>
        </p:nvSpPr>
        <p:spPr bwMode="auto">
          <a:xfrm>
            <a:off x="7308357" y="0"/>
            <a:ext cx="4883643" cy="6858000"/>
          </a:xfrm>
          <a:prstGeom prst="rect">
            <a:avLst/>
          </a:prstGeom>
          <a:pattFill prst="pct60">
            <a:fgClr>
              <a:schemeClr val="bg1">
                <a:lumMod val="95000"/>
              </a:schemeClr>
            </a:fgClr>
            <a:bgClr>
              <a:schemeClr val="bg1">
                <a:lumMod val="85000"/>
              </a:schemeClr>
            </a:bgClr>
          </a:pattFill>
        </p:spPr>
        <p:txBody>
          <a:bodyPr tIns="0" bIns="1260000" anchor="ctr" anchorCtr="0"/>
          <a:lstStyle>
            <a:lvl1pPr marL="0" indent="0" algn="ctr">
              <a:lnSpc>
                <a:spcPct val="100000"/>
              </a:lnSpc>
              <a:spcBef>
                <a:spcPts val="0"/>
              </a:spcBef>
              <a:spcAft>
                <a:spcPts val="0"/>
              </a:spcAft>
              <a:buNone/>
              <a:defRPr sz="1200" i="1">
                <a:solidFill>
                  <a:schemeClr val="bg1">
                    <a:lumMod val="50000"/>
                  </a:schemeClr>
                </a:solidFill>
              </a:defRPr>
            </a:lvl1pPr>
          </a:lstStyle>
          <a:p>
            <a:pPr>
              <a:defRPr/>
            </a:pPr>
            <a:r>
              <a:rPr lang="en-GB"/>
              <a:t>Select this placeholder, go to the tab ‘</a:t>
            </a:r>
            <a:r>
              <a:rPr lang="en-GB"/>
              <a:t>Slidebuilder</a:t>
            </a:r>
            <a:r>
              <a:rPr lang="en-GB"/>
              <a:t>’, </a:t>
            </a:r>
            <a:br>
              <a:rPr lang="en-GB"/>
            </a:br>
            <a:r>
              <a:rPr lang="en-GB"/>
              <a:t>click on ‘Images’, select the preferred image </a:t>
            </a:r>
            <a:br>
              <a:rPr lang="en-GB"/>
            </a:br>
            <a:r>
              <a:rPr lang="en-GB"/>
              <a:t>and click on ‘Insert’.</a:t>
            </a:r>
            <a:endParaRPr/>
          </a:p>
        </p:txBody>
      </p:sp>
      <p:grpSp>
        <p:nvGrpSpPr>
          <p:cNvPr id="1440618503" name="INSTRUCTION"/>
          <p:cNvGrpSpPr/>
          <p:nvPr userDrawn="1"/>
        </p:nvGrpSpPr>
        <p:grpSpPr bwMode="auto">
          <a:xfrm>
            <a:off x="12377595" y="-1"/>
            <a:ext cx="3693386" cy="6640349"/>
            <a:chOff x="-3786165" y="-1"/>
            <a:chExt cx="3693386" cy="6640349"/>
          </a:xfrm>
        </p:grpSpPr>
        <p:sp>
          <p:nvSpPr>
            <p:cNvPr id="7" name="Rechthoek 6"/>
            <p:cNvSpPr/>
            <p:nvPr userDrawn="1"/>
          </p:nvSpPr>
          <p:spPr bwMode="auto">
            <a:xfrm>
              <a:off x="-3786165" y="-1"/>
              <a:ext cx="3593091" cy="5991727"/>
            </a:xfrm>
            <a:prstGeom prst="rect">
              <a:avLst/>
            </a:prstGeom>
            <a:solidFill>
              <a:srgbClr val="FFFFFF"/>
            </a:solidFill>
            <a:ln w="6350">
              <a:solidFill>
                <a:srgbClr val="ECECEC"/>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noAutofit/>
            </a:bodyPr>
            <a:lstStyle/>
            <a:p>
              <a:pPr algn="l">
                <a:lnSpc>
                  <a:spcPct val="90000"/>
                </a:lnSpc>
                <a:spcBef>
                  <a:spcPts val="600"/>
                </a:spcBef>
                <a:spcAft>
                  <a:spcPts val="600"/>
                </a:spcAft>
                <a:defRPr/>
              </a:pPr>
              <a:r>
                <a:rPr lang="en-GB" sz="1400" b="1" cap="all">
                  <a:solidFill>
                    <a:schemeClr val="accent1"/>
                  </a:solidFill>
                  <a:latin typeface="Calibri"/>
                  <a:cs typeface="Calibri"/>
                </a:rPr>
                <a:t>Insert/edit an image</a:t>
              </a:r>
              <a:endParaRPr/>
            </a:p>
          </p:txBody>
        </p:sp>
        <p:sp>
          <p:nvSpPr>
            <p:cNvPr id="18" name="Ovaal 17"/>
            <p:cNvSpPr/>
            <p:nvPr userDrawn="1"/>
          </p:nvSpPr>
          <p:spPr bwMode="auto">
            <a:xfrm>
              <a:off x="-3603587" y="465324"/>
              <a:ext cx="180000" cy="180000"/>
            </a:xfrm>
            <a:prstGeom prst="ellipse">
              <a:avLst/>
            </a:prstGeom>
            <a:solidFill>
              <a:schemeClr val="accent1"/>
            </a:solidFill>
            <a:ln w="25400" cap="flat" cmpd="sng" algn="ctr">
              <a:noFill/>
              <a:prstDash val="solid"/>
            </a:ln>
            <a:effectLst/>
          </p:spPr>
          <p:txBody>
            <a:bodyPr wrap="none" lIns="0" tIns="0" rIns="0" bIns="0" rtlCol="0" anchor="ctr">
              <a:noAutofit/>
            </a:bodyP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1</a:t>
              </a:r>
              <a:endParaRPr/>
            </a:p>
          </p:txBody>
        </p:sp>
        <p:sp>
          <p:nvSpPr>
            <p:cNvPr id="19" name="Rechthoek 18"/>
            <p:cNvSpPr/>
            <p:nvPr userDrawn="1"/>
          </p:nvSpPr>
          <p:spPr bwMode="auto">
            <a:xfrm>
              <a:off x="-3319415" y="465324"/>
              <a:ext cx="2962706" cy="668152"/>
            </a:xfrm>
            <a:prstGeom prst="rect">
              <a:avLst/>
            </a:prstGeom>
            <a:noFill/>
            <a:ln w="25400" cap="flat" cmpd="sng" algn="ctr">
              <a:noFill/>
              <a:prstDash val="solid"/>
            </a:ln>
            <a:effectLst/>
          </p:spPr>
          <p:txBody>
            <a:bodyPr lIns="0" tIns="0" rIns="0" bIns="0" rtlCol="0" anchor="t">
              <a:noAutofit/>
            </a:bodyPr>
            <a:lstStyle/>
            <a:p>
              <a:pPr marL="0" marR="0" lvl="0" indent="0" defTabSz="914400">
                <a:lnSpc>
                  <a:spcPct val="90000"/>
                </a:lnSpc>
                <a:spcBef>
                  <a:spcPts val="600"/>
                </a:spcBef>
                <a:spcAft>
                  <a:spcPts val="600"/>
                </a:spcAft>
                <a:buClrTx/>
                <a:buSzTx/>
                <a:buFontTx/>
                <a:buNone/>
                <a:defRPr/>
              </a:pPr>
              <a:r>
                <a:rPr lang="en-GB" sz="1200" b="0" i="0" u="none" strike="noStrike" cap="none" spc="0">
                  <a:ln>
                    <a:noFill/>
                  </a:ln>
                  <a:solidFill>
                    <a:srgbClr val="000000"/>
                  </a:solidFill>
                  <a:latin typeface="Calibri"/>
                  <a:cs typeface="Calibri"/>
                </a:rPr>
                <a:t>If necessary, delete the existing image</a:t>
              </a:r>
              <a:br>
                <a:rPr lang="en-GB" sz="1200" b="0" i="0" u="none" strike="noStrike" cap="none" spc="0">
                  <a:ln>
                    <a:noFill/>
                  </a:ln>
                  <a:solidFill>
                    <a:srgbClr val="000000"/>
                  </a:solidFill>
                  <a:latin typeface="Calibri"/>
                  <a:cs typeface="Calibri"/>
                </a:rPr>
              </a:br>
              <a:r>
                <a:rPr lang="en-GB" sz="1200" b="0" i="0" u="none" strike="noStrike" cap="none" spc="0">
                  <a:ln>
                    <a:noFill/>
                  </a:ln>
                  <a:solidFill>
                    <a:srgbClr val="000000"/>
                  </a:solidFill>
                  <a:latin typeface="Calibri"/>
                  <a:cs typeface="Calibri"/>
                </a:rPr>
                <a:t>by using the </a:t>
              </a:r>
              <a:r>
                <a:rPr lang="en-GB" sz="1200" b="1" i="0" u="none" strike="noStrike" cap="none" spc="0">
                  <a:ln>
                    <a:noFill/>
                  </a:ln>
                  <a:solidFill>
                    <a:srgbClr val="000000"/>
                  </a:solidFill>
                  <a:latin typeface="Calibri"/>
                  <a:cs typeface="Calibri"/>
                </a:rPr>
                <a:t>‘Backspace key’</a:t>
              </a:r>
              <a:r>
                <a:rPr lang="en-GB" sz="1200" b="0" i="0" u="none" strike="noStrike" cap="none" spc="0">
                  <a:ln>
                    <a:noFill/>
                  </a:ln>
                  <a:solidFill>
                    <a:srgbClr val="000000"/>
                  </a:solidFill>
                  <a:latin typeface="Calibri"/>
                  <a:cs typeface="Calibri"/>
                </a:rPr>
                <a:t>. Select the placeholder, go to the tab </a:t>
              </a:r>
              <a:r>
                <a:rPr lang="en-GB" sz="1200" b="1" i="0" u="none" strike="noStrike" cap="none" spc="0">
                  <a:ln>
                    <a:noFill/>
                  </a:ln>
                  <a:solidFill>
                    <a:srgbClr val="000000"/>
                  </a:solidFill>
                  <a:latin typeface="Calibri"/>
                  <a:ea typeface="+mn-ea"/>
                  <a:cs typeface="Calibri"/>
                </a:rPr>
                <a:t>‘</a:t>
              </a:r>
              <a:r>
                <a:rPr lang="en-GB" sz="1200" b="1" i="0" u="none" strike="noStrike" cap="none" spc="0">
                  <a:ln>
                    <a:noFill/>
                  </a:ln>
                  <a:solidFill>
                    <a:srgbClr val="000000"/>
                  </a:solidFill>
                  <a:latin typeface="Calibri"/>
                  <a:ea typeface="+mn-ea"/>
                  <a:cs typeface="Calibri"/>
                </a:rPr>
                <a:t>Slidebuilder</a:t>
              </a:r>
              <a:r>
                <a:rPr lang="en-GB" sz="1200" b="1" i="0" u="none" strike="noStrike" cap="none" spc="0">
                  <a:ln>
                    <a:noFill/>
                  </a:ln>
                  <a:solidFill>
                    <a:srgbClr val="000000"/>
                  </a:solidFill>
                  <a:latin typeface="Calibri"/>
                  <a:ea typeface="+mn-ea"/>
                  <a:cs typeface="Calibri"/>
                </a:rPr>
                <a:t>’</a:t>
              </a:r>
              <a:r>
                <a:rPr lang="en-GB" sz="1200" b="0" i="0" u="none" strike="noStrike" cap="none" spc="0">
                  <a:ln>
                    <a:noFill/>
                  </a:ln>
                  <a:solidFill>
                    <a:srgbClr val="000000"/>
                  </a:solidFill>
                  <a:latin typeface="Calibri"/>
                  <a:cs typeface="Calibri"/>
                </a:rPr>
                <a:t> and click on the button </a:t>
              </a:r>
              <a:r>
                <a:rPr lang="en-GB" sz="1200" b="1" i="0" u="none" strike="noStrike" cap="none" spc="0">
                  <a:ln>
                    <a:noFill/>
                  </a:ln>
                  <a:solidFill>
                    <a:srgbClr val="000000"/>
                  </a:solidFill>
                  <a:latin typeface="Calibri"/>
                  <a:ea typeface="+mn-ea"/>
                  <a:cs typeface="Calibri"/>
                </a:rPr>
                <a:t>‘Images’</a:t>
              </a:r>
              <a:r>
                <a:rPr lang="en-GB" sz="1200" b="0" i="0" u="none" strike="noStrike" cap="none" spc="0">
                  <a:ln>
                    <a:noFill/>
                  </a:ln>
                  <a:solidFill>
                    <a:srgbClr val="000000"/>
                  </a:solidFill>
                  <a:latin typeface="Calibri"/>
                  <a:ea typeface="+mn-ea"/>
                  <a:cs typeface="Calibri"/>
                </a:rPr>
                <a:t>.</a:t>
              </a:r>
              <a:endParaRPr lang="en-GB" sz="1200" b="0" i="0" u="none" strike="noStrike" cap="none" spc="0">
                <a:ln>
                  <a:noFill/>
                </a:ln>
                <a:solidFill>
                  <a:srgbClr val="000000"/>
                </a:solidFill>
                <a:latin typeface="Calibri"/>
                <a:cs typeface="Calibri"/>
              </a:endParaRPr>
            </a:p>
          </p:txBody>
        </p:sp>
        <p:sp>
          <p:nvSpPr>
            <p:cNvPr id="21" name="Ovaal 20"/>
            <p:cNvSpPr/>
            <p:nvPr userDrawn="1"/>
          </p:nvSpPr>
          <p:spPr bwMode="auto">
            <a:xfrm>
              <a:off x="-3603587" y="2633935"/>
              <a:ext cx="180000" cy="180000"/>
            </a:xfrm>
            <a:prstGeom prst="ellipse">
              <a:avLst/>
            </a:prstGeom>
            <a:solidFill>
              <a:schemeClr val="accent1"/>
            </a:solidFill>
            <a:ln w="25400" cap="flat" cmpd="sng" algn="ctr">
              <a:noFill/>
              <a:prstDash val="solid"/>
            </a:ln>
            <a:effectLst/>
          </p:spPr>
          <p:txBody>
            <a:bodyPr wrap="none" lIns="0" tIns="0" rIns="0" bIns="0" rtlCol="0" anchor="ctr">
              <a:noAutofit/>
            </a:bodyP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3</a:t>
              </a:r>
              <a:endParaRPr/>
            </a:p>
          </p:txBody>
        </p:sp>
        <p:sp>
          <p:nvSpPr>
            <p:cNvPr id="22" name="Rechthoek 21"/>
            <p:cNvSpPr/>
            <p:nvPr userDrawn="1"/>
          </p:nvSpPr>
          <p:spPr bwMode="auto">
            <a:xfrm>
              <a:off x="-3319416" y="2633935"/>
              <a:ext cx="3126341" cy="462795"/>
            </a:xfrm>
            <a:prstGeom prst="rect">
              <a:avLst/>
            </a:prstGeom>
            <a:noFill/>
            <a:ln w="25400" cap="flat" cmpd="sng" algn="ctr">
              <a:noFill/>
              <a:prstDash val="solid"/>
            </a:ln>
            <a:effectLst/>
          </p:spPr>
          <p:txBody>
            <a:bodyPr lIns="0" tIns="0" rIns="0" bIns="0" rtlCol="0" anchor="t">
              <a:noAutofit/>
            </a:bodyPr>
            <a:lstStyle/>
            <a:p>
              <a:pPr marL="0" marR="0" lvl="0" indent="0" defTabSz="914400">
                <a:lnSpc>
                  <a:spcPct val="90000"/>
                </a:lnSpc>
                <a:spcBef>
                  <a:spcPts val="600"/>
                </a:spcBef>
                <a:spcAft>
                  <a:spcPts val="600"/>
                </a:spcAft>
                <a:buClrTx/>
                <a:buSzTx/>
                <a:buFontTx/>
                <a:buNone/>
                <a:defRPr/>
              </a:pPr>
              <a:r>
                <a:rPr lang="en-GB" sz="1200" b="0" i="0" u="none" strike="noStrike" cap="none" spc="0">
                  <a:ln>
                    <a:noFill/>
                  </a:ln>
                  <a:solidFill>
                    <a:srgbClr val="000000"/>
                  </a:solidFill>
                  <a:latin typeface="Calibri"/>
                  <a:cs typeface="Calibri"/>
                </a:rPr>
                <a:t>Click with the right mouse button on the thumbnail display of the slide on the left side </a:t>
              </a:r>
              <a:br>
                <a:rPr lang="en-GB" sz="1200" b="0" i="0" u="none" strike="noStrike" cap="none" spc="0">
                  <a:ln>
                    <a:noFill/>
                  </a:ln>
                  <a:solidFill>
                    <a:srgbClr val="000000"/>
                  </a:solidFill>
                  <a:latin typeface="Calibri"/>
                  <a:cs typeface="Calibri"/>
                </a:rPr>
              </a:br>
              <a:r>
                <a:rPr lang="en-GB" sz="1200" b="0" i="0" u="none" strike="noStrike" cap="none" spc="0">
                  <a:ln>
                    <a:noFill/>
                  </a:ln>
                  <a:solidFill>
                    <a:srgbClr val="000000"/>
                  </a:solidFill>
                  <a:latin typeface="Calibri"/>
                  <a:cs typeface="Calibri"/>
                </a:rPr>
                <a:t>of the screen and choose </a:t>
              </a:r>
              <a:r>
                <a:rPr lang="en-GB" sz="1200" b="1" i="0" u="none" strike="noStrike" cap="none" spc="0">
                  <a:ln>
                    <a:noFill/>
                  </a:ln>
                  <a:solidFill>
                    <a:srgbClr val="000000"/>
                  </a:solidFill>
                  <a:latin typeface="Calibri"/>
                  <a:cs typeface="Calibri"/>
                </a:rPr>
                <a:t>‘Reset slide’</a:t>
              </a:r>
              <a:r>
                <a:rPr lang="en-GB" sz="1200" b="0" i="0" u="none" strike="noStrike" cap="none" spc="0">
                  <a:ln>
                    <a:noFill/>
                  </a:ln>
                  <a:solidFill>
                    <a:srgbClr val="000000"/>
                  </a:solidFill>
                  <a:latin typeface="Calibri"/>
                  <a:cs typeface="Calibri"/>
                </a:rPr>
                <a:t>.</a:t>
              </a:r>
              <a:endParaRPr/>
            </a:p>
          </p:txBody>
        </p:sp>
        <p:sp>
          <p:nvSpPr>
            <p:cNvPr id="23" name="Ovaal 22"/>
            <p:cNvSpPr/>
            <p:nvPr userDrawn="1"/>
          </p:nvSpPr>
          <p:spPr bwMode="auto">
            <a:xfrm>
              <a:off x="-3603587" y="4226365"/>
              <a:ext cx="180000" cy="180000"/>
            </a:xfrm>
            <a:prstGeom prst="ellipse">
              <a:avLst/>
            </a:prstGeom>
            <a:solidFill>
              <a:schemeClr val="accent1"/>
            </a:solidFill>
            <a:ln w="25400" cap="flat" cmpd="sng" algn="ctr">
              <a:noFill/>
              <a:prstDash val="solid"/>
            </a:ln>
            <a:effectLst/>
          </p:spPr>
          <p:txBody>
            <a:bodyPr wrap="none" lIns="0" tIns="0" rIns="0" bIns="0" rtlCol="0" anchor="ctr">
              <a:noAutofit/>
            </a:bodyP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4</a:t>
              </a:r>
              <a:endParaRPr/>
            </a:p>
          </p:txBody>
        </p:sp>
        <p:sp>
          <p:nvSpPr>
            <p:cNvPr id="24" name="Rechthoek 23"/>
            <p:cNvSpPr/>
            <p:nvPr userDrawn="1"/>
          </p:nvSpPr>
          <p:spPr bwMode="auto">
            <a:xfrm>
              <a:off x="-3319416" y="4226366"/>
              <a:ext cx="2944683" cy="820954"/>
            </a:xfrm>
            <a:prstGeom prst="rect">
              <a:avLst/>
            </a:prstGeom>
            <a:noFill/>
            <a:ln w="25400" cap="flat" cmpd="sng" algn="ctr">
              <a:noFill/>
              <a:prstDash val="solid"/>
            </a:ln>
            <a:effectLst/>
          </p:spPr>
          <p:txBody>
            <a:bodyPr lIns="0" tIns="0" rIns="0" bIns="0" rtlCol="0" anchor="t">
              <a:noAutofit/>
            </a:bodyPr>
            <a:lstStyle/>
            <a:p>
              <a:pPr marL="0" marR="0" lvl="0" indent="0" defTabSz="914400">
                <a:lnSpc>
                  <a:spcPct val="90000"/>
                </a:lnSpc>
                <a:spcBef>
                  <a:spcPts val="600"/>
                </a:spcBef>
                <a:spcAft>
                  <a:spcPts val="600"/>
                </a:spcAft>
                <a:buClrTx/>
                <a:buSzTx/>
                <a:buFontTx/>
                <a:buNone/>
                <a:defRPr/>
              </a:pPr>
              <a:r>
                <a:rPr lang="en-GB" sz="1200" b="0" i="0" u="none" strike="noStrike" cap="none" spc="0">
                  <a:ln>
                    <a:noFill/>
                  </a:ln>
                  <a:solidFill>
                    <a:srgbClr val="000000"/>
                  </a:solidFill>
                  <a:latin typeface="Calibri"/>
                  <a:cs typeface="Calibri"/>
                </a:rPr>
                <a:t>To scale or drag the image, go to the tab </a:t>
              </a:r>
              <a:r>
                <a:rPr lang="en-GB" sz="1200" b="1" i="0" u="none" strike="noStrike" cap="none" spc="0">
                  <a:ln>
                    <a:noFill/>
                  </a:ln>
                  <a:solidFill>
                    <a:srgbClr val="000000"/>
                  </a:solidFill>
                  <a:latin typeface="Calibri"/>
                  <a:cs typeface="Calibri"/>
                </a:rPr>
                <a:t>‘Picture Tools - Format’</a:t>
              </a:r>
              <a:r>
                <a:rPr lang="en-GB" sz="1200" b="0" i="0" u="none" strike="noStrike" cap="none" spc="0">
                  <a:ln>
                    <a:noFill/>
                  </a:ln>
                  <a:solidFill>
                    <a:srgbClr val="000000"/>
                  </a:solidFill>
                  <a:latin typeface="Calibri"/>
                  <a:cs typeface="Calibri"/>
                </a:rPr>
                <a:t> and click on</a:t>
              </a:r>
              <a:br>
                <a:rPr lang="en-GB" sz="1200" b="0" i="0" u="none" strike="noStrike" cap="none" spc="0">
                  <a:ln>
                    <a:noFill/>
                  </a:ln>
                  <a:solidFill>
                    <a:srgbClr val="000000"/>
                  </a:solidFill>
                  <a:latin typeface="Calibri"/>
                  <a:cs typeface="Calibri"/>
                </a:rPr>
              </a:br>
              <a:r>
                <a:rPr lang="en-GB" sz="1200" b="0" i="0" u="none" strike="noStrike" cap="none" spc="0">
                  <a:ln>
                    <a:noFill/>
                  </a:ln>
                  <a:solidFill>
                    <a:srgbClr val="000000"/>
                  </a:solidFill>
                  <a:latin typeface="Calibri"/>
                  <a:cs typeface="Calibri"/>
                </a:rPr>
                <a:t>the button </a:t>
              </a:r>
              <a:r>
                <a:rPr lang="en-GB" sz="1200" b="1" i="0" u="none" strike="noStrike" cap="none" spc="0">
                  <a:ln>
                    <a:noFill/>
                  </a:ln>
                  <a:solidFill>
                    <a:srgbClr val="000000"/>
                  </a:solidFill>
                  <a:latin typeface="Calibri"/>
                  <a:cs typeface="Calibri"/>
                </a:rPr>
                <a:t>‘Crop’</a:t>
              </a:r>
              <a:r>
                <a:rPr lang="en-GB" sz="1200" b="0" i="0" u="none" strike="noStrike" cap="none" spc="0">
                  <a:ln>
                    <a:noFill/>
                  </a:ln>
                  <a:solidFill>
                    <a:srgbClr val="000000"/>
                  </a:solidFill>
                  <a:latin typeface="Calibri"/>
                  <a:cs typeface="Calibri"/>
                </a:rPr>
                <a:t>. Scale the image itself with</a:t>
              </a:r>
              <a:br>
                <a:rPr lang="en-GB" sz="1200" b="0" i="0" u="none" strike="noStrike" cap="none" spc="0">
                  <a:ln>
                    <a:noFill/>
                  </a:ln>
                  <a:solidFill>
                    <a:srgbClr val="000000"/>
                  </a:solidFill>
                  <a:latin typeface="Calibri"/>
                  <a:cs typeface="Calibri"/>
                </a:rPr>
              </a:br>
              <a:r>
                <a:rPr lang="en-GB" sz="1200" b="0" i="0" u="none" strike="noStrike" cap="none" spc="0">
                  <a:ln>
                    <a:noFill/>
                  </a:ln>
                  <a:solidFill>
                    <a:srgbClr val="000000"/>
                  </a:solidFill>
                  <a:latin typeface="Calibri"/>
                  <a:cs typeface="Calibri"/>
                </a:rPr>
                <a:t>the spheres and scale the image frame with the brackets.</a:t>
              </a:r>
              <a:endParaRPr/>
            </a:p>
          </p:txBody>
        </p:sp>
        <p:sp>
          <p:nvSpPr>
            <p:cNvPr id="25" name="Rechthoek 24"/>
            <p:cNvSpPr/>
            <p:nvPr userDrawn="1"/>
          </p:nvSpPr>
          <p:spPr bwMode="auto">
            <a:xfrm>
              <a:off x="-3316836" y="3200265"/>
              <a:ext cx="1239216" cy="719917"/>
            </a:xfrm>
            <a:prstGeom prst="rect">
              <a:avLst/>
            </a:prstGeom>
            <a:pattFill prst="wdUpDiag">
              <a:fgClr>
                <a:srgbClr val="E0E0E0"/>
              </a:fgClr>
              <a:bgClr>
                <a:srgbClr val="ECECEC"/>
              </a:bgClr>
            </a:pattFill>
            <a:ln w="12700">
              <a:solidFill>
                <a:srgbClr val="D3D3D3"/>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72000" tIns="0" rIns="0" bIns="0" numCol="1" spcCol="0" rtlCol="0" fromWordArt="0" anchor="ctr" anchorCtr="0" forceAA="0" compatLnSpc="1">
              <a:prstTxWarp prst="textNoShape"/>
              <a:noAutofit/>
            </a:bodyPr>
            <a:lstStyle/>
            <a:p>
              <a:pPr algn="l">
                <a:defRPr/>
              </a:pPr>
              <a:endParaRPr lang="en-GB" sz="1000" b="0" i="1">
                <a:solidFill>
                  <a:srgbClr val="211F26"/>
                </a:solidFill>
                <a:latin typeface="Calibri"/>
                <a:cs typeface="Calibri"/>
              </a:endParaRPr>
            </a:p>
          </p:txBody>
        </p:sp>
        <p:grpSp>
          <p:nvGrpSpPr>
            <p:cNvPr id="26" name="Groep 25"/>
            <p:cNvGrpSpPr/>
            <p:nvPr userDrawn="1"/>
          </p:nvGrpSpPr>
          <p:grpSpPr bwMode="auto">
            <a:xfrm>
              <a:off x="-2485819" y="3479783"/>
              <a:ext cx="1222990" cy="563933"/>
              <a:chOff x="-2485819" y="3399207"/>
              <a:chExt cx="1222990" cy="563933"/>
            </a:xfrm>
          </p:grpSpPr>
          <p:sp>
            <p:nvSpPr>
              <p:cNvPr id="65" name="Rechthoek 64"/>
              <p:cNvSpPr/>
              <p:nvPr userDrawn="1"/>
            </p:nvSpPr>
            <p:spPr bwMode="auto">
              <a:xfrm>
                <a:off x="-2485819" y="3399207"/>
                <a:ext cx="1176476" cy="504851"/>
              </a:xfrm>
              <a:prstGeom prst="rect">
                <a:avLst/>
              </a:prstGeom>
              <a:solidFill>
                <a:schemeClr val="bg1"/>
              </a:solidFill>
              <a:ln w="12700">
                <a:solidFill>
                  <a:srgbClr val="D1D1D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noAutofit/>
              </a:bodyPr>
              <a:lstStyle/>
              <a:p>
                <a:pPr algn="l">
                  <a:lnSpc>
                    <a:spcPct val="90000"/>
                  </a:lnSpc>
                  <a:spcBef>
                    <a:spcPts val="600"/>
                  </a:spcBef>
                  <a:spcAft>
                    <a:spcPts val="600"/>
                  </a:spcAft>
                  <a:defRPr/>
                </a:pPr>
                <a:endParaRPr lang="en-GB" sz="800" b="0">
                  <a:solidFill>
                    <a:srgbClr val="211F26"/>
                  </a:solidFill>
                  <a:latin typeface="Calibri"/>
                  <a:cs typeface="Calibri"/>
                </a:endParaRPr>
              </a:p>
            </p:txBody>
          </p:sp>
          <p:sp>
            <p:nvSpPr>
              <p:cNvPr id="66" name="Rechthoek 65"/>
              <p:cNvSpPr/>
              <p:nvPr userDrawn="1"/>
            </p:nvSpPr>
            <p:spPr bwMode="auto">
              <a:xfrm>
                <a:off x="-2479584" y="3652838"/>
                <a:ext cx="1164007" cy="246701"/>
              </a:xfrm>
              <a:prstGeom prst="rect">
                <a:avLst/>
              </a:prstGeom>
              <a:solidFill>
                <a:srgbClr val="FCE4DC"/>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noAutofit/>
              </a:bodyPr>
              <a:lstStyle/>
              <a:p>
                <a:pPr algn="l">
                  <a:defRPr/>
                </a:pPr>
                <a:endParaRPr lang="en-GB" sz="1000" b="1">
                  <a:solidFill>
                    <a:srgbClr val="211F26"/>
                  </a:solidFill>
                  <a:latin typeface="Calibri"/>
                  <a:cs typeface="Calibri"/>
                </a:endParaRPr>
              </a:p>
            </p:txBody>
          </p:sp>
          <p:grpSp>
            <p:nvGrpSpPr>
              <p:cNvPr id="67" name="Groep 66"/>
              <p:cNvGrpSpPr/>
              <p:nvPr userDrawn="1"/>
            </p:nvGrpSpPr>
            <p:grpSpPr bwMode="auto">
              <a:xfrm>
                <a:off x="-2403869" y="3460544"/>
                <a:ext cx="155951" cy="131922"/>
                <a:chOff x="12968836" y="3354170"/>
                <a:chExt cx="404806" cy="342433"/>
              </a:xfrm>
            </p:grpSpPr>
            <p:sp>
              <p:nvSpPr>
                <p:cNvPr id="80" name="Rechthoek: afgeronde hoeken 79"/>
                <p:cNvSpPr/>
                <p:nvPr userDrawn="1"/>
              </p:nvSpPr>
              <p:spPr bwMode="auto">
                <a:xfrm>
                  <a:off x="12968836" y="3354170"/>
                  <a:ext cx="404806" cy="342433"/>
                </a:xfrm>
                <a:prstGeom prst="roundRect">
                  <a:avLst>
                    <a:gd name="adj" fmla="val 2911"/>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noAutofit/>
                </a:bodyPr>
                <a:lstStyle/>
                <a:p>
                  <a:pPr lvl="0">
                    <a:lnSpc>
                      <a:spcPct val="90000"/>
                    </a:lnSpc>
                    <a:spcBef>
                      <a:spcPts val="600"/>
                    </a:spcBef>
                    <a:spcAft>
                      <a:spcPts val="600"/>
                    </a:spcAft>
                    <a:defRPr/>
                  </a:pPr>
                  <a:endParaRPr lang="en-GB" sz="800" b="0">
                    <a:solidFill>
                      <a:srgbClr val="211F26"/>
                    </a:solidFill>
                    <a:latin typeface="Calibri"/>
                    <a:cs typeface="Calibri"/>
                  </a:endParaRPr>
                </a:p>
              </p:txBody>
            </p:sp>
            <p:sp>
              <p:nvSpPr>
                <p:cNvPr id="81" name="Rechthoek 80"/>
                <p:cNvSpPr/>
                <p:nvPr userDrawn="1"/>
              </p:nvSpPr>
              <p:spPr bwMode="auto">
                <a:xfrm>
                  <a:off x="13025180" y="3401181"/>
                  <a:ext cx="305213" cy="41563"/>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noAutofit/>
                </a:bodyPr>
                <a:lstStyle/>
                <a:p>
                  <a:pPr algn="l">
                    <a:defRPr/>
                  </a:pPr>
                  <a:endParaRPr lang="en-GB" sz="1000" b="1">
                    <a:solidFill>
                      <a:srgbClr val="211F26"/>
                    </a:solidFill>
                    <a:latin typeface="Calibri"/>
                    <a:cs typeface="Calibri"/>
                  </a:endParaRPr>
                </a:p>
              </p:txBody>
            </p:sp>
            <p:sp>
              <p:nvSpPr>
                <p:cNvPr id="82" name="Rechthoek 81"/>
                <p:cNvSpPr/>
                <p:nvPr userDrawn="1"/>
              </p:nvSpPr>
              <p:spPr bwMode="auto">
                <a:xfrm>
                  <a:off x="13025181" y="3471575"/>
                  <a:ext cx="118778" cy="181691"/>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noAutofit/>
                </a:bodyPr>
                <a:lstStyle/>
                <a:p>
                  <a:pPr algn="l">
                    <a:defRPr/>
                  </a:pPr>
                  <a:endParaRPr lang="en-GB" sz="1000" b="1">
                    <a:solidFill>
                      <a:srgbClr val="211F26"/>
                    </a:solidFill>
                    <a:latin typeface="Calibri"/>
                    <a:cs typeface="Calibri"/>
                  </a:endParaRPr>
                </a:p>
              </p:txBody>
            </p:sp>
            <p:sp>
              <p:nvSpPr>
                <p:cNvPr id="83" name="Rechthoek 82"/>
                <p:cNvSpPr/>
                <p:nvPr userDrawn="1"/>
              </p:nvSpPr>
              <p:spPr bwMode="auto">
                <a:xfrm>
                  <a:off x="13180812" y="3481982"/>
                  <a:ext cx="13527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noAutofit/>
                </a:bodyPr>
                <a:lstStyle/>
                <a:p>
                  <a:pPr algn="l">
                    <a:defRPr/>
                  </a:pPr>
                  <a:endParaRPr lang="en-GB" sz="1000" b="1">
                    <a:solidFill>
                      <a:srgbClr val="211F26"/>
                    </a:solidFill>
                    <a:latin typeface="Calibri"/>
                    <a:cs typeface="Calibri"/>
                  </a:endParaRPr>
                </a:p>
              </p:txBody>
            </p:sp>
            <p:sp>
              <p:nvSpPr>
                <p:cNvPr id="84" name="Rechthoek 83"/>
                <p:cNvSpPr/>
                <p:nvPr userDrawn="1"/>
              </p:nvSpPr>
              <p:spPr bwMode="auto">
                <a:xfrm>
                  <a:off x="13180812" y="3554800"/>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noAutofit/>
                </a:bodyPr>
                <a:lstStyle/>
                <a:p>
                  <a:pPr algn="l">
                    <a:defRPr/>
                  </a:pPr>
                  <a:endParaRPr lang="en-GB" sz="1000" b="1">
                    <a:solidFill>
                      <a:srgbClr val="211F26"/>
                    </a:solidFill>
                    <a:latin typeface="Calibri"/>
                    <a:cs typeface="Calibri"/>
                  </a:endParaRPr>
                </a:p>
              </p:txBody>
            </p:sp>
            <p:sp>
              <p:nvSpPr>
                <p:cNvPr id="85" name="Rechthoek 84"/>
                <p:cNvSpPr/>
                <p:nvPr userDrawn="1"/>
              </p:nvSpPr>
              <p:spPr bwMode="auto">
                <a:xfrm>
                  <a:off x="13180812" y="3627618"/>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noAutofit/>
                </a:bodyPr>
                <a:lstStyle/>
                <a:p>
                  <a:pPr algn="l">
                    <a:defRPr/>
                  </a:pPr>
                  <a:endParaRPr lang="en-GB" sz="1000" b="1">
                    <a:solidFill>
                      <a:srgbClr val="211F26"/>
                    </a:solidFill>
                    <a:latin typeface="Calibri"/>
                    <a:cs typeface="Calibri"/>
                  </a:endParaRPr>
                </a:p>
              </p:txBody>
            </p:sp>
          </p:grpSp>
          <p:grpSp>
            <p:nvGrpSpPr>
              <p:cNvPr id="68" name="Groep 67"/>
              <p:cNvGrpSpPr/>
              <p:nvPr userDrawn="1"/>
            </p:nvGrpSpPr>
            <p:grpSpPr bwMode="auto">
              <a:xfrm>
                <a:off x="-2423424" y="3690208"/>
                <a:ext cx="166739" cy="218963"/>
                <a:chOff x="12940828" y="3950597"/>
                <a:chExt cx="432813" cy="568367"/>
              </a:xfrm>
            </p:grpSpPr>
            <p:grpSp>
              <p:nvGrpSpPr>
                <p:cNvPr id="72" name="Groep 71"/>
                <p:cNvGrpSpPr/>
                <p:nvPr userDrawn="1"/>
              </p:nvGrpSpPr>
              <p:grpSpPr bwMode="auto">
                <a:xfrm>
                  <a:off x="13000382" y="4006891"/>
                  <a:ext cx="373259" cy="315747"/>
                  <a:chOff x="12968836" y="3354170"/>
                  <a:chExt cx="404806" cy="342433"/>
                </a:xfrm>
              </p:grpSpPr>
              <p:sp>
                <p:nvSpPr>
                  <p:cNvPr id="74" name="Rechthoek: afgeronde hoeken 73"/>
                  <p:cNvSpPr/>
                  <p:nvPr userDrawn="1"/>
                </p:nvSpPr>
                <p:spPr bwMode="auto">
                  <a:xfrm>
                    <a:off x="12968836" y="3354170"/>
                    <a:ext cx="404806" cy="342433"/>
                  </a:xfrm>
                  <a:prstGeom prst="roundRect">
                    <a:avLst>
                      <a:gd name="adj" fmla="val 2911"/>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noAutofit/>
                  </a:bodyPr>
                  <a:lstStyle/>
                  <a:p>
                    <a:pPr lvl="0">
                      <a:lnSpc>
                        <a:spcPct val="90000"/>
                      </a:lnSpc>
                      <a:spcBef>
                        <a:spcPts val="600"/>
                      </a:spcBef>
                      <a:spcAft>
                        <a:spcPts val="600"/>
                      </a:spcAft>
                      <a:defRPr/>
                    </a:pPr>
                    <a:endParaRPr lang="en-GB" sz="800" b="0">
                      <a:solidFill>
                        <a:srgbClr val="211F26"/>
                      </a:solidFill>
                      <a:latin typeface="Calibri"/>
                      <a:cs typeface="Calibri"/>
                    </a:endParaRPr>
                  </a:p>
                </p:txBody>
              </p:sp>
              <p:sp>
                <p:nvSpPr>
                  <p:cNvPr id="75" name="Rechthoek 74"/>
                  <p:cNvSpPr/>
                  <p:nvPr userDrawn="1"/>
                </p:nvSpPr>
                <p:spPr bwMode="auto">
                  <a:xfrm>
                    <a:off x="13025180" y="3401181"/>
                    <a:ext cx="305213" cy="41563"/>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noAutofit/>
                  </a:bodyPr>
                  <a:lstStyle/>
                  <a:p>
                    <a:pPr algn="l">
                      <a:defRPr/>
                    </a:pPr>
                    <a:endParaRPr lang="en-GB" sz="1000" b="1">
                      <a:solidFill>
                        <a:srgbClr val="211F26"/>
                      </a:solidFill>
                      <a:latin typeface="Calibri"/>
                      <a:cs typeface="Calibri"/>
                    </a:endParaRPr>
                  </a:p>
                </p:txBody>
              </p:sp>
              <p:sp>
                <p:nvSpPr>
                  <p:cNvPr id="76" name="Rechthoek 75"/>
                  <p:cNvSpPr/>
                  <p:nvPr userDrawn="1"/>
                </p:nvSpPr>
                <p:spPr bwMode="auto">
                  <a:xfrm>
                    <a:off x="13025181" y="3471575"/>
                    <a:ext cx="118778" cy="181691"/>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noAutofit/>
                  </a:bodyPr>
                  <a:lstStyle/>
                  <a:p>
                    <a:pPr algn="l">
                      <a:defRPr/>
                    </a:pPr>
                    <a:endParaRPr lang="en-GB" sz="1000" b="1">
                      <a:solidFill>
                        <a:srgbClr val="211F26"/>
                      </a:solidFill>
                      <a:latin typeface="Calibri"/>
                      <a:cs typeface="Calibri"/>
                    </a:endParaRPr>
                  </a:p>
                </p:txBody>
              </p:sp>
              <p:sp>
                <p:nvSpPr>
                  <p:cNvPr id="77" name="Rechthoek 76"/>
                  <p:cNvSpPr/>
                  <p:nvPr userDrawn="1"/>
                </p:nvSpPr>
                <p:spPr bwMode="auto">
                  <a:xfrm>
                    <a:off x="13180812" y="3481982"/>
                    <a:ext cx="13527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noAutofit/>
                  </a:bodyPr>
                  <a:lstStyle/>
                  <a:p>
                    <a:pPr algn="l">
                      <a:defRPr/>
                    </a:pPr>
                    <a:endParaRPr lang="en-GB" sz="1000" b="1">
                      <a:solidFill>
                        <a:srgbClr val="211F26"/>
                      </a:solidFill>
                      <a:latin typeface="Calibri"/>
                      <a:cs typeface="Calibri"/>
                    </a:endParaRPr>
                  </a:p>
                </p:txBody>
              </p:sp>
              <p:sp>
                <p:nvSpPr>
                  <p:cNvPr id="78" name="Rechthoek 77"/>
                  <p:cNvSpPr/>
                  <p:nvPr userDrawn="1"/>
                </p:nvSpPr>
                <p:spPr bwMode="auto">
                  <a:xfrm>
                    <a:off x="13180812" y="3554800"/>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noAutofit/>
                  </a:bodyPr>
                  <a:lstStyle/>
                  <a:p>
                    <a:pPr algn="l">
                      <a:defRPr/>
                    </a:pPr>
                    <a:endParaRPr lang="en-GB" sz="1000" b="1">
                      <a:solidFill>
                        <a:srgbClr val="211F26"/>
                      </a:solidFill>
                      <a:latin typeface="Calibri"/>
                      <a:cs typeface="Calibri"/>
                    </a:endParaRPr>
                  </a:p>
                </p:txBody>
              </p:sp>
              <p:sp>
                <p:nvSpPr>
                  <p:cNvPr id="79" name="Rechthoek 78"/>
                  <p:cNvSpPr/>
                  <p:nvPr userDrawn="1"/>
                </p:nvSpPr>
                <p:spPr bwMode="auto">
                  <a:xfrm>
                    <a:off x="13180812" y="3627618"/>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noAutofit/>
                  </a:bodyPr>
                  <a:lstStyle/>
                  <a:p>
                    <a:pPr algn="l">
                      <a:defRPr/>
                    </a:pPr>
                    <a:endParaRPr lang="en-GB" sz="1000" b="1">
                      <a:solidFill>
                        <a:srgbClr val="211F26"/>
                      </a:solidFill>
                      <a:latin typeface="Calibri"/>
                      <a:cs typeface="Calibri"/>
                    </a:endParaRPr>
                  </a:p>
                </p:txBody>
              </p:sp>
            </p:grpSp>
            <p:sp>
              <p:nvSpPr>
                <p:cNvPr id="73" name="Boog 72"/>
                <p:cNvSpPr/>
                <p:nvPr userDrawn="1"/>
              </p:nvSpPr>
              <p:spPr bwMode="auto">
                <a:xfrm rot="17637075">
                  <a:off x="12776154" y="4115270"/>
                  <a:ext cx="568367" cy="239021"/>
                </a:xfrm>
                <a:prstGeom prst="arc">
                  <a:avLst>
                    <a:gd name="adj1" fmla="val 15959368"/>
                    <a:gd name="adj2" fmla="val 1354623"/>
                  </a:avLst>
                </a:prstGeom>
                <a:noFill/>
                <a:ln w="19050" cap="flat" cmpd="sng" algn="ctr">
                  <a:solidFill>
                    <a:srgbClr val="4D82B8"/>
                  </a:solidFill>
                  <a:prstDash val="solid"/>
                  <a:headEnd type="arrow" w="med" len="sm"/>
                </a:ln>
                <a:effectLst/>
              </p:spPr>
              <p:txBody>
                <a:bodyPr rtlCol="0" anchor="ctr">
                  <a:noAutofit/>
                </a:bodyPr>
                <a:lstStyle/>
                <a:p>
                  <a:pPr algn="ctr">
                    <a:defRPr/>
                  </a:pPr>
                  <a:endParaRPr lang="en-GB" sz="2400">
                    <a:solidFill>
                      <a:srgbClr val="211F26"/>
                    </a:solidFill>
                    <a:latin typeface="Calibri"/>
                    <a:cs typeface="Calibri"/>
                  </a:endParaRPr>
                </a:p>
              </p:txBody>
            </p:sp>
          </p:grpSp>
          <p:sp>
            <p:nvSpPr>
              <p:cNvPr id="69" name="Tekstvak 68"/>
              <p:cNvSpPr txBox="1"/>
              <p:nvPr userDrawn="1"/>
            </p:nvSpPr>
            <p:spPr bwMode="auto">
              <a:xfrm>
                <a:off x="-2245455" y="3460544"/>
                <a:ext cx="896116" cy="134709"/>
              </a:xfrm>
              <a:prstGeom prst="rect">
                <a:avLst/>
              </a:prstGeom>
              <a:noFill/>
            </p:spPr>
            <p:txBody>
              <a:bodyPr wrap="square" rtlCol="0" anchor="ctr">
                <a:noAutofit/>
              </a:bodyPr>
              <a:lstStyle/>
              <a:p>
                <a:pPr marL="0" algn="l" defTabSz="1217512">
                  <a:lnSpc>
                    <a:spcPct val="90000"/>
                  </a:lnSpc>
                  <a:spcBef>
                    <a:spcPts val="600"/>
                  </a:spcBef>
                  <a:spcAft>
                    <a:spcPts val="600"/>
                  </a:spcAft>
                  <a:defRPr/>
                </a:pPr>
                <a:r>
                  <a:rPr lang="en-GB" sz="900" b="0">
                    <a:solidFill>
                      <a:srgbClr val="211F26"/>
                    </a:solidFill>
                    <a:latin typeface="Calibri"/>
                    <a:ea typeface="+mn-ea"/>
                    <a:cs typeface="Calibri"/>
                  </a:rPr>
                  <a:t>Layout</a:t>
                </a:r>
                <a:endParaRPr/>
              </a:p>
            </p:txBody>
          </p:sp>
          <p:sp>
            <p:nvSpPr>
              <p:cNvPr id="70" name="Tekstvak 69"/>
              <p:cNvSpPr txBox="1"/>
              <p:nvPr userDrawn="1"/>
            </p:nvSpPr>
            <p:spPr bwMode="auto">
              <a:xfrm>
                <a:off x="-2258884" y="3712980"/>
                <a:ext cx="909545" cy="126416"/>
              </a:xfrm>
              <a:prstGeom prst="rect">
                <a:avLst/>
              </a:prstGeom>
              <a:noFill/>
            </p:spPr>
            <p:txBody>
              <a:bodyPr wrap="square" rtlCol="0" anchor="ctr">
                <a:noAutofit/>
              </a:bodyPr>
              <a:lstStyle/>
              <a:p>
                <a:pPr marL="0" algn="l" defTabSz="1217512">
                  <a:lnSpc>
                    <a:spcPct val="90000"/>
                  </a:lnSpc>
                  <a:spcBef>
                    <a:spcPts val="600"/>
                  </a:spcBef>
                  <a:spcAft>
                    <a:spcPts val="600"/>
                  </a:spcAft>
                  <a:defRPr/>
                </a:pPr>
                <a:r>
                  <a:rPr lang="en-GB" sz="900" b="0">
                    <a:solidFill>
                      <a:srgbClr val="211F26"/>
                    </a:solidFill>
                    <a:latin typeface="Calibri"/>
                    <a:ea typeface="+mn-ea"/>
                    <a:cs typeface="Calibri"/>
                  </a:rPr>
                  <a:t>Reset slide</a:t>
                </a:r>
                <a:endParaRPr/>
              </a:p>
            </p:txBody>
          </p:sp>
          <p:sp>
            <p:nvSpPr>
              <p:cNvPr id="71" name="Vrije vorm: vorm 70"/>
              <p:cNvSpPr/>
              <p:nvPr userDrawn="1"/>
            </p:nvSpPr>
            <p:spPr bwMode="auto">
              <a:xfrm>
                <a:off x="-1360391" y="3783140"/>
                <a:ext cx="97562" cy="180000"/>
              </a:xfrm>
              <a:custGeom>
                <a:avLst/>
                <a:gdLst>
                  <a:gd name="connsiteX0" fmla="*/ 0 w 880280"/>
                  <a:gd name="connsiteY0" fmla="*/ 0 h 1624084"/>
                  <a:gd name="connsiteX1" fmla="*/ 0 w 880280"/>
                  <a:gd name="connsiteY1" fmla="*/ 1262418 h 1624084"/>
                  <a:gd name="connsiteX2" fmla="*/ 341194 w 880280"/>
                  <a:gd name="connsiteY2" fmla="*/ 96899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27546 w 880280"/>
                  <a:gd name="connsiteY2" fmla="*/ 975815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00250 w 880280"/>
                  <a:gd name="connsiteY2" fmla="*/ 100311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11791 w 880280"/>
                  <a:gd name="connsiteY5" fmla="*/ 900753 h 1624084"/>
                  <a:gd name="connsiteX6" fmla="*/ 880280 w 880280"/>
                  <a:gd name="connsiteY6" fmla="*/ 893929 h 1624084"/>
                  <a:gd name="connsiteX7" fmla="*/ 0 w 880280"/>
                  <a:gd name="connsiteY7"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498144 w 880280"/>
                  <a:gd name="connsiteY5" fmla="*/ 900753 h 1624084"/>
                  <a:gd name="connsiteX6" fmla="*/ 880280 w 880280"/>
                  <a:gd name="connsiteY6" fmla="*/ 893929 h 1624084"/>
                  <a:gd name="connsiteX7" fmla="*/ 0 w 880280"/>
                  <a:gd name="connsiteY7" fmla="*/ 0 h 16240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80280" h="1624084" fill="norm" stroke="1" extrusionOk="0">
                    <a:moveTo>
                      <a:pt x="0" y="0"/>
                    </a:moveTo>
                    <a:lnTo>
                      <a:pt x="0" y="1262418"/>
                    </a:lnTo>
                    <a:lnTo>
                      <a:pt x="313898" y="996287"/>
                    </a:lnTo>
                    <a:lnTo>
                      <a:pt x="620973" y="1624084"/>
                    </a:lnTo>
                    <a:lnTo>
                      <a:pt x="839337" y="1480782"/>
                    </a:lnTo>
                    <a:lnTo>
                      <a:pt x="498144" y="900753"/>
                    </a:lnTo>
                    <a:lnTo>
                      <a:pt x="880280" y="893929"/>
                    </a:lnTo>
                    <a:lnTo>
                      <a:pt x="0" y="0"/>
                    </a:lnTo>
                    <a:close/>
                  </a:path>
                </a:pathLst>
              </a:custGeom>
              <a:solidFill>
                <a:schemeClr val="bg1"/>
              </a:solid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noAutofit/>
              </a:bodyPr>
              <a:lstStyle/>
              <a:p>
                <a:pPr algn="ctr">
                  <a:lnSpc>
                    <a:spcPct val="90000"/>
                  </a:lnSpc>
                  <a:spcBef>
                    <a:spcPts val="600"/>
                  </a:spcBef>
                  <a:spcAft>
                    <a:spcPts val="600"/>
                  </a:spcAft>
                  <a:defRPr/>
                </a:pPr>
                <a:endParaRPr lang="en-GB" sz="1600" cap="all">
                  <a:latin typeface="Calibri"/>
                  <a:cs typeface="Calibri"/>
                </a:endParaRPr>
              </a:p>
            </p:txBody>
          </p:sp>
        </p:grpSp>
        <p:grpSp>
          <p:nvGrpSpPr>
            <p:cNvPr id="27" name="Groep 26"/>
            <p:cNvGrpSpPr/>
            <p:nvPr userDrawn="1"/>
          </p:nvGrpSpPr>
          <p:grpSpPr bwMode="auto">
            <a:xfrm>
              <a:off x="-3786165" y="5680652"/>
              <a:ext cx="3693386" cy="959696"/>
              <a:chOff x="-3786437" y="6163468"/>
              <a:chExt cx="3693386" cy="959696"/>
            </a:xfrm>
          </p:grpSpPr>
          <p:sp>
            <p:nvSpPr>
              <p:cNvPr id="55" name="Rechthoek 54"/>
              <p:cNvSpPr/>
              <p:nvPr userDrawn="1"/>
            </p:nvSpPr>
            <p:spPr bwMode="auto">
              <a:xfrm>
                <a:off x="-3786437" y="6295164"/>
                <a:ext cx="3593637" cy="828000"/>
              </a:xfrm>
              <a:prstGeom prst="rect">
                <a:avLst/>
              </a:prstGeom>
              <a:solidFill>
                <a:srgbClr val="ECECEC"/>
              </a:solidFill>
              <a:ln w="6350">
                <a:solidFill>
                  <a:srgbClr val="ECECEC"/>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ctr" anchorCtr="0" forceAA="0" compatLnSpc="1">
                <a:prstTxWarp prst="textNoShape"/>
                <a:noAutofit/>
              </a:bodyPr>
              <a:lstStyle/>
              <a:p>
                <a:pPr algn="l">
                  <a:lnSpc>
                    <a:spcPct val="90000"/>
                  </a:lnSpc>
                  <a:spcBef>
                    <a:spcPts val="600"/>
                  </a:spcBef>
                  <a:spcAft>
                    <a:spcPts val="600"/>
                  </a:spcAft>
                  <a:defRPr/>
                </a:pPr>
                <a:r>
                  <a:rPr lang="en-GB" sz="1200" b="1" cap="all">
                    <a:solidFill>
                      <a:srgbClr val="211F26"/>
                    </a:solidFill>
                    <a:latin typeface="Calibri"/>
                    <a:cs typeface="Calibri"/>
                  </a:rPr>
                  <a:t>Want to know more?</a:t>
                </a:r>
                <a:br>
                  <a:rPr lang="en-GB" sz="1200" b="1" cap="all">
                    <a:solidFill>
                      <a:srgbClr val="211F26"/>
                    </a:solidFill>
                    <a:latin typeface="Calibri"/>
                    <a:cs typeface="Calibri"/>
                  </a:rPr>
                </a:br>
                <a:r>
                  <a:rPr lang="en-GB" sz="1200" cap="none">
                    <a:solidFill>
                      <a:srgbClr val="211F26"/>
                    </a:solidFill>
                    <a:latin typeface="Calibri"/>
                    <a:cs typeface="Calibri"/>
                  </a:rPr>
                  <a:t>Go to the </a:t>
                </a:r>
                <a:r>
                  <a:rPr lang="en-GB" sz="1200" cap="none">
                    <a:solidFill>
                      <a:srgbClr val="211F26"/>
                    </a:solidFill>
                    <a:latin typeface="Calibri"/>
                    <a:ea typeface="+mn-ea"/>
                    <a:cs typeface="Calibri"/>
                  </a:rPr>
                  <a:t>tab</a:t>
                </a:r>
                <a:r>
                  <a:rPr lang="en-GB" sz="1200" b="1" cap="all">
                    <a:solidFill>
                      <a:srgbClr val="211F26"/>
                    </a:solidFill>
                    <a:latin typeface="Calibri"/>
                    <a:cs typeface="Calibri"/>
                  </a:rPr>
                  <a:t> 'SLIDEBUILDER’ </a:t>
                </a:r>
                <a:r>
                  <a:rPr lang="en-GB" sz="1200" cap="none">
                    <a:solidFill>
                      <a:srgbClr val="211F26"/>
                    </a:solidFill>
                    <a:latin typeface="Calibri"/>
                    <a:ea typeface="+mn-ea"/>
                    <a:cs typeface="Calibri"/>
                  </a:rPr>
                  <a:t>and click</a:t>
                </a:r>
                <a:br>
                  <a:rPr lang="en-GB" sz="1200" cap="none">
                    <a:solidFill>
                      <a:srgbClr val="211F26"/>
                    </a:solidFill>
                    <a:latin typeface="Calibri"/>
                    <a:ea typeface="+mn-ea"/>
                    <a:cs typeface="Calibri"/>
                  </a:rPr>
                </a:br>
                <a:r>
                  <a:rPr lang="en-GB" sz="1200" cap="none">
                    <a:solidFill>
                      <a:srgbClr val="211F26"/>
                    </a:solidFill>
                    <a:latin typeface="Calibri"/>
                    <a:ea typeface="+mn-ea"/>
                    <a:cs typeface="Calibri"/>
                  </a:rPr>
                  <a:t>on the button </a:t>
                </a:r>
                <a:r>
                  <a:rPr lang="en-GB" sz="1200" b="1" cap="all">
                    <a:solidFill>
                      <a:srgbClr val="211F26"/>
                    </a:solidFill>
                    <a:latin typeface="Calibri"/>
                    <a:cs typeface="Calibri"/>
                  </a:rPr>
                  <a:t>‘Inspiration'</a:t>
                </a:r>
                <a:endParaRPr/>
              </a:p>
            </p:txBody>
          </p:sp>
          <p:grpSp>
            <p:nvGrpSpPr>
              <p:cNvPr id="56" name="ICOON_info"/>
              <p:cNvGrpSpPr/>
              <p:nvPr userDrawn="1"/>
            </p:nvGrpSpPr>
            <p:grpSpPr bwMode="auto">
              <a:xfrm>
                <a:off x="-376735" y="6163468"/>
                <a:ext cx="283685" cy="283685"/>
                <a:chOff x="-510741" y="5913713"/>
                <a:chExt cx="267555" cy="267555"/>
              </a:xfrm>
            </p:grpSpPr>
            <p:sp>
              <p:nvSpPr>
                <p:cNvPr id="63" name="Ovaal 62"/>
                <p:cNvSpPr/>
                <p:nvPr userDrawn="1"/>
              </p:nvSpPr>
              <p:spPr bwMode="auto">
                <a:xfrm>
                  <a:off x="-491853" y="5932072"/>
                  <a:ext cx="230835" cy="230835"/>
                </a:xfrm>
                <a:prstGeom prst="ellipse">
                  <a:avLst/>
                </a:prstGeom>
                <a:solidFill>
                  <a:srgbClr val="211F2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noAutofit/>
                </a:bodyPr>
                <a:lstStyle/>
                <a:p>
                  <a:pPr algn="ctr">
                    <a:lnSpc>
                      <a:spcPct val="90000"/>
                    </a:lnSpc>
                    <a:spcBef>
                      <a:spcPts val="600"/>
                    </a:spcBef>
                    <a:spcAft>
                      <a:spcPts val="600"/>
                    </a:spcAft>
                    <a:defRPr/>
                  </a:pPr>
                  <a:endParaRPr lang="en-GB" sz="1600" cap="all">
                    <a:latin typeface="Calibri"/>
                    <a:cs typeface="Calibri"/>
                  </a:endParaRPr>
                </a:p>
              </p:txBody>
            </p:sp>
            <p:sp>
              <p:nvSpPr>
                <p:cNvPr id="64" name="Graphic 163" descr="Informatie"/>
                <p:cNvSpPr/>
                <p:nvPr/>
              </p:nvSpPr>
              <p:spPr bwMode="auto">
                <a:xfrm>
                  <a:off x="-510741" y="5913713"/>
                  <a:ext cx="267555" cy="267555"/>
                </a:xfrm>
                <a:custGeom>
                  <a:avLst/>
                  <a:gdLst>
                    <a:gd name="connsiteX0" fmla="*/ 145860 w 291719"/>
                    <a:gd name="connsiteY0" fmla="*/ 0 h 291719"/>
                    <a:gd name="connsiteX1" fmla="*/ 0 w 291719"/>
                    <a:gd name="connsiteY1" fmla="*/ 145860 h 291719"/>
                    <a:gd name="connsiteX2" fmla="*/ 145860 w 291719"/>
                    <a:gd name="connsiteY2" fmla="*/ 291720 h 291719"/>
                    <a:gd name="connsiteX3" fmla="*/ 291720 w 291719"/>
                    <a:gd name="connsiteY3" fmla="*/ 145860 h 291719"/>
                    <a:gd name="connsiteX4" fmla="*/ 145860 w 291719"/>
                    <a:gd name="connsiteY4" fmla="*/ 0 h 291719"/>
                    <a:gd name="connsiteX5" fmla="*/ 138183 w 291719"/>
                    <a:gd name="connsiteY5" fmla="*/ 38384 h 291719"/>
                    <a:gd name="connsiteX6" fmla="*/ 157375 w 291719"/>
                    <a:gd name="connsiteY6" fmla="*/ 57576 h 291719"/>
                    <a:gd name="connsiteX7" fmla="*/ 138183 w 291719"/>
                    <a:gd name="connsiteY7" fmla="*/ 76768 h 291719"/>
                    <a:gd name="connsiteX8" fmla="*/ 118991 w 291719"/>
                    <a:gd name="connsiteY8" fmla="*/ 57576 h 291719"/>
                    <a:gd name="connsiteX9" fmla="*/ 138183 w 291719"/>
                    <a:gd name="connsiteY9" fmla="*/ 38384 h 291719"/>
                    <a:gd name="connsiteX10" fmla="*/ 184244 w 291719"/>
                    <a:gd name="connsiteY10" fmla="*/ 253336 h 291719"/>
                    <a:gd name="connsiteX11" fmla="*/ 107476 w 291719"/>
                    <a:gd name="connsiteY11" fmla="*/ 253336 h 291719"/>
                    <a:gd name="connsiteX12" fmla="*/ 107476 w 291719"/>
                    <a:gd name="connsiteY12" fmla="*/ 230305 h 291719"/>
                    <a:gd name="connsiteX13" fmla="*/ 134345 w 291719"/>
                    <a:gd name="connsiteY13" fmla="*/ 230305 h 291719"/>
                    <a:gd name="connsiteX14" fmla="*/ 134345 w 291719"/>
                    <a:gd name="connsiteY14" fmla="*/ 115153 h 291719"/>
                    <a:gd name="connsiteX15" fmla="*/ 111314 w 291719"/>
                    <a:gd name="connsiteY15" fmla="*/ 115153 h 291719"/>
                    <a:gd name="connsiteX16" fmla="*/ 111314 w 291719"/>
                    <a:gd name="connsiteY16" fmla="*/ 92122 h 291719"/>
                    <a:gd name="connsiteX17" fmla="*/ 157375 w 291719"/>
                    <a:gd name="connsiteY17" fmla="*/ 92122 h 291719"/>
                    <a:gd name="connsiteX18" fmla="*/ 157375 w 291719"/>
                    <a:gd name="connsiteY18" fmla="*/ 115153 h 291719"/>
                    <a:gd name="connsiteX19" fmla="*/ 157375 w 291719"/>
                    <a:gd name="connsiteY19" fmla="*/ 230305 h 291719"/>
                    <a:gd name="connsiteX20" fmla="*/ 184244 w 291719"/>
                    <a:gd name="connsiteY20" fmla="*/ 230305 h 291719"/>
                    <a:gd name="connsiteX21" fmla="*/ 184244 w 291719"/>
                    <a:gd name="connsiteY21" fmla="*/ 253336 h 291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1719" h="291719" fill="norm" stroke="1" extrusionOk="0">
                      <a:moveTo>
                        <a:pt x="145860" y="0"/>
                      </a:moveTo>
                      <a:cubicBezTo>
                        <a:pt x="65253" y="0"/>
                        <a:pt x="0" y="65253"/>
                        <a:pt x="0" y="145860"/>
                      </a:cubicBezTo>
                      <a:cubicBezTo>
                        <a:pt x="0" y="226467"/>
                        <a:pt x="65253" y="291720"/>
                        <a:pt x="145860" y="291720"/>
                      </a:cubicBezTo>
                      <a:cubicBezTo>
                        <a:pt x="226467" y="291720"/>
                        <a:pt x="291720" y="226467"/>
                        <a:pt x="291720" y="145860"/>
                      </a:cubicBezTo>
                      <a:cubicBezTo>
                        <a:pt x="291720" y="65253"/>
                        <a:pt x="226467" y="0"/>
                        <a:pt x="145860" y="0"/>
                      </a:cubicBezTo>
                      <a:close/>
                      <a:moveTo>
                        <a:pt x="138183" y="38384"/>
                      </a:moveTo>
                      <a:cubicBezTo>
                        <a:pt x="148931" y="38384"/>
                        <a:pt x="157375" y="46829"/>
                        <a:pt x="157375" y="57576"/>
                      </a:cubicBezTo>
                      <a:cubicBezTo>
                        <a:pt x="157375" y="68324"/>
                        <a:pt x="148931" y="76768"/>
                        <a:pt x="138183" y="76768"/>
                      </a:cubicBezTo>
                      <a:cubicBezTo>
                        <a:pt x="127435" y="76768"/>
                        <a:pt x="118991" y="68324"/>
                        <a:pt x="118991" y="57576"/>
                      </a:cubicBezTo>
                      <a:cubicBezTo>
                        <a:pt x="118991" y="46829"/>
                        <a:pt x="127435" y="38384"/>
                        <a:pt x="138183" y="38384"/>
                      </a:cubicBezTo>
                      <a:close/>
                      <a:moveTo>
                        <a:pt x="184244" y="253336"/>
                      </a:moveTo>
                      <a:lnTo>
                        <a:pt x="107476" y="253336"/>
                      </a:lnTo>
                      <a:lnTo>
                        <a:pt x="107476" y="230305"/>
                      </a:lnTo>
                      <a:lnTo>
                        <a:pt x="134345" y="230305"/>
                      </a:lnTo>
                      <a:lnTo>
                        <a:pt x="134345" y="115153"/>
                      </a:lnTo>
                      <a:lnTo>
                        <a:pt x="111314" y="115153"/>
                      </a:lnTo>
                      <a:lnTo>
                        <a:pt x="111314" y="92122"/>
                      </a:lnTo>
                      <a:lnTo>
                        <a:pt x="157375" y="92122"/>
                      </a:lnTo>
                      <a:lnTo>
                        <a:pt x="157375" y="115153"/>
                      </a:lnTo>
                      <a:lnTo>
                        <a:pt x="157375" y="230305"/>
                      </a:lnTo>
                      <a:lnTo>
                        <a:pt x="184244" y="230305"/>
                      </a:lnTo>
                      <a:lnTo>
                        <a:pt x="184244" y="253336"/>
                      </a:lnTo>
                      <a:close/>
                    </a:path>
                  </a:pathLst>
                </a:custGeom>
                <a:solidFill>
                  <a:srgbClr val="1FF524"/>
                </a:solidFill>
                <a:ln w="3770" cap="flat">
                  <a:noFill/>
                  <a:prstDash val="solid"/>
                  <a:miter/>
                </a:ln>
              </p:spPr>
              <p:txBody>
                <a:bodyPr rtlCol="0" anchor="ctr">
                  <a:noAutofit/>
                </a:bodyPr>
                <a:lstStyle/>
                <a:p>
                  <a:pPr>
                    <a:defRPr/>
                  </a:pPr>
                  <a:endParaRPr lang="en-GB" sz="2000">
                    <a:solidFill>
                      <a:srgbClr val="211F26"/>
                    </a:solidFill>
                    <a:latin typeface="Calibri"/>
                    <a:cs typeface="Calibri"/>
                  </a:endParaRPr>
                </a:p>
              </p:txBody>
            </p:sp>
          </p:grpSp>
          <p:grpSp>
            <p:nvGrpSpPr>
              <p:cNvPr id="57" name="Groep 56"/>
              <p:cNvGrpSpPr/>
              <p:nvPr userDrawn="1"/>
            </p:nvGrpSpPr>
            <p:grpSpPr bwMode="auto">
              <a:xfrm>
                <a:off x="-938434" y="6420817"/>
                <a:ext cx="627798" cy="576693"/>
                <a:chOff x="-938434" y="4570310"/>
                <a:chExt cx="627798" cy="576693"/>
              </a:xfrm>
            </p:grpSpPr>
            <p:grpSp>
              <p:nvGrpSpPr>
                <p:cNvPr id="58" name="Inspireren"/>
                <p:cNvGrpSpPr>
                  <a:grpSpLocks noChangeAspect="1"/>
                </p:cNvGrpSpPr>
                <p:nvPr userDrawn="1"/>
              </p:nvGrpSpPr>
              <p:grpSpPr bwMode="auto">
                <a:xfrm>
                  <a:off x="-716116" y="4570310"/>
                  <a:ext cx="169778" cy="242385"/>
                  <a:chOff x="4768" y="2783"/>
                  <a:chExt cx="788" cy="1125"/>
                </a:xfrm>
                <a:gradFill>
                  <a:gsLst>
                    <a:gs pos="0">
                      <a:srgbClr val="9D9FA1"/>
                    </a:gs>
                    <a:gs pos="70000">
                      <a:srgbClr val="211F26"/>
                    </a:gs>
                  </a:gsLst>
                  <a:lin ang="2700000" scaled="0"/>
                </a:gradFill>
              </p:grpSpPr>
              <p:sp>
                <p:nvSpPr>
                  <p:cNvPr id="60" name="Freeform 12"/>
                  <p:cNvSpPr/>
                  <p:nvPr/>
                </p:nvSpPr>
                <p:spPr bwMode="auto">
                  <a:xfrm>
                    <a:off x="5001" y="3186"/>
                    <a:ext cx="319" cy="288"/>
                  </a:xfrm>
                  <a:custGeom>
                    <a:avLst/>
                    <a:gdLst>
                      <a:gd name="T0" fmla="*/ 220 w 319"/>
                      <a:gd name="T1" fmla="*/ 288 h 288"/>
                      <a:gd name="T2" fmla="*/ 107 w 319"/>
                      <a:gd name="T3" fmla="*/ 288 h 288"/>
                      <a:gd name="T4" fmla="*/ 0 w 319"/>
                      <a:gd name="T5" fmla="*/ 0 h 288"/>
                      <a:gd name="T6" fmla="*/ 319 w 319"/>
                      <a:gd name="T7" fmla="*/ 0 h 288"/>
                      <a:gd name="T8" fmla="*/ 220 w 319"/>
                      <a:gd name="T9" fmla="*/ 288 h 288"/>
                    </a:gdLst>
                    <a:ahLst/>
                    <a:cxnLst>
                      <a:cxn ang="0">
                        <a:pos x="T0" y="T1"/>
                      </a:cxn>
                      <a:cxn ang="0">
                        <a:pos x="T2" y="T3"/>
                      </a:cxn>
                      <a:cxn ang="0">
                        <a:pos x="T4" y="T5"/>
                      </a:cxn>
                      <a:cxn ang="0">
                        <a:pos x="T6" y="T7"/>
                      </a:cxn>
                      <a:cxn ang="0">
                        <a:pos x="T8" y="T9"/>
                      </a:cxn>
                    </a:cxnLst>
                    <a:rect l="0" t="0" r="r" b="b"/>
                    <a:pathLst>
                      <a:path w="319" h="288" fill="norm" stroke="1" extrusionOk="0">
                        <a:moveTo>
                          <a:pt x="220" y="288"/>
                        </a:moveTo>
                        <a:lnTo>
                          <a:pt x="107" y="288"/>
                        </a:lnTo>
                        <a:lnTo>
                          <a:pt x="0" y="0"/>
                        </a:lnTo>
                        <a:lnTo>
                          <a:pt x="319" y="0"/>
                        </a:lnTo>
                        <a:lnTo>
                          <a:pt x="220" y="288"/>
                        </a:lnTo>
                        <a:close/>
                      </a:path>
                    </a:pathLst>
                  </a:custGeom>
                  <a:solidFill>
                    <a:srgbClr val="1FF524"/>
                  </a:solidFill>
                  <a:ln>
                    <a:noFill/>
                  </a:ln>
                </p:spPr>
                <p:txBody>
                  <a:bodyPr vert="horz" wrap="square" lIns="91440" tIns="45720" rIns="91440" bIns="45720" numCol="1" anchor="t" anchorCtr="0" compatLnSpc="1">
                    <a:prstTxWarp prst="textNoShape"/>
                  </a:bodyPr>
                  <a:lstStyle/>
                  <a:p>
                    <a:pPr marL="0" marR="0" lvl="0" indent="0" defTabSz="995468">
                      <a:lnSpc>
                        <a:spcPct val="100000"/>
                      </a:lnSpc>
                      <a:spcBef>
                        <a:spcPts val="0"/>
                      </a:spcBef>
                      <a:spcAft>
                        <a:spcPts val="0"/>
                      </a:spcAft>
                      <a:buClrTx/>
                      <a:buSzTx/>
                      <a:buFontTx/>
                      <a:buNone/>
                      <a:defRPr/>
                    </a:pPr>
                    <a:endParaRPr lang="en-GB" sz="300" b="0" i="0" u="none" strike="noStrike" cap="none" spc="0">
                      <a:ln>
                        <a:noFill/>
                      </a:ln>
                      <a:solidFill>
                        <a:srgbClr val="211F26"/>
                      </a:solidFill>
                      <a:latin typeface="+mn-lt"/>
                    </a:endParaRPr>
                  </a:p>
                </p:txBody>
              </p:sp>
              <p:sp>
                <p:nvSpPr>
                  <p:cNvPr id="61" name="Freeform 13"/>
                  <p:cNvSpPr/>
                  <p:nvPr/>
                </p:nvSpPr>
                <p:spPr bwMode="auto">
                  <a:xfrm>
                    <a:off x="5022" y="3795"/>
                    <a:ext cx="282" cy="112"/>
                  </a:xfrm>
                  <a:custGeom>
                    <a:avLst/>
                    <a:gdLst>
                      <a:gd name="T0" fmla="*/ 229 w 251"/>
                      <a:gd name="T1" fmla="*/ 70 h 100"/>
                      <a:gd name="T2" fmla="*/ 229 w 251"/>
                      <a:gd name="T3" fmla="*/ 69 h 100"/>
                      <a:gd name="T4" fmla="*/ 251 w 251"/>
                      <a:gd name="T5" fmla="*/ 0 h 100"/>
                      <a:gd name="T6" fmla="*/ 0 w 251"/>
                      <a:gd name="T7" fmla="*/ 0 h 100"/>
                      <a:gd name="T8" fmla="*/ 22 w 251"/>
                      <a:gd name="T9" fmla="*/ 69 h 100"/>
                      <a:gd name="T10" fmla="*/ 63 w 251"/>
                      <a:gd name="T11" fmla="*/ 100 h 100"/>
                      <a:gd name="T12" fmla="*/ 188 w 251"/>
                      <a:gd name="T13" fmla="*/ 100 h 100"/>
                      <a:gd name="T14" fmla="*/ 229 w 251"/>
                      <a:gd name="T15" fmla="*/ 71 h 100"/>
                      <a:gd name="T16" fmla="*/ 229 w 251"/>
                      <a:gd name="T17" fmla="*/ 71 h 100"/>
                      <a:gd name="T18" fmla="*/ 229 w 251"/>
                      <a:gd name="T19" fmla="*/ 7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1" h="100" fill="norm" stroke="1" extrusionOk="0">
                        <a:moveTo>
                          <a:pt x="229" y="70"/>
                        </a:moveTo>
                        <a:cubicBezTo>
                          <a:pt x="229" y="70"/>
                          <a:pt x="229" y="69"/>
                          <a:pt x="229" y="69"/>
                        </a:cubicBezTo>
                        <a:cubicBezTo>
                          <a:pt x="251" y="0"/>
                          <a:pt x="251" y="0"/>
                          <a:pt x="251" y="0"/>
                        </a:cubicBezTo>
                        <a:cubicBezTo>
                          <a:pt x="0" y="0"/>
                          <a:pt x="0" y="0"/>
                          <a:pt x="0" y="0"/>
                        </a:cubicBezTo>
                        <a:cubicBezTo>
                          <a:pt x="22" y="69"/>
                          <a:pt x="22" y="69"/>
                          <a:pt x="22" y="69"/>
                        </a:cubicBezTo>
                        <a:cubicBezTo>
                          <a:pt x="27" y="87"/>
                          <a:pt x="44" y="100"/>
                          <a:pt x="63" y="100"/>
                        </a:cubicBezTo>
                        <a:cubicBezTo>
                          <a:pt x="188" y="100"/>
                          <a:pt x="188" y="100"/>
                          <a:pt x="188" y="100"/>
                        </a:cubicBezTo>
                        <a:cubicBezTo>
                          <a:pt x="207" y="100"/>
                          <a:pt x="223" y="88"/>
                          <a:pt x="229" y="71"/>
                        </a:cubicBezTo>
                        <a:cubicBezTo>
                          <a:pt x="229" y="71"/>
                          <a:pt x="229" y="71"/>
                          <a:pt x="229" y="71"/>
                        </a:cubicBezTo>
                        <a:lnTo>
                          <a:pt x="229" y="70"/>
                        </a:lnTo>
                        <a:close/>
                      </a:path>
                    </a:pathLst>
                  </a:custGeom>
                  <a:grpFill/>
                  <a:ln>
                    <a:noFill/>
                  </a:ln>
                </p:spPr>
                <p:txBody>
                  <a:bodyPr vert="horz" wrap="square" lIns="91440" tIns="45720" rIns="91440" bIns="45720" numCol="1" anchor="t" anchorCtr="0" compatLnSpc="1">
                    <a:prstTxWarp prst="textNoShape"/>
                  </a:bodyPr>
                  <a:lstStyle/>
                  <a:p>
                    <a:pPr marL="0" marR="0" lvl="0" indent="0" defTabSz="995468">
                      <a:lnSpc>
                        <a:spcPct val="100000"/>
                      </a:lnSpc>
                      <a:spcBef>
                        <a:spcPts val="0"/>
                      </a:spcBef>
                      <a:spcAft>
                        <a:spcPts val="0"/>
                      </a:spcAft>
                      <a:buClrTx/>
                      <a:buSzTx/>
                      <a:buFontTx/>
                      <a:buNone/>
                      <a:defRPr/>
                    </a:pPr>
                    <a:endParaRPr lang="en-GB" sz="300" b="0" i="0" u="none" strike="noStrike" cap="none" spc="0">
                      <a:ln>
                        <a:noFill/>
                      </a:ln>
                      <a:solidFill>
                        <a:srgbClr val="211F26"/>
                      </a:solidFill>
                      <a:latin typeface="+mn-lt"/>
                    </a:endParaRPr>
                  </a:p>
                </p:txBody>
              </p:sp>
              <p:sp>
                <p:nvSpPr>
                  <p:cNvPr id="62" name="Freeform 14"/>
                  <p:cNvSpPr>
                    <a:spLocks noEditPoints="1"/>
                  </p:cNvSpPr>
                  <p:nvPr/>
                </p:nvSpPr>
                <p:spPr bwMode="auto">
                  <a:xfrm>
                    <a:off x="4768" y="2783"/>
                    <a:ext cx="788" cy="966"/>
                  </a:xfrm>
                  <a:custGeom>
                    <a:avLst/>
                    <a:gdLst>
                      <a:gd name="T0" fmla="*/ 351 w 702"/>
                      <a:gd name="T1" fmla="*/ 0 h 860"/>
                      <a:gd name="T2" fmla="*/ 0 w 702"/>
                      <a:gd name="T3" fmla="*/ 351 h 860"/>
                      <a:gd name="T4" fmla="*/ 134 w 702"/>
                      <a:gd name="T5" fmla="*/ 627 h 860"/>
                      <a:gd name="T6" fmla="*/ 165 w 702"/>
                      <a:gd name="T7" fmla="*/ 718 h 860"/>
                      <a:gd name="T8" fmla="*/ 266 w 702"/>
                      <a:gd name="T9" fmla="*/ 718 h 860"/>
                      <a:gd name="T10" fmla="*/ 266 w 702"/>
                      <a:gd name="T11" fmla="*/ 718 h 860"/>
                      <a:gd name="T12" fmla="*/ 434 w 702"/>
                      <a:gd name="T13" fmla="*/ 718 h 860"/>
                      <a:gd name="T14" fmla="*/ 419 w 702"/>
                      <a:gd name="T15" fmla="*/ 760 h 860"/>
                      <a:gd name="T16" fmla="*/ 284 w 702"/>
                      <a:gd name="T17" fmla="*/ 760 h 860"/>
                      <a:gd name="T18" fmla="*/ 284 w 702"/>
                      <a:gd name="T19" fmla="*/ 760 h 860"/>
                      <a:gd name="T20" fmla="*/ 179 w 702"/>
                      <a:gd name="T21" fmla="*/ 760 h 860"/>
                      <a:gd name="T22" fmla="*/ 212 w 702"/>
                      <a:gd name="T23" fmla="*/ 860 h 860"/>
                      <a:gd name="T24" fmla="*/ 212 w 702"/>
                      <a:gd name="T25" fmla="*/ 860 h 860"/>
                      <a:gd name="T26" fmla="*/ 216 w 702"/>
                      <a:gd name="T27" fmla="*/ 860 h 860"/>
                      <a:gd name="T28" fmla="*/ 488 w 702"/>
                      <a:gd name="T29" fmla="*/ 860 h 860"/>
                      <a:gd name="T30" fmla="*/ 491 w 702"/>
                      <a:gd name="T31" fmla="*/ 860 h 860"/>
                      <a:gd name="T32" fmla="*/ 570 w 702"/>
                      <a:gd name="T33" fmla="*/ 625 h 860"/>
                      <a:gd name="T34" fmla="*/ 702 w 702"/>
                      <a:gd name="T35" fmla="*/ 351 h 860"/>
                      <a:gd name="T36" fmla="*/ 351 w 702"/>
                      <a:gd name="T37" fmla="*/ 0 h 860"/>
                      <a:gd name="T38" fmla="*/ 587 w 702"/>
                      <a:gd name="T39" fmla="*/ 438 h 860"/>
                      <a:gd name="T40" fmla="*/ 485 w 702"/>
                      <a:gd name="T41" fmla="*/ 563 h 860"/>
                      <a:gd name="T42" fmla="*/ 454 w 702"/>
                      <a:gd name="T43" fmla="*/ 658 h 860"/>
                      <a:gd name="T44" fmla="*/ 250 w 702"/>
                      <a:gd name="T45" fmla="*/ 658 h 860"/>
                      <a:gd name="T46" fmla="*/ 219 w 702"/>
                      <a:gd name="T47" fmla="*/ 565 h 860"/>
                      <a:gd name="T48" fmla="*/ 115 w 702"/>
                      <a:gd name="T49" fmla="*/ 439 h 860"/>
                      <a:gd name="T50" fmla="*/ 99 w 702"/>
                      <a:gd name="T51" fmla="*/ 351 h 860"/>
                      <a:gd name="T52" fmla="*/ 351 w 702"/>
                      <a:gd name="T53" fmla="*/ 99 h 860"/>
                      <a:gd name="T54" fmla="*/ 603 w 702"/>
                      <a:gd name="T55" fmla="*/ 351 h 860"/>
                      <a:gd name="T56" fmla="*/ 587 w 702"/>
                      <a:gd name="T57" fmla="*/ 438 h 8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702" h="860" fill="norm" stroke="1" extrusionOk="0">
                        <a:moveTo>
                          <a:pt x="351" y="0"/>
                        </a:moveTo>
                        <a:cubicBezTo>
                          <a:pt x="157" y="0"/>
                          <a:pt x="0" y="157"/>
                          <a:pt x="0" y="351"/>
                        </a:cubicBezTo>
                        <a:cubicBezTo>
                          <a:pt x="0" y="463"/>
                          <a:pt x="52" y="562"/>
                          <a:pt x="134" y="627"/>
                        </a:cubicBezTo>
                        <a:cubicBezTo>
                          <a:pt x="165" y="718"/>
                          <a:pt x="165" y="718"/>
                          <a:pt x="165" y="718"/>
                        </a:cubicBezTo>
                        <a:cubicBezTo>
                          <a:pt x="266" y="718"/>
                          <a:pt x="266" y="718"/>
                          <a:pt x="266" y="718"/>
                        </a:cubicBezTo>
                        <a:cubicBezTo>
                          <a:pt x="266" y="718"/>
                          <a:pt x="266" y="718"/>
                          <a:pt x="266" y="718"/>
                        </a:cubicBezTo>
                        <a:cubicBezTo>
                          <a:pt x="434" y="718"/>
                          <a:pt x="434" y="718"/>
                          <a:pt x="434" y="718"/>
                        </a:cubicBezTo>
                        <a:cubicBezTo>
                          <a:pt x="419" y="760"/>
                          <a:pt x="419" y="760"/>
                          <a:pt x="419" y="760"/>
                        </a:cubicBezTo>
                        <a:cubicBezTo>
                          <a:pt x="284" y="760"/>
                          <a:pt x="284" y="760"/>
                          <a:pt x="284" y="760"/>
                        </a:cubicBezTo>
                        <a:cubicBezTo>
                          <a:pt x="284" y="760"/>
                          <a:pt x="284" y="760"/>
                          <a:pt x="284" y="760"/>
                        </a:cubicBezTo>
                        <a:cubicBezTo>
                          <a:pt x="179" y="760"/>
                          <a:pt x="179" y="760"/>
                          <a:pt x="179" y="760"/>
                        </a:cubicBezTo>
                        <a:cubicBezTo>
                          <a:pt x="212" y="860"/>
                          <a:pt x="212" y="860"/>
                          <a:pt x="212" y="860"/>
                        </a:cubicBezTo>
                        <a:cubicBezTo>
                          <a:pt x="212" y="860"/>
                          <a:pt x="212" y="860"/>
                          <a:pt x="212" y="860"/>
                        </a:cubicBezTo>
                        <a:cubicBezTo>
                          <a:pt x="216" y="860"/>
                          <a:pt x="216" y="860"/>
                          <a:pt x="216" y="860"/>
                        </a:cubicBezTo>
                        <a:cubicBezTo>
                          <a:pt x="488" y="860"/>
                          <a:pt x="488" y="860"/>
                          <a:pt x="488" y="860"/>
                        </a:cubicBezTo>
                        <a:cubicBezTo>
                          <a:pt x="491" y="860"/>
                          <a:pt x="491" y="860"/>
                          <a:pt x="491" y="860"/>
                        </a:cubicBezTo>
                        <a:cubicBezTo>
                          <a:pt x="570" y="625"/>
                          <a:pt x="570" y="625"/>
                          <a:pt x="570" y="625"/>
                        </a:cubicBezTo>
                        <a:cubicBezTo>
                          <a:pt x="651" y="560"/>
                          <a:pt x="702" y="461"/>
                          <a:pt x="702" y="351"/>
                        </a:cubicBezTo>
                        <a:cubicBezTo>
                          <a:pt x="702" y="157"/>
                          <a:pt x="545" y="0"/>
                          <a:pt x="351" y="0"/>
                        </a:cubicBezTo>
                        <a:close/>
                        <a:moveTo>
                          <a:pt x="587" y="438"/>
                        </a:moveTo>
                        <a:cubicBezTo>
                          <a:pt x="568" y="490"/>
                          <a:pt x="531" y="534"/>
                          <a:pt x="485" y="563"/>
                        </a:cubicBezTo>
                        <a:cubicBezTo>
                          <a:pt x="454" y="658"/>
                          <a:pt x="454" y="658"/>
                          <a:pt x="454" y="658"/>
                        </a:cubicBezTo>
                        <a:cubicBezTo>
                          <a:pt x="250" y="658"/>
                          <a:pt x="250" y="658"/>
                          <a:pt x="250" y="658"/>
                        </a:cubicBezTo>
                        <a:cubicBezTo>
                          <a:pt x="219" y="565"/>
                          <a:pt x="219" y="565"/>
                          <a:pt x="219" y="565"/>
                        </a:cubicBezTo>
                        <a:cubicBezTo>
                          <a:pt x="172" y="536"/>
                          <a:pt x="135" y="491"/>
                          <a:pt x="115" y="439"/>
                        </a:cubicBezTo>
                        <a:cubicBezTo>
                          <a:pt x="105" y="411"/>
                          <a:pt x="99" y="382"/>
                          <a:pt x="99" y="351"/>
                        </a:cubicBezTo>
                        <a:cubicBezTo>
                          <a:pt x="99" y="212"/>
                          <a:pt x="212" y="99"/>
                          <a:pt x="351" y="99"/>
                        </a:cubicBezTo>
                        <a:cubicBezTo>
                          <a:pt x="490" y="99"/>
                          <a:pt x="603" y="212"/>
                          <a:pt x="603" y="351"/>
                        </a:cubicBezTo>
                        <a:cubicBezTo>
                          <a:pt x="603" y="381"/>
                          <a:pt x="597" y="411"/>
                          <a:pt x="587" y="438"/>
                        </a:cubicBezTo>
                        <a:close/>
                      </a:path>
                    </a:pathLst>
                  </a:custGeom>
                  <a:grpFill/>
                  <a:ln>
                    <a:noFill/>
                  </a:ln>
                </p:spPr>
                <p:txBody>
                  <a:bodyPr vert="horz" wrap="square" lIns="91440" tIns="45720" rIns="91440" bIns="45720" numCol="1" anchor="t" anchorCtr="0" compatLnSpc="1">
                    <a:prstTxWarp prst="textNoShape"/>
                  </a:bodyPr>
                  <a:lstStyle/>
                  <a:p>
                    <a:pPr marL="0" marR="0" lvl="0" indent="0" defTabSz="995468">
                      <a:lnSpc>
                        <a:spcPct val="100000"/>
                      </a:lnSpc>
                      <a:spcBef>
                        <a:spcPts val="0"/>
                      </a:spcBef>
                      <a:spcAft>
                        <a:spcPts val="0"/>
                      </a:spcAft>
                      <a:buClrTx/>
                      <a:buSzTx/>
                      <a:buFontTx/>
                      <a:buNone/>
                      <a:defRPr/>
                    </a:pPr>
                    <a:endParaRPr lang="en-GB" sz="300" b="0" i="0" u="none" strike="noStrike" cap="none" spc="0">
                      <a:ln>
                        <a:noFill/>
                      </a:ln>
                      <a:solidFill>
                        <a:srgbClr val="211F26"/>
                      </a:solidFill>
                      <a:latin typeface="+mn-lt"/>
                    </a:endParaRPr>
                  </a:p>
                </p:txBody>
              </p:sp>
            </p:grpSp>
            <p:sp>
              <p:nvSpPr>
                <p:cNvPr id="59" name="Tekstvak 58"/>
                <p:cNvSpPr txBox="1"/>
                <p:nvPr userDrawn="1"/>
              </p:nvSpPr>
              <p:spPr bwMode="auto">
                <a:xfrm>
                  <a:off x="-938434" y="4824764"/>
                  <a:ext cx="627798" cy="322239"/>
                </a:xfrm>
                <a:prstGeom prst="rect">
                  <a:avLst/>
                </a:prstGeom>
                <a:noFill/>
              </p:spPr>
              <p:txBody>
                <a:bodyPr wrap="square" lIns="0" tIns="0" rIns="0" bIns="0" rtlCol="0" anchor="ctr">
                  <a:noAutofit/>
                </a:bodyPr>
                <a:lstStyle/>
                <a:p>
                  <a:pPr marL="0" marR="0" lvl="0" indent="0" algn="ctr" defTabSz="914400">
                    <a:lnSpc>
                      <a:spcPct val="90000"/>
                    </a:lnSpc>
                    <a:spcBef>
                      <a:spcPts val="600"/>
                    </a:spcBef>
                    <a:spcAft>
                      <a:spcPts val="600"/>
                    </a:spcAft>
                    <a:buClrTx/>
                    <a:buSzTx/>
                    <a:buFontTx/>
                    <a:buNone/>
                    <a:defRPr/>
                  </a:pPr>
                  <a:r>
                    <a:rPr lang="en-GB" sz="1000" b="0" i="0" u="none" strike="noStrike" cap="none" spc="0">
                      <a:ln>
                        <a:noFill/>
                      </a:ln>
                      <a:solidFill>
                        <a:srgbClr val="211F26"/>
                      </a:solidFill>
                      <a:latin typeface="Calibri"/>
                      <a:ea typeface="+mn-ea"/>
                      <a:cs typeface="Calibri"/>
                    </a:rPr>
                    <a:t>Inspiration</a:t>
                  </a:r>
                  <a:endParaRPr/>
                </a:p>
              </p:txBody>
            </p:sp>
          </p:grpSp>
        </p:grpSp>
        <p:grpSp>
          <p:nvGrpSpPr>
            <p:cNvPr id="28" name="Groep 27"/>
            <p:cNvGrpSpPr/>
            <p:nvPr userDrawn="1"/>
          </p:nvGrpSpPr>
          <p:grpSpPr bwMode="auto">
            <a:xfrm>
              <a:off x="-3426806" y="5129582"/>
              <a:ext cx="514283" cy="506545"/>
              <a:chOff x="12617641" y="3403239"/>
              <a:chExt cx="752963" cy="741634"/>
            </a:xfrm>
          </p:grpSpPr>
          <p:grpSp>
            <p:nvGrpSpPr>
              <p:cNvPr id="39" name="Groep 38"/>
              <p:cNvGrpSpPr/>
              <p:nvPr userDrawn="1"/>
            </p:nvGrpSpPr>
            <p:grpSpPr bwMode="auto">
              <a:xfrm>
                <a:off x="12771530" y="3403239"/>
                <a:ext cx="467176" cy="448491"/>
                <a:chOff x="12782157" y="3403239"/>
                <a:chExt cx="467176" cy="448491"/>
              </a:xfrm>
            </p:grpSpPr>
            <p:grpSp>
              <p:nvGrpSpPr>
                <p:cNvPr id="42" name="Groep 41"/>
                <p:cNvGrpSpPr/>
                <p:nvPr userDrawn="1"/>
              </p:nvGrpSpPr>
              <p:grpSpPr bwMode="auto">
                <a:xfrm>
                  <a:off x="12782157" y="3403239"/>
                  <a:ext cx="412976" cy="396131"/>
                  <a:chOff x="13554906" y="3320109"/>
                  <a:chExt cx="443917" cy="425811"/>
                </a:xfrm>
              </p:grpSpPr>
              <p:grpSp>
                <p:nvGrpSpPr>
                  <p:cNvPr id="49" name="Groep 48"/>
                  <p:cNvGrpSpPr/>
                  <p:nvPr userDrawn="1"/>
                </p:nvGrpSpPr>
                <p:grpSpPr bwMode="auto">
                  <a:xfrm>
                    <a:off x="13554906" y="3320109"/>
                    <a:ext cx="443917" cy="425811"/>
                    <a:chOff x="12909684" y="1276143"/>
                    <a:chExt cx="443917" cy="425811"/>
                  </a:xfrm>
                </p:grpSpPr>
                <p:sp>
                  <p:nvSpPr>
                    <p:cNvPr id="52" name="Rechthoek 51"/>
                    <p:cNvSpPr/>
                    <p:nvPr userDrawn="1"/>
                  </p:nvSpPr>
                  <p:spPr bwMode="auto">
                    <a:xfrm>
                      <a:off x="12909689" y="1276143"/>
                      <a:ext cx="443912" cy="425811"/>
                    </a:xfrm>
                    <a:prstGeom prst="rect">
                      <a:avLst/>
                    </a:prstGeom>
                    <a:noFill/>
                    <a:ln w="12700">
                      <a:solidFill>
                        <a:srgbClr val="818181"/>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noAutofit/>
                    </a:bodyPr>
                    <a:lstStyle/>
                    <a:p>
                      <a:pPr lvl="0">
                        <a:lnSpc>
                          <a:spcPct val="90000"/>
                        </a:lnSpc>
                        <a:spcBef>
                          <a:spcPts val="600"/>
                        </a:spcBef>
                        <a:spcAft>
                          <a:spcPts val="600"/>
                        </a:spcAft>
                        <a:defRPr/>
                      </a:pPr>
                      <a:endParaRPr lang="en-GB" sz="800" b="0">
                        <a:solidFill>
                          <a:srgbClr val="211F26"/>
                        </a:solidFill>
                        <a:latin typeface="Calibri"/>
                        <a:cs typeface="Calibri"/>
                      </a:endParaRPr>
                    </a:p>
                  </p:txBody>
                </p:sp>
                <p:sp>
                  <p:nvSpPr>
                    <p:cNvPr id="53" name="Rechthoek 52"/>
                    <p:cNvSpPr/>
                    <p:nvPr userDrawn="1"/>
                  </p:nvSpPr>
                  <p:spPr bwMode="auto">
                    <a:xfrm>
                      <a:off x="12909684" y="1276143"/>
                      <a:ext cx="261629" cy="257807"/>
                    </a:xfrm>
                    <a:prstGeom prst="rect">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noAutofit/>
                    </a:bodyPr>
                    <a:lstStyle/>
                    <a:p>
                      <a:pPr lvl="0">
                        <a:lnSpc>
                          <a:spcPct val="90000"/>
                        </a:lnSpc>
                        <a:spcBef>
                          <a:spcPts val="600"/>
                        </a:spcBef>
                        <a:spcAft>
                          <a:spcPts val="600"/>
                        </a:spcAft>
                        <a:defRPr/>
                      </a:pPr>
                      <a:endParaRPr lang="en-GB" sz="800" b="0">
                        <a:solidFill>
                          <a:srgbClr val="211F26"/>
                        </a:solidFill>
                        <a:latin typeface="Calibri"/>
                        <a:cs typeface="Calibri"/>
                      </a:endParaRPr>
                    </a:p>
                  </p:txBody>
                </p:sp>
                <p:sp>
                  <p:nvSpPr>
                    <p:cNvPr id="54" name="Ovaal 53"/>
                    <p:cNvSpPr/>
                    <p:nvPr userDrawn="1"/>
                  </p:nvSpPr>
                  <p:spPr bwMode="auto">
                    <a:xfrm>
                      <a:off x="13069071" y="1308711"/>
                      <a:ext cx="72188" cy="72188"/>
                    </a:xfrm>
                    <a:prstGeom prst="ellipse">
                      <a:avLst/>
                    </a:prstGeom>
                    <a:solidFill>
                      <a:srgbClr val="ECC67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noAutofit/>
                    </a:bodyPr>
                    <a:lstStyle/>
                    <a:p>
                      <a:pPr algn="l">
                        <a:defRPr/>
                      </a:pPr>
                      <a:endParaRPr lang="en-GB" sz="1000" b="1">
                        <a:solidFill>
                          <a:srgbClr val="211F26"/>
                        </a:solidFill>
                        <a:latin typeface="Calibri"/>
                        <a:cs typeface="Calibri"/>
                      </a:endParaRPr>
                    </a:p>
                  </p:txBody>
                </p:sp>
              </p:grpSp>
              <p:pic>
                <p:nvPicPr>
                  <p:cNvPr id="50" name="Afbeelding 49"/>
                  <p:cNvPicPr>
                    <a:picLocks noChangeAspect="1"/>
                  </p:cNvPicPr>
                  <p:nvPr userDrawn="1"/>
                </p:nvPicPr>
                <p:blipFill>
                  <a:blip r:embed="rId2">
                    <a:duotone>
                      <a:prstClr val="black"/>
                      <a:srgbClr val="4D82B8">
                        <a:tint val="45000"/>
                        <a:satMod val="400000"/>
                      </a:srgbClr>
                    </a:duotone>
                  </a:blip>
                  <a:stretch/>
                </p:blipFill>
                <p:spPr bwMode="auto">
                  <a:xfrm>
                    <a:off x="13567296" y="3424991"/>
                    <a:ext cx="173367" cy="140220"/>
                  </a:xfrm>
                  <a:prstGeom prst="rect">
                    <a:avLst/>
                  </a:prstGeom>
                </p:spPr>
              </p:pic>
              <p:pic>
                <p:nvPicPr>
                  <p:cNvPr id="51" name="Afbeelding 50"/>
                  <p:cNvPicPr>
                    <a:picLocks noChangeAspect="1"/>
                  </p:cNvPicPr>
                  <p:nvPr userDrawn="1"/>
                </p:nvPicPr>
                <p:blipFill>
                  <a:blip r:embed="rId2">
                    <a:duotone>
                      <a:prstClr val="black"/>
                      <a:srgbClr val="4D82B8">
                        <a:tint val="45000"/>
                        <a:satMod val="400000"/>
                      </a:srgbClr>
                    </a:duotone>
                  </a:blip>
                  <a:stretch/>
                </p:blipFill>
                <p:spPr bwMode="auto">
                  <a:xfrm flipH="1">
                    <a:off x="13635599" y="3449265"/>
                    <a:ext cx="173367" cy="111424"/>
                  </a:xfrm>
                  <a:prstGeom prst="rect">
                    <a:avLst/>
                  </a:prstGeom>
                </p:spPr>
              </p:pic>
            </p:grpSp>
            <p:grpSp>
              <p:nvGrpSpPr>
                <p:cNvPr id="43" name="Groep 42"/>
                <p:cNvGrpSpPr/>
                <p:nvPr userDrawn="1"/>
              </p:nvGrpSpPr>
              <p:grpSpPr bwMode="auto">
                <a:xfrm>
                  <a:off x="13103513" y="3705268"/>
                  <a:ext cx="145820" cy="146462"/>
                  <a:chOff x="13096169" y="3602278"/>
                  <a:chExt cx="145820" cy="146462"/>
                </a:xfrm>
              </p:grpSpPr>
              <p:sp>
                <p:nvSpPr>
                  <p:cNvPr id="47" name="Rechthoek 46"/>
                  <p:cNvSpPr/>
                  <p:nvPr userDrawn="1"/>
                </p:nvSpPr>
                <p:spPr bwMode="auto">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noAutofit/>
                  </a:bodyPr>
                  <a:lstStyle/>
                  <a:p>
                    <a:pPr algn="l">
                      <a:defRPr/>
                    </a:pPr>
                    <a:endParaRPr lang="en-GB" sz="1000" b="1">
                      <a:solidFill>
                        <a:srgbClr val="211F26"/>
                      </a:solidFill>
                      <a:latin typeface="Calibri"/>
                      <a:cs typeface="Calibri"/>
                    </a:endParaRPr>
                  </a:p>
                </p:txBody>
              </p:sp>
              <p:sp>
                <p:nvSpPr>
                  <p:cNvPr id="48" name="Rechthoek 47"/>
                  <p:cNvSpPr/>
                  <p:nvPr userDrawn="1"/>
                </p:nvSpPr>
                <p:spPr bwMode="auto">
                  <a:xfrm rot="5400000">
                    <a:off x="13037452"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noAutofit/>
                  </a:bodyPr>
                  <a:lstStyle/>
                  <a:p>
                    <a:pPr algn="l">
                      <a:defRPr/>
                    </a:pPr>
                    <a:endParaRPr lang="en-GB" sz="1000" b="1">
                      <a:solidFill>
                        <a:srgbClr val="211F26"/>
                      </a:solidFill>
                      <a:latin typeface="Calibri"/>
                      <a:cs typeface="Calibri"/>
                    </a:endParaRPr>
                  </a:p>
                </p:txBody>
              </p:sp>
            </p:grpSp>
            <p:grpSp>
              <p:nvGrpSpPr>
                <p:cNvPr id="44" name="Groep 43"/>
                <p:cNvGrpSpPr/>
                <p:nvPr userDrawn="1"/>
              </p:nvGrpSpPr>
              <p:grpSpPr bwMode="auto">
                <a:xfrm rot="10800000">
                  <a:off x="13061402" y="3665637"/>
                  <a:ext cx="145820" cy="146462"/>
                  <a:chOff x="13096169" y="3602278"/>
                  <a:chExt cx="145820" cy="146462"/>
                </a:xfrm>
              </p:grpSpPr>
              <p:sp>
                <p:nvSpPr>
                  <p:cNvPr id="45" name="Rechthoek 44"/>
                  <p:cNvSpPr/>
                  <p:nvPr userDrawn="1"/>
                </p:nvSpPr>
                <p:spPr bwMode="auto">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noAutofit/>
                  </a:bodyPr>
                  <a:lstStyle/>
                  <a:p>
                    <a:pPr algn="l">
                      <a:defRPr/>
                    </a:pPr>
                    <a:endParaRPr lang="en-GB" sz="1000" b="1">
                      <a:solidFill>
                        <a:srgbClr val="211F26"/>
                      </a:solidFill>
                      <a:latin typeface="Calibri"/>
                      <a:cs typeface="Calibri"/>
                    </a:endParaRPr>
                  </a:p>
                </p:txBody>
              </p:sp>
              <p:sp>
                <p:nvSpPr>
                  <p:cNvPr id="46" name="Rechthoek 45"/>
                  <p:cNvSpPr/>
                  <p:nvPr userDrawn="1"/>
                </p:nvSpPr>
                <p:spPr bwMode="auto">
                  <a:xfrm rot="5400000">
                    <a:off x="13037452"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noAutofit/>
                  </a:bodyPr>
                  <a:lstStyle/>
                  <a:p>
                    <a:pPr algn="l">
                      <a:defRPr/>
                    </a:pPr>
                    <a:endParaRPr lang="en-GB" sz="1000" b="1">
                      <a:solidFill>
                        <a:srgbClr val="211F26"/>
                      </a:solidFill>
                      <a:latin typeface="Calibri"/>
                      <a:cs typeface="Calibri"/>
                    </a:endParaRPr>
                  </a:p>
                </p:txBody>
              </p:sp>
            </p:grpSp>
          </p:grpSp>
          <p:sp>
            <p:nvSpPr>
              <p:cNvPr id="40" name="Rechthoek 39"/>
              <p:cNvSpPr/>
              <p:nvPr userDrawn="1"/>
            </p:nvSpPr>
            <p:spPr bwMode="auto">
              <a:xfrm>
                <a:off x="12617641" y="3889890"/>
                <a:ext cx="752963" cy="161170"/>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noAutofit/>
              </a:bodyPr>
              <a:lstStyle/>
              <a:p>
                <a:pPr algn="ctr">
                  <a:lnSpc>
                    <a:spcPct val="90000"/>
                  </a:lnSpc>
                  <a:spcBef>
                    <a:spcPts val="600"/>
                  </a:spcBef>
                  <a:spcAft>
                    <a:spcPts val="600"/>
                  </a:spcAft>
                  <a:defRPr/>
                </a:pPr>
                <a:r>
                  <a:rPr lang="en-GB" sz="900" b="0">
                    <a:solidFill>
                      <a:srgbClr val="211F26"/>
                    </a:solidFill>
                    <a:latin typeface="Calibri"/>
                    <a:cs typeface="Calibri"/>
                  </a:rPr>
                  <a:t>Crop</a:t>
                </a:r>
                <a:endParaRPr/>
              </a:p>
            </p:txBody>
          </p:sp>
          <p:sp>
            <p:nvSpPr>
              <p:cNvPr id="41" name="Gelijkbenige driehoek 40"/>
              <p:cNvSpPr/>
              <p:nvPr userDrawn="1"/>
            </p:nvSpPr>
            <p:spPr bwMode="auto">
              <a:xfrm rot="10800000">
                <a:off x="12950688" y="4093726"/>
                <a:ext cx="86866" cy="51147"/>
              </a:xfrm>
              <a:prstGeom prst="triangle">
                <a:avLst>
                  <a:gd name="adj" fmla="val 50000"/>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noAutofit/>
              </a:bodyPr>
              <a:lstStyle/>
              <a:p>
                <a:pPr algn="l">
                  <a:defRPr/>
                </a:pPr>
                <a:endParaRPr lang="en-GB" sz="1000" b="1">
                  <a:solidFill>
                    <a:srgbClr val="211F26"/>
                  </a:solidFill>
                  <a:latin typeface="Calibri"/>
                  <a:cs typeface="Calibri"/>
                </a:endParaRPr>
              </a:p>
            </p:txBody>
          </p:sp>
        </p:grpSp>
        <p:sp>
          <p:nvSpPr>
            <p:cNvPr id="29" name="Ovaal 28"/>
            <p:cNvSpPr/>
            <p:nvPr userDrawn="1"/>
          </p:nvSpPr>
          <p:spPr bwMode="auto">
            <a:xfrm>
              <a:off x="-3603587" y="181118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2</a:t>
              </a:r>
              <a:endParaRPr/>
            </a:p>
          </p:txBody>
        </p:sp>
        <p:sp>
          <p:nvSpPr>
            <p:cNvPr id="30" name="Rechthoek 29"/>
            <p:cNvSpPr/>
            <p:nvPr userDrawn="1"/>
          </p:nvSpPr>
          <p:spPr bwMode="auto">
            <a:xfrm>
              <a:off x="-3319415" y="1811185"/>
              <a:ext cx="2944682" cy="326338"/>
            </a:xfrm>
            <a:prstGeom prst="rect">
              <a:avLst/>
            </a:prstGeom>
            <a:noFill/>
            <a:ln w="25400" cap="flat" cmpd="sng" algn="ctr">
              <a:noFill/>
              <a:prstDash val="solid"/>
            </a:ln>
            <a:effectLst/>
          </p:spPr>
          <p:txBody>
            <a:bodyPr lIns="0" tIns="0" rIns="0" bIns="0" rtlCol="0" anchor="t"/>
            <a:lstStyle/>
            <a:p>
              <a:pPr marL="0" marR="0" lvl="0" indent="0" defTabSz="914400">
                <a:lnSpc>
                  <a:spcPct val="90000"/>
                </a:lnSpc>
                <a:spcBef>
                  <a:spcPts val="600"/>
                </a:spcBef>
                <a:spcAft>
                  <a:spcPts val="600"/>
                </a:spcAft>
                <a:buClrTx/>
                <a:buSzTx/>
                <a:buFontTx/>
                <a:buNone/>
                <a:defRPr/>
              </a:pPr>
              <a:r>
                <a:rPr lang="en-GB" sz="1200" b="0" i="0" u="none" strike="noStrike" cap="none" spc="0">
                  <a:ln>
                    <a:noFill/>
                  </a:ln>
                  <a:solidFill>
                    <a:srgbClr val="000000"/>
                  </a:solidFill>
                  <a:latin typeface="Calibri"/>
                  <a:cs typeface="Calibri"/>
                </a:rPr>
                <a:t>Select the preferred category and image</a:t>
              </a:r>
              <a:br>
                <a:rPr lang="en-GB" sz="1200" b="0" i="0" u="none" strike="noStrike" cap="none" spc="0">
                  <a:ln>
                    <a:noFill/>
                  </a:ln>
                  <a:solidFill>
                    <a:srgbClr val="000000"/>
                  </a:solidFill>
                  <a:latin typeface="Calibri"/>
                  <a:cs typeface="Calibri"/>
                </a:rPr>
              </a:br>
              <a:r>
                <a:rPr lang="en-GB" sz="1200" b="0" i="0" u="none" strike="noStrike" cap="none" spc="0">
                  <a:ln>
                    <a:noFill/>
                  </a:ln>
                  <a:solidFill>
                    <a:srgbClr val="000000"/>
                  </a:solidFill>
                  <a:latin typeface="Calibri"/>
                  <a:cs typeface="Calibri"/>
                </a:rPr>
                <a:t>and click on  </a:t>
              </a:r>
              <a:r>
                <a:rPr lang="en-GB" sz="1200" b="1" i="0" u="none" strike="noStrike" cap="none" spc="0">
                  <a:ln>
                    <a:noFill/>
                  </a:ln>
                  <a:solidFill>
                    <a:srgbClr val="000000"/>
                  </a:solidFill>
                  <a:latin typeface="Calibri"/>
                  <a:cs typeface="Calibri"/>
                </a:rPr>
                <a:t>‘Insert’</a:t>
              </a:r>
              <a:r>
                <a:rPr lang="en-GB" sz="1200" b="0" i="0" u="none" strike="noStrike" cap="none" spc="0">
                  <a:ln>
                    <a:noFill/>
                  </a:ln>
                  <a:solidFill>
                    <a:srgbClr val="000000"/>
                  </a:solidFill>
                  <a:latin typeface="Calibri"/>
                  <a:cs typeface="Calibri"/>
                </a:rPr>
                <a:t>.</a:t>
              </a:r>
              <a:endParaRPr/>
            </a:p>
          </p:txBody>
        </p:sp>
        <p:sp>
          <p:nvSpPr>
            <p:cNvPr id="31" name="Rechthoek 30"/>
            <p:cNvSpPr/>
            <p:nvPr userDrawn="1"/>
          </p:nvSpPr>
          <p:spPr bwMode="auto">
            <a:xfrm>
              <a:off x="-3319415" y="2245760"/>
              <a:ext cx="825500" cy="209550"/>
            </a:xfrm>
            <a:prstGeom prst="rect">
              <a:avLst/>
            </a:prstGeom>
            <a:solidFill>
              <a:srgbClr val="1FF524"/>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noAutofit/>
            </a:bodyPr>
            <a:lstStyle/>
            <a:p>
              <a:pPr algn="ctr">
                <a:lnSpc>
                  <a:spcPct val="90000"/>
                </a:lnSpc>
                <a:spcBef>
                  <a:spcPts val="600"/>
                </a:spcBef>
                <a:spcAft>
                  <a:spcPts val="600"/>
                </a:spcAft>
                <a:defRPr/>
              </a:pPr>
              <a:r>
                <a:rPr lang="en-GB" sz="1000" b="1">
                  <a:solidFill>
                    <a:srgbClr val="211F26"/>
                  </a:solidFill>
                  <a:latin typeface="Calibri"/>
                  <a:cs typeface="Calibri"/>
                </a:rPr>
                <a:t>Insert</a:t>
              </a:r>
              <a:endParaRPr/>
            </a:p>
          </p:txBody>
        </p:sp>
        <p:grpSp>
          <p:nvGrpSpPr>
            <p:cNvPr id="32" name="Groep 31"/>
            <p:cNvGrpSpPr/>
            <p:nvPr userDrawn="1"/>
          </p:nvGrpSpPr>
          <p:grpSpPr bwMode="auto">
            <a:xfrm>
              <a:off x="-3365483" y="1226982"/>
              <a:ext cx="446937" cy="406485"/>
              <a:chOff x="-3563526" y="1409294"/>
              <a:chExt cx="354190" cy="322133"/>
            </a:xfrm>
          </p:grpSpPr>
          <p:grpSp>
            <p:nvGrpSpPr>
              <p:cNvPr id="33" name="Groep 32"/>
              <p:cNvGrpSpPr/>
              <p:nvPr userDrawn="1"/>
            </p:nvGrpSpPr>
            <p:grpSpPr bwMode="auto">
              <a:xfrm>
                <a:off x="-3499992" y="1409294"/>
                <a:ext cx="225195" cy="195499"/>
                <a:chOff x="8987389" y="1361199"/>
                <a:chExt cx="2200275" cy="1914525"/>
              </a:xfrm>
            </p:grpSpPr>
            <p:sp>
              <p:nvSpPr>
                <p:cNvPr id="35" name="Vrije vorm: vorm 34"/>
                <p:cNvSpPr/>
                <p:nvPr/>
              </p:nvSpPr>
              <p:spPr bwMode="auto">
                <a:xfrm>
                  <a:off x="9363620" y="1831738"/>
                  <a:ext cx="371476" cy="371472"/>
                </a:xfrm>
                <a:custGeom>
                  <a:avLst/>
                  <a:gdLst>
                    <a:gd name="connsiteX0" fmla="*/ 369094 w 371475"/>
                    <a:gd name="connsiteY0" fmla="*/ 188119 h 371475"/>
                    <a:gd name="connsiteX1" fmla="*/ 188119 w 371475"/>
                    <a:gd name="connsiteY1" fmla="*/ 369094 h 371475"/>
                    <a:gd name="connsiteX2" fmla="*/ 7144 w 371475"/>
                    <a:gd name="connsiteY2" fmla="*/ 188119 h 371475"/>
                    <a:gd name="connsiteX3" fmla="*/ 188119 w 371475"/>
                    <a:gd name="connsiteY3" fmla="*/ 7144 h 371475"/>
                    <a:gd name="connsiteX4" fmla="*/ 369094 w 371475"/>
                    <a:gd name="connsiteY4" fmla="*/ 188119 h 3714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475" h="371475" fill="norm" stroke="1" extrusionOk="0">
                      <a:moveTo>
                        <a:pt x="369094" y="188119"/>
                      </a:moveTo>
                      <a:cubicBezTo>
                        <a:pt x="369094" y="288068"/>
                        <a:pt x="288068" y="369094"/>
                        <a:pt x="188119" y="369094"/>
                      </a:cubicBezTo>
                      <a:cubicBezTo>
                        <a:pt x="88169" y="369094"/>
                        <a:pt x="7144" y="288068"/>
                        <a:pt x="7144" y="188119"/>
                      </a:cubicBezTo>
                      <a:cubicBezTo>
                        <a:pt x="7144" y="88169"/>
                        <a:pt x="88169" y="7144"/>
                        <a:pt x="188119" y="7144"/>
                      </a:cubicBezTo>
                      <a:cubicBezTo>
                        <a:pt x="288068" y="7144"/>
                        <a:pt x="369094" y="88169"/>
                        <a:pt x="369094" y="188119"/>
                      </a:cubicBezTo>
                      <a:close/>
                    </a:path>
                  </a:pathLst>
                </a:custGeom>
                <a:solidFill>
                  <a:srgbClr val="1FF524"/>
                </a:solidFill>
                <a:ln w="9525" cap="flat">
                  <a:noFill/>
                  <a:prstDash val="solid"/>
                  <a:miter/>
                </a:ln>
              </p:spPr>
              <p:txBody>
                <a:bodyPr rtlCol="0" anchor="ctr"/>
                <a:lstStyle/>
                <a:p>
                  <a:pPr defTabSz="995468">
                    <a:defRPr/>
                  </a:pPr>
                  <a:endParaRPr lang="en-GB" sz="7200">
                    <a:solidFill>
                      <a:srgbClr val="211F26"/>
                    </a:solidFill>
                    <a:latin typeface="+mn-lt"/>
                  </a:endParaRPr>
                </a:p>
              </p:txBody>
            </p:sp>
            <p:grpSp>
              <p:nvGrpSpPr>
                <p:cNvPr id="36" name="Groep 35"/>
                <p:cNvGrpSpPr/>
                <p:nvPr/>
              </p:nvGrpSpPr>
              <p:grpSpPr bwMode="auto">
                <a:xfrm>
                  <a:off x="8987389" y="1361199"/>
                  <a:ext cx="2200275" cy="1914525"/>
                  <a:chOff x="8987389" y="1361199"/>
                  <a:chExt cx="2200275" cy="1914525"/>
                </a:xfrm>
                <a:gradFill>
                  <a:gsLst>
                    <a:gs pos="0">
                      <a:srgbClr val="9D9FA1"/>
                    </a:gs>
                    <a:gs pos="70000">
                      <a:srgbClr val="211F26"/>
                    </a:gs>
                  </a:gsLst>
                  <a:lin ang="2700000" scaled="0"/>
                </a:gradFill>
              </p:grpSpPr>
              <p:sp>
                <p:nvSpPr>
                  <p:cNvPr id="37" name="Vrije vorm: vorm 36"/>
                  <p:cNvSpPr/>
                  <p:nvPr/>
                </p:nvSpPr>
                <p:spPr bwMode="auto">
                  <a:xfrm>
                    <a:off x="8987389" y="1361199"/>
                    <a:ext cx="2200275" cy="1914525"/>
                  </a:xfrm>
                  <a:custGeom>
                    <a:avLst/>
                    <a:gdLst>
                      <a:gd name="connsiteX0" fmla="*/ 7144 w 2200275"/>
                      <a:gd name="connsiteY0" fmla="*/ 7144 h 1914525"/>
                      <a:gd name="connsiteX1" fmla="*/ 7144 w 2200275"/>
                      <a:gd name="connsiteY1" fmla="*/ 245269 h 1914525"/>
                      <a:gd name="connsiteX2" fmla="*/ 432911 w 2200275"/>
                      <a:gd name="connsiteY2" fmla="*/ 245269 h 1914525"/>
                      <a:gd name="connsiteX3" fmla="*/ 432911 w 2200275"/>
                      <a:gd name="connsiteY3" fmla="*/ 245269 h 1914525"/>
                      <a:gd name="connsiteX4" fmla="*/ 1959769 w 2200275"/>
                      <a:gd name="connsiteY4" fmla="*/ 245269 h 1914525"/>
                      <a:gd name="connsiteX5" fmla="*/ 1959769 w 2200275"/>
                      <a:gd name="connsiteY5" fmla="*/ 1674019 h 1914525"/>
                      <a:gd name="connsiteX6" fmla="*/ 245269 w 2200275"/>
                      <a:gd name="connsiteY6" fmla="*/ 1674019 h 1914525"/>
                      <a:gd name="connsiteX7" fmla="*/ 245269 w 2200275"/>
                      <a:gd name="connsiteY7" fmla="*/ 350044 h 1914525"/>
                      <a:gd name="connsiteX8" fmla="*/ 7144 w 2200275"/>
                      <a:gd name="connsiteY8" fmla="*/ 350044 h 1914525"/>
                      <a:gd name="connsiteX9" fmla="*/ 7144 w 2200275"/>
                      <a:gd name="connsiteY9" fmla="*/ 1912144 h 1914525"/>
                      <a:gd name="connsiteX10" fmla="*/ 2197894 w 2200275"/>
                      <a:gd name="connsiteY10" fmla="*/ 1912144 h 1914525"/>
                      <a:gd name="connsiteX11" fmla="*/ 2197894 w 2200275"/>
                      <a:gd name="connsiteY11" fmla="*/ 7144 h 1914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200275" h="1914525" fill="norm" stroke="1" extrusionOk="0">
                        <a:moveTo>
                          <a:pt x="7144" y="7144"/>
                        </a:moveTo>
                        <a:lnTo>
                          <a:pt x="7144" y="245269"/>
                        </a:lnTo>
                        <a:lnTo>
                          <a:pt x="432911" y="245269"/>
                        </a:lnTo>
                        <a:lnTo>
                          <a:pt x="432911" y="245269"/>
                        </a:lnTo>
                        <a:lnTo>
                          <a:pt x="1959769" y="245269"/>
                        </a:lnTo>
                        <a:lnTo>
                          <a:pt x="1959769" y="1674019"/>
                        </a:lnTo>
                        <a:lnTo>
                          <a:pt x="245269" y="1674019"/>
                        </a:lnTo>
                        <a:lnTo>
                          <a:pt x="245269" y="350044"/>
                        </a:lnTo>
                        <a:lnTo>
                          <a:pt x="7144" y="350044"/>
                        </a:lnTo>
                        <a:lnTo>
                          <a:pt x="7144" y="1912144"/>
                        </a:lnTo>
                        <a:lnTo>
                          <a:pt x="2197894" y="1912144"/>
                        </a:lnTo>
                        <a:lnTo>
                          <a:pt x="2197894" y="7144"/>
                        </a:lnTo>
                        <a:close/>
                      </a:path>
                    </a:pathLst>
                  </a:custGeom>
                  <a:grpFill/>
                  <a:ln w="9525" cap="flat">
                    <a:noFill/>
                    <a:prstDash val="solid"/>
                    <a:miter/>
                  </a:ln>
                </p:spPr>
                <p:txBody>
                  <a:bodyPr rtlCol="0" anchor="ctr"/>
                  <a:lstStyle/>
                  <a:p>
                    <a:pPr defTabSz="995468">
                      <a:defRPr/>
                    </a:pPr>
                    <a:endParaRPr lang="en-GB" sz="7200">
                      <a:solidFill>
                        <a:srgbClr val="211F26"/>
                      </a:solidFill>
                      <a:latin typeface="+mn-lt"/>
                    </a:endParaRPr>
                  </a:p>
                </p:txBody>
              </p:sp>
              <p:sp>
                <p:nvSpPr>
                  <p:cNvPr id="38" name="Vrije vorm: vorm 37"/>
                  <p:cNvSpPr/>
                  <p:nvPr/>
                </p:nvSpPr>
                <p:spPr bwMode="auto">
                  <a:xfrm>
                    <a:off x="9362668" y="1953652"/>
                    <a:ext cx="1438273" cy="885828"/>
                  </a:xfrm>
                  <a:custGeom>
                    <a:avLst/>
                    <a:gdLst>
                      <a:gd name="connsiteX0" fmla="*/ 1070134 w 1438275"/>
                      <a:gd name="connsiteY0" fmla="*/ 7144 h 885825"/>
                      <a:gd name="connsiteX1" fmla="*/ 801529 w 1438275"/>
                      <a:gd name="connsiteY1" fmla="*/ 275749 h 885825"/>
                      <a:gd name="connsiteX2" fmla="*/ 662464 w 1438275"/>
                      <a:gd name="connsiteY2" fmla="*/ 137636 h 885825"/>
                      <a:gd name="connsiteX3" fmla="*/ 7144 w 1438275"/>
                      <a:gd name="connsiteY3" fmla="*/ 784384 h 885825"/>
                      <a:gd name="connsiteX4" fmla="*/ 108109 w 1438275"/>
                      <a:gd name="connsiteY4" fmla="*/ 885349 h 885825"/>
                      <a:gd name="connsiteX5" fmla="*/ 662464 w 1438275"/>
                      <a:gd name="connsiteY5" fmla="*/ 338614 h 885825"/>
                      <a:gd name="connsiteX6" fmla="*/ 928211 w 1438275"/>
                      <a:gd name="connsiteY6" fmla="*/ 605314 h 885825"/>
                      <a:gd name="connsiteX7" fmla="*/ 1029176 w 1438275"/>
                      <a:gd name="connsiteY7" fmla="*/ 503396 h 885825"/>
                      <a:gd name="connsiteX8" fmla="*/ 902494 w 1438275"/>
                      <a:gd name="connsiteY8" fmla="*/ 376714 h 885825"/>
                      <a:gd name="connsiteX9" fmla="*/ 1070134 w 1438275"/>
                      <a:gd name="connsiteY9" fmla="*/ 209074 h 885825"/>
                      <a:gd name="connsiteX10" fmla="*/ 1337786 w 1438275"/>
                      <a:gd name="connsiteY10" fmla="*/ 480536 h 885825"/>
                      <a:gd name="connsiteX11" fmla="*/ 1438751 w 1438275"/>
                      <a:gd name="connsiteY11" fmla="*/ 378619 h 885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438275" h="885825" fill="norm" stroke="1" extrusionOk="0">
                        <a:moveTo>
                          <a:pt x="1070134" y="7144"/>
                        </a:moveTo>
                        <a:lnTo>
                          <a:pt x="801529" y="275749"/>
                        </a:lnTo>
                        <a:lnTo>
                          <a:pt x="662464" y="137636"/>
                        </a:lnTo>
                        <a:lnTo>
                          <a:pt x="7144" y="784384"/>
                        </a:lnTo>
                        <a:lnTo>
                          <a:pt x="108109" y="885349"/>
                        </a:lnTo>
                        <a:lnTo>
                          <a:pt x="662464" y="338614"/>
                        </a:lnTo>
                        <a:lnTo>
                          <a:pt x="928211" y="605314"/>
                        </a:lnTo>
                        <a:lnTo>
                          <a:pt x="1029176" y="503396"/>
                        </a:lnTo>
                        <a:lnTo>
                          <a:pt x="902494" y="376714"/>
                        </a:lnTo>
                        <a:lnTo>
                          <a:pt x="1070134" y="209074"/>
                        </a:lnTo>
                        <a:lnTo>
                          <a:pt x="1337786" y="480536"/>
                        </a:lnTo>
                        <a:lnTo>
                          <a:pt x="1438751" y="378619"/>
                        </a:lnTo>
                        <a:close/>
                      </a:path>
                    </a:pathLst>
                  </a:custGeom>
                  <a:grpFill/>
                  <a:ln w="9525" cap="flat">
                    <a:noFill/>
                    <a:prstDash val="solid"/>
                    <a:miter/>
                  </a:ln>
                </p:spPr>
                <p:txBody>
                  <a:bodyPr rtlCol="0" anchor="ctr"/>
                  <a:lstStyle/>
                  <a:p>
                    <a:pPr defTabSz="995468">
                      <a:defRPr/>
                    </a:pPr>
                    <a:endParaRPr lang="en-GB" sz="7200">
                      <a:solidFill>
                        <a:srgbClr val="211F26"/>
                      </a:solidFill>
                      <a:latin typeface="+mn-lt"/>
                    </a:endParaRPr>
                  </a:p>
                </p:txBody>
              </p:sp>
            </p:grpSp>
          </p:grpSp>
          <p:sp>
            <p:nvSpPr>
              <p:cNvPr id="34" name="Tekstvak 33"/>
              <p:cNvSpPr txBox="1"/>
              <p:nvPr userDrawn="1"/>
            </p:nvSpPr>
            <p:spPr bwMode="auto">
              <a:xfrm>
                <a:off x="-3563526" y="1617700"/>
                <a:ext cx="354190" cy="113727"/>
              </a:xfrm>
              <a:prstGeom prst="rect">
                <a:avLst/>
              </a:prstGeom>
              <a:noFill/>
            </p:spPr>
            <p:txBody>
              <a:bodyPr wrap="square" lIns="0" tIns="18000" rIns="0" bIns="0" rtlCol="0" anchor="t">
                <a:noAutofit/>
              </a:bodyPr>
              <a:lstStyle/>
              <a:p>
                <a:pPr marL="0" marR="0" lvl="0" indent="0" algn="ctr" defTabSz="914400">
                  <a:lnSpc>
                    <a:spcPct val="90000"/>
                  </a:lnSpc>
                  <a:spcBef>
                    <a:spcPts val="600"/>
                  </a:spcBef>
                  <a:spcAft>
                    <a:spcPts val="600"/>
                  </a:spcAft>
                  <a:buClrTx/>
                  <a:buSzTx/>
                  <a:buFontTx/>
                  <a:buNone/>
                  <a:defRPr/>
                </a:pPr>
                <a:r>
                  <a:rPr lang="en-GB" sz="1000" b="0" i="0" u="none" strike="noStrike" cap="none" spc="0">
                    <a:ln>
                      <a:noFill/>
                    </a:ln>
                    <a:solidFill>
                      <a:srgbClr val="211F26"/>
                    </a:solidFill>
                    <a:latin typeface="Calibri"/>
                    <a:ea typeface="+mn-ea"/>
                    <a:cs typeface="Calibri"/>
                  </a:rPr>
                  <a:t>Images</a:t>
                </a:r>
                <a:endParaRPr/>
              </a:p>
            </p:txBody>
          </p:sp>
        </p:grpSp>
      </p:grpSp>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reserve="1">
  <p:cSld name="">
    <p:bg>
      <p:bgPr shadeToTitle="0">
        <a:solidFill>
          <a:srgbClr val="FFFFFF"/>
        </a:solidFill>
      </p:bgPr>
    </p:bg>
    <p:spTree>
      <p:nvGrpSpPr>
        <p:cNvPr id="1" name=""/>
        <p:cNvGrpSpPr/>
        <p:nvPr/>
      </p:nvGrpSpPr>
      <p:grpSpPr bwMode="auto">
        <a:xfrm>
          <a:off x="0" y="0"/>
          <a:ext cx="0" cy="0"/>
          <a:chOff x="0" y="0"/>
          <a:chExt cx="0" cy="0"/>
        </a:xfrm>
      </p:grpSpPr>
      <p:sp>
        <p:nvSpPr>
          <p:cNvPr id="1530773102" name="Tijdelijke aanduiding voor titel 1"/>
          <p:cNvSpPr>
            <a:spLocks noGrp="1"/>
          </p:cNvSpPr>
          <p:nvPr>
            <p:ph type="title"/>
          </p:nvPr>
        </p:nvSpPr>
        <p:spPr bwMode="auto">
          <a:xfrm>
            <a:off x="718666" y="722454"/>
            <a:ext cx="10752610" cy="323409"/>
          </a:xfrm>
          <a:prstGeom prst="rect">
            <a:avLst/>
          </a:prstGeom>
        </p:spPr>
        <p:txBody>
          <a:bodyPr vert="horz" lIns="0" tIns="0" rIns="0" bIns="378000" rtlCol="0" anchor="t">
            <a:noAutofit/>
          </a:bodyPr>
          <a:lstStyle/>
          <a:p>
            <a:pPr>
              <a:defRPr/>
            </a:pPr>
            <a:r>
              <a:rPr lang="en-GB"/>
              <a:t>Title goes here</a:t>
            </a:r>
            <a:endParaRPr/>
          </a:p>
        </p:txBody>
      </p:sp>
      <p:sp>
        <p:nvSpPr>
          <p:cNvPr id="585851800" name="Tijdelijke aanduiding voor tekst 2"/>
          <p:cNvSpPr>
            <a:spLocks noGrp="1"/>
          </p:cNvSpPr>
          <p:nvPr>
            <p:ph type="body" idx="1"/>
          </p:nvPr>
        </p:nvSpPr>
        <p:spPr bwMode="auto">
          <a:xfrm>
            <a:off x="719138" y="1563938"/>
            <a:ext cx="10752137" cy="4433419"/>
          </a:xfrm>
          <a:prstGeom prst="rect">
            <a:avLst/>
          </a:prstGeom>
        </p:spPr>
        <p:txBody>
          <a:bodyPr vert="horz" lIns="0" tIns="0" rIns="0" bIns="0" rtlCol="0">
            <a:noAutofit/>
          </a:bodyPr>
          <a:lstStyle/>
          <a:p>
            <a:pPr lvl="0">
              <a:defRPr/>
            </a:pPr>
            <a:r>
              <a:rPr lang="en-GB"/>
              <a:t>Bullet</a:t>
            </a:r>
            <a:endParaRPr/>
          </a:p>
          <a:p>
            <a:pPr lvl="1">
              <a:defRPr/>
            </a:pPr>
            <a:r>
              <a:rPr lang="en-GB"/>
              <a:t>Sub-bullet </a:t>
            </a:r>
            <a:endParaRPr/>
          </a:p>
          <a:p>
            <a:pPr lvl="2">
              <a:defRPr/>
            </a:pPr>
            <a:r>
              <a:rPr lang="en-GB"/>
              <a:t>Default text</a:t>
            </a:r>
            <a:br>
              <a:rPr lang="en-GB"/>
            </a:br>
            <a:endParaRPr lang="en-GB"/>
          </a:p>
          <a:p>
            <a:pPr lvl="3">
              <a:defRPr/>
            </a:pPr>
            <a:r>
              <a:rPr lang="en-GB"/>
              <a:t>Title/Quote</a:t>
            </a:r>
            <a:endParaRPr/>
          </a:p>
          <a:p>
            <a:pPr lvl="4">
              <a:defRPr/>
            </a:pPr>
            <a:r>
              <a:rPr lang="en-GB"/>
              <a:t>Subtitle</a:t>
            </a:r>
            <a:endParaRPr/>
          </a:p>
          <a:p>
            <a:pPr lvl="5">
              <a:defRPr/>
            </a:pPr>
            <a:r>
              <a:rPr lang="en-GB"/>
              <a:t>Default text</a:t>
            </a:r>
            <a:br>
              <a:rPr lang="en-GB"/>
            </a:br>
            <a:endParaRPr lang="en-GB"/>
          </a:p>
          <a:p>
            <a:pPr lvl="6">
              <a:defRPr/>
            </a:pPr>
            <a:r>
              <a:rPr lang="en-GB"/>
              <a:t>Numerical bullet</a:t>
            </a:r>
            <a:endParaRPr/>
          </a:p>
          <a:p>
            <a:pPr lvl="7">
              <a:defRPr/>
            </a:pPr>
            <a:r>
              <a:rPr lang="en-GB"/>
              <a:t>Alphabetical bullet</a:t>
            </a:r>
            <a:endParaRPr/>
          </a:p>
          <a:p>
            <a:pPr lvl="8">
              <a:defRPr/>
            </a:pPr>
            <a:r>
              <a:rPr lang="en-GB"/>
              <a:t>Source</a:t>
            </a:r>
            <a:endParaRPr/>
          </a:p>
        </p:txBody>
      </p:sp>
      <p:grpSp>
        <p:nvGrpSpPr>
          <p:cNvPr id="1204113460" name="GRID" hidden="1"/>
          <p:cNvGrpSpPr/>
          <p:nvPr userDrawn="1"/>
        </p:nvGrpSpPr>
        <p:grpSpPr bwMode="auto">
          <a:xfrm>
            <a:off x="-12032" y="0"/>
            <a:ext cx="12204032" cy="6858000"/>
            <a:chOff x="-12032" y="0"/>
            <a:chExt cx="12204032" cy="6858000"/>
          </a:xfrm>
        </p:grpSpPr>
        <p:sp>
          <p:nvSpPr>
            <p:cNvPr id="8" name="Rechthoek 7"/>
            <p:cNvSpPr/>
            <p:nvPr userDrawn="1"/>
          </p:nvSpPr>
          <p:spPr bwMode="auto">
            <a:xfrm>
              <a:off x="-12032" y="0"/>
              <a:ext cx="12192000" cy="720000"/>
            </a:xfrm>
            <a:prstGeom prst="rect">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GB"/>
            </a:p>
          </p:txBody>
        </p:sp>
        <p:sp>
          <p:nvSpPr>
            <p:cNvPr id="12" name="Rechthoek 11"/>
            <p:cNvSpPr/>
            <p:nvPr userDrawn="1"/>
          </p:nvSpPr>
          <p:spPr bwMode="auto">
            <a:xfrm>
              <a:off x="0" y="0"/>
              <a:ext cx="720000" cy="6857999"/>
            </a:xfrm>
            <a:prstGeom prst="rect">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GB"/>
            </a:p>
          </p:txBody>
        </p:sp>
        <p:sp>
          <p:nvSpPr>
            <p:cNvPr id="13" name="Rechthoek 12"/>
            <p:cNvSpPr/>
            <p:nvPr userDrawn="1"/>
          </p:nvSpPr>
          <p:spPr bwMode="auto">
            <a:xfrm>
              <a:off x="11472000" y="0"/>
              <a:ext cx="720000" cy="6857999"/>
            </a:xfrm>
            <a:prstGeom prst="rect">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GB"/>
            </a:p>
          </p:txBody>
        </p:sp>
        <p:sp>
          <p:nvSpPr>
            <p:cNvPr id="16" name="Rechthoek 15"/>
            <p:cNvSpPr/>
            <p:nvPr userDrawn="1"/>
          </p:nvSpPr>
          <p:spPr bwMode="auto">
            <a:xfrm>
              <a:off x="0" y="1064525"/>
              <a:ext cx="12192000" cy="540000"/>
            </a:xfrm>
            <a:prstGeom prst="rect">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GB"/>
            </a:p>
          </p:txBody>
        </p:sp>
        <p:sp>
          <p:nvSpPr>
            <p:cNvPr id="17" name="Rechthoek 16"/>
            <p:cNvSpPr/>
            <p:nvPr userDrawn="1"/>
          </p:nvSpPr>
          <p:spPr bwMode="auto">
            <a:xfrm>
              <a:off x="0" y="6498000"/>
              <a:ext cx="12192000" cy="360000"/>
            </a:xfrm>
            <a:prstGeom prst="rect">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GB"/>
            </a:p>
          </p:txBody>
        </p:sp>
        <p:sp>
          <p:nvSpPr>
            <p:cNvPr id="18" name="Rechthoek 17"/>
            <p:cNvSpPr/>
            <p:nvPr userDrawn="1"/>
          </p:nvSpPr>
          <p:spPr bwMode="auto">
            <a:xfrm>
              <a:off x="0" y="5806208"/>
              <a:ext cx="12192000" cy="540000"/>
            </a:xfrm>
            <a:prstGeom prst="rect">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GB"/>
            </a:p>
          </p:txBody>
        </p:sp>
      </p:grpSp>
      <p:sp>
        <p:nvSpPr>
          <p:cNvPr id="641959881" name="Tekstvak 19"/>
          <p:cNvSpPr txBox="1"/>
          <p:nvPr userDrawn="1"/>
        </p:nvSpPr>
        <p:spPr bwMode="auto">
          <a:xfrm>
            <a:off x="0" y="-637132"/>
            <a:ext cx="565861" cy="169277"/>
          </a:xfrm>
          <a:prstGeom prst="rect">
            <a:avLst/>
          </a:prstGeom>
          <a:noFill/>
        </p:spPr>
        <p:txBody>
          <a:bodyPr wrap="none" lIns="0" tIns="0" rIns="0" bIns="0" rtlCol="0" anchor="b">
            <a:spAutoFit/>
          </a:bodyPr>
          <a:lstStyle/>
          <a:p>
            <a:pPr algn="l">
              <a:defRPr/>
            </a:pPr>
            <a:r>
              <a:rPr lang="en-GB" sz="1100" b="0" cap="all">
                <a:solidFill>
                  <a:schemeClr val="accent1"/>
                </a:solidFill>
                <a:latin typeface="+mn-lt"/>
              </a:rPr>
              <a:t>layout</a:t>
            </a:r>
            <a:endParaRPr/>
          </a:p>
        </p:txBody>
      </p:sp>
      <p:sp>
        <p:nvSpPr>
          <p:cNvPr id="592645508" name="Tijdelijke aanduiding voor datum 3"/>
          <p:cNvSpPr>
            <a:spLocks noGrp="1"/>
          </p:cNvSpPr>
          <p:nvPr>
            <p:ph type="dt" sz="half" idx="2"/>
          </p:nvPr>
        </p:nvSpPr>
        <p:spPr bwMode="auto">
          <a:xfrm>
            <a:off x="10146569" y="6405669"/>
            <a:ext cx="766235" cy="184666"/>
          </a:xfrm>
          <a:prstGeom prst="rect">
            <a:avLst/>
          </a:prstGeom>
        </p:spPr>
        <p:txBody>
          <a:bodyPr vert="horz" wrap="none" lIns="0" tIns="0" rIns="0" bIns="0" rtlCol="0" anchor="ctr">
            <a:spAutoFit/>
          </a:bodyPr>
          <a:lstStyle>
            <a:lvl1pPr algn="r">
              <a:defRPr sz="1200">
                <a:solidFill>
                  <a:schemeClr val="tx2"/>
                </a:solidFill>
                <a:latin typeface="+mn-lt"/>
                <a:cs typeface="Segoe UI Light"/>
              </a:defRPr>
            </a:lvl1pPr>
          </a:lstStyle>
          <a:p>
            <a:pPr>
              <a:defRPr/>
            </a:pPr>
            <a:fld id="{1BDEED87-6B56-4161-9E14-2FCC2CD9D2C7}" type="datetime1">
              <a:rPr lang="nl-NL"/>
              <a:t>10-3-2025</a:t>
            </a:fld>
            <a:endParaRPr lang="en-GB"/>
          </a:p>
        </p:txBody>
      </p:sp>
      <p:sp>
        <p:nvSpPr>
          <p:cNvPr id="1999752236" name="Tijdelijke aanduiding voor dianummer 5"/>
          <p:cNvSpPr>
            <a:spLocks noGrp="1"/>
          </p:cNvSpPr>
          <p:nvPr>
            <p:ph type="sldNum" sz="quarter" idx="4"/>
          </p:nvPr>
        </p:nvSpPr>
        <p:spPr bwMode="auto">
          <a:xfrm>
            <a:off x="11178464" y="6405669"/>
            <a:ext cx="291298" cy="184666"/>
          </a:xfrm>
          <a:prstGeom prst="rect">
            <a:avLst/>
          </a:prstGeom>
        </p:spPr>
        <p:txBody>
          <a:bodyPr vert="horz" wrap="none" lIns="0" tIns="0" rIns="0" bIns="0" rtlCol="0" anchor="ctr">
            <a:spAutoFit/>
          </a:bodyPr>
          <a:lstStyle>
            <a:lvl1pPr algn="r">
              <a:defRPr sz="1200" b="1">
                <a:solidFill>
                  <a:schemeClr val="tx2"/>
                </a:solidFill>
                <a:latin typeface="+mj-lt"/>
                <a:cs typeface="Segoe UI Light"/>
              </a:defRPr>
            </a:lvl1pPr>
          </a:lstStyle>
          <a:p>
            <a:pPr>
              <a:defRPr/>
            </a:pPr>
            <a:fld id="{9E843DB9-9987-4157-AB9C-CEA8D7D910BB}" type="slidenum">
              <a:rPr lang="en-GB"/>
              <a:t>‹#›</a:t>
            </a:fld>
            <a:endParaRPr lang="en-GB"/>
          </a:p>
        </p:txBody>
      </p:sp>
      <p:sp>
        <p:nvSpPr>
          <p:cNvPr id="714124471" name="Tekstvak 3"/>
          <p:cNvSpPr txBox="1"/>
          <p:nvPr userDrawn="1"/>
        </p:nvSpPr>
        <p:spPr bwMode="auto">
          <a:xfrm>
            <a:off x="10912804" y="-1278897"/>
            <a:ext cx="1279196" cy="169277"/>
          </a:xfrm>
          <a:prstGeom prst="rect">
            <a:avLst/>
          </a:prstGeom>
          <a:noFill/>
        </p:spPr>
        <p:txBody>
          <a:bodyPr wrap="none" lIns="0" tIns="0" rIns="0" bIns="0" rtlCol="0" anchor="b">
            <a:spAutoFit/>
          </a:bodyPr>
          <a:lstStyle/>
          <a:p>
            <a:pPr algn="r">
              <a:defRPr/>
            </a:pPr>
            <a:r>
              <a:rPr lang="en-GB" sz="1100" b="0" cap="all">
                <a:solidFill>
                  <a:schemeClr val="accent1"/>
                </a:solidFill>
                <a:latin typeface="+mn-lt"/>
              </a:rPr>
              <a:t>Primary colors</a:t>
            </a:r>
            <a:endParaRPr/>
          </a:p>
        </p:txBody>
      </p:sp>
      <p:grpSp>
        <p:nvGrpSpPr>
          <p:cNvPr id="1808958958" name="Groep 33"/>
          <p:cNvGrpSpPr/>
          <p:nvPr userDrawn="1"/>
        </p:nvGrpSpPr>
        <p:grpSpPr bwMode="auto">
          <a:xfrm>
            <a:off x="11552188" y="-1016102"/>
            <a:ext cx="639812" cy="180000"/>
            <a:chOff x="11552188" y="-1016102"/>
            <a:chExt cx="639812" cy="180000"/>
          </a:xfrm>
        </p:grpSpPr>
        <p:sp>
          <p:nvSpPr>
            <p:cNvPr id="5" name="Rechthoek 4"/>
            <p:cNvSpPr/>
            <p:nvPr userDrawn="1"/>
          </p:nvSpPr>
          <p:spPr bwMode="auto">
            <a:xfrm>
              <a:off x="12012000" y="-1016102"/>
              <a:ext cx="180000" cy="180000"/>
            </a:xfrm>
            <a:prstGeom prst="rect">
              <a:avLst/>
            </a:prstGeom>
            <a:solidFill>
              <a:schemeClr val="tx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algn="ctr">
                <a:lnSpc>
                  <a:spcPct val="90000"/>
                </a:lnSpc>
                <a:spcBef>
                  <a:spcPts val="200"/>
                </a:spcBef>
                <a:spcAft>
                  <a:spcPts val="200"/>
                </a:spcAft>
                <a:defRPr/>
              </a:pPr>
              <a:endParaRPr lang="en-GB" sz="1600"/>
            </a:p>
          </p:txBody>
        </p:sp>
        <p:sp>
          <p:nvSpPr>
            <p:cNvPr id="7" name="Rechthoek 6"/>
            <p:cNvSpPr/>
            <p:nvPr userDrawn="1"/>
          </p:nvSpPr>
          <p:spPr bwMode="auto">
            <a:xfrm>
              <a:off x="11782094" y="-1016102"/>
              <a:ext cx="180000" cy="180000"/>
            </a:xfrm>
            <a:prstGeom prst="rect">
              <a:avLst/>
            </a:prstGeom>
            <a:solidFill>
              <a:schemeClr val="bg1"/>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algn="ctr">
                <a:lnSpc>
                  <a:spcPct val="90000"/>
                </a:lnSpc>
                <a:spcBef>
                  <a:spcPts val="200"/>
                </a:spcBef>
                <a:spcAft>
                  <a:spcPts val="200"/>
                </a:spcAft>
                <a:defRPr/>
              </a:pPr>
              <a:endParaRPr lang="en-GB" sz="1600"/>
            </a:p>
          </p:txBody>
        </p:sp>
        <p:sp>
          <p:nvSpPr>
            <p:cNvPr id="9" name="Rechthoek 8"/>
            <p:cNvSpPr/>
            <p:nvPr userDrawn="1"/>
          </p:nvSpPr>
          <p:spPr bwMode="auto">
            <a:xfrm>
              <a:off x="11552188" y="-1016102"/>
              <a:ext cx="180000" cy="180000"/>
            </a:xfrm>
            <a:prstGeom prst="rect">
              <a:avLst/>
            </a:prstGeom>
            <a:solidFill>
              <a:schemeClr val="accent1"/>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algn="ctr">
                <a:lnSpc>
                  <a:spcPct val="90000"/>
                </a:lnSpc>
                <a:spcBef>
                  <a:spcPts val="200"/>
                </a:spcBef>
                <a:spcAft>
                  <a:spcPts val="200"/>
                </a:spcAft>
                <a:defRPr/>
              </a:pPr>
              <a:endParaRPr lang="en-GB" sz="1600"/>
            </a:p>
          </p:txBody>
        </p:sp>
      </p:grpSp>
      <p:sp>
        <p:nvSpPr>
          <p:cNvPr id="1370293025" name="Tekstvak 9"/>
          <p:cNvSpPr txBox="1"/>
          <p:nvPr userDrawn="1"/>
        </p:nvSpPr>
        <p:spPr bwMode="auto">
          <a:xfrm>
            <a:off x="10659528" y="-674002"/>
            <a:ext cx="1532472" cy="169277"/>
          </a:xfrm>
          <a:prstGeom prst="rect">
            <a:avLst/>
          </a:prstGeom>
          <a:noFill/>
        </p:spPr>
        <p:txBody>
          <a:bodyPr wrap="none" lIns="0" tIns="0" rIns="0" bIns="0" rtlCol="0" anchor="b">
            <a:spAutoFit/>
          </a:bodyPr>
          <a:lstStyle/>
          <a:p>
            <a:pPr algn="r">
              <a:defRPr/>
            </a:pPr>
            <a:r>
              <a:rPr lang="en-GB" sz="1100" b="0" cap="all">
                <a:solidFill>
                  <a:schemeClr val="accent1"/>
                </a:solidFill>
                <a:latin typeface="+mn-lt"/>
              </a:rPr>
              <a:t>secondary colors</a:t>
            </a:r>
            <a:endParaRPr/>
          </a:p>
        </p:txBody>
      </p:sp>
      <p:grpSp>
        <p:nvGrpSpPr>
          <p:cNvPr id="439267053" name="Groep 32"/>
          <p:cNvGrpSpPr/>
          <p:nvPr userDrawn="1"/>
        </p:nvGrpSpPr>
        <p:grpSpPr bwMode="auto">
          <a:xfrm>
            <a:off x="9687884" y="-411207"/>
            <a:ext cx="2504116" cy="180000"/>
            <a:chOff x="9687884" y="-411207"/>
            <a:chExt cx="2504116" cy="180000"/>
          </a:xfrm>
        </p:grpSpPr>
        <p:sp>
          <p:nvSpPr>
            <p:cNvPr id="11" name="Rechthoek 10"/>
            <p:cNvSpPr/>
            <p:nvPr userDrawn="1"/>
          </p:nvSpPr>
          <p:spPr bwMode="auto">
            <a:xfrm>
              <a:off x="12012000" y="-411207"/>
              <a:ext cx="180000" cy="180000"/>
            </a:xfrm>
            <a:prstGeom prst="rect">
              <a:avLst/>
            </a:prstGeom>
            <a:solidFill>
              <a:srgbClr val="009B77"/>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algn="ctr">
                <a:lnSpc>
                  <a:spcPct val="90000"/>
                </a:lnSpc>
                <a:spcBef>
                  <a:spcPts val="200"/>
                </a:spcBef>
                <a:spcAft>
                  <a:spcPts val="200"/>
                </a:spcAft>
                <a:defRPr/>
              </a:pPr>
              <a:endParaRPr lang="en-GB" sz="1600"/>
            </a:p>
          </p:txBody>
        </p:sp>
        <p:sp>
          <p:nvSpPr>
            <p:cNvPr id="14" name="Rechthoek 13"/>
            <p:cNvSpPr/>
            <p:nvPr userDrawn="1"/>
          </p:nvSpPr>
          <p:spPr bwMode="auto">
            <a:xfrm>
              <a:off x="11782094" y="-411207"/>
              <a:ext cx="180000" cy="180000"/>
            </a:xfrm>
            <a:prstGeom prst="rect">
              <a:avLst/>
            </a:prstGeom>
            <a:solidFill>
              <a:srgbClr val="6CC24A"/>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algn="ctr">
                <a:lnSpc>
                  <a:spcPct val="90000"/>
                </a:lnSpc>
                <a:spcBef>
                  <a:spcPts val="200"/>
                </a:spcBef>
                <a:spcAft>
                  <a:spcPts val="200"/>
                </a:spcAft>
                <a:defRPr/>
              </a:pPr>
              <a:endParaRPr lang="en-GB" sz="1600"/>
            </a:p>
          </p:txBody>
        </p:sp>
        <p:sp>
          <p:nvSpPr>
            <p:cNvPr id="19" name="Rechthoek 18"/>
            <p:cNvSpPr/>
            <p:nvPr userDrawn="1"/>
          </p:nvSpPr>
          <p:spPr bwMode="auto">
            <a:xfrm>
              <a:off x="11552188" y="-411207"/>
              <a:ext cx="180000" cy="180000"/>
            </a:xfrm>
            <a:prstGeom prst="rect">
              <a:avLst/>
            </a:prstGeom>
            <a:solidFill>
              <a:srgbClr val="FFB81C"/>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algn="ctr">
                <a:lnSpc>
                  <a:spcPct val="90000"/>
                </a:lnSpc>
                <a:spcBef>
                  <a:spcPts val="200"/>
                </a:spcBef>
                <a:spcAft>
                  <a:spcPts val="200"/>
                </a:spcAft>
                <a:defRPr/>
              </a:pPr>
              <a:endParaRPr lang="en-GB" sz="1600"/>
            </a:p>
          </p:txBody>
        </p:sp>
        <p:sp>
          <p:nvSpPr>
            <p:cNvPr id="22" name="Rechthoek 21"/>
            <p:cNvSpPr/>
            <p:nvPr userDrawn="1"/>
          </p:nvSpPr>
          <p:spPr bwMode="auto">
            <a:xfrm>
              <a:off x="11316018" y="-411207"/>
              <a:ext cx="180000" cy="180000"/>
            </a:xfrm>
            <a:prstGeom prst="rect">
              <a:avLst/>
            </a:prstGeom>
            <a:solidFill>
              <a:srgbClr val="EC684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algn="ctr">
                <a:lnSpc>
                  <a:spcPct val="90000"/>
                </a:lnSpc>
                <a:spcBef>
                  <a:spcPts val="200"/>
                </a:spcBef>
                <a:spcAft>
                  <a:spcPts val="200"/>
                </a:spcAft>
                <a:defRPr/>
              </a:pPr>
              <a:endParaRPr lang="en-GB" sz="1600"/>
            </a:p>
          </p:txBody>
        </p:sp>
        <p:sp>
          <p:nvSpPr>
            <p:cNvPr id="23" name="Rechthoek 22"/>
            <p:cNvSpPr/>
            <p:nvPr userDrawn="1"/>
          </p:nvSpPr>
          <p:spPr bwMode="auto">
            <a:xfrm>
              <a:off x="11086112" y="-411207"/>
              <a:ext cx="180000" cy="180000"/>
            </a:xfrm>
            <a:prstGeom prst="rect">
              <a:avLst/>
            </a:prstGeom>
            <a:solidFill>
              <a:srgbClr val="E03C31"/>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algn="ctr">
                <a:lnSpc>
                  <a:spcPct val="90000"/>
                </a:lnSpc>
                <a:spcBef>
                  <a:spcPts val="200"/>
                </a:spcBef>
                <a:spcAft>
                  <a:spcPts val="200"/>
                </a:spcAft>
                <a:defRPr/>
              </a:pPr>
              <a:endParaRPr lang="en-GB" sz="1600"/>
            </a:p>
          </p:txBody>
        </p:sp>
        <p:sp>
          <p:nvSpPr>
            <p:cNvPr id="24" name="Rechthoek 23"/>
            <p:cNvSpPr/>
            <p:nvPr userDrawn="1"/>
          </p:nvSpPr>
          <p:spPr bwMode="auto">
            <a:xfrm>
              <a:off x="10856206" y="-411207"/>
              <a:ext cx="180000" cy="180000"/>
            </a:xfrm>
            <a:prstGeom prst="rect">
              <a:avLst/>
            </a:prstGeom>
            <a:solidFill>
              <a:srgbClr val="A50034"/>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algn="ctr">
                <a:lnSpc>
                  <a:spcPct val="90000"/>
                </a:lnSpc>
                <a:spcBef>
                  <a:spcPts val="200"/>
                </a:spcBef>
                <a:spcAft>
                  <a:spcPts val="200"/>
                </a:spcAft>
                <a:defRPr/>
              </a:pPr>
              <a:endParaRPr lang="en-GB" sz="1600"/>
            </a:p>
          </p:txBody>
        </p:sp>
        <p:sp>
          <p:nvSpPr>
            <p:cNvPr id="25" name="Rechthoek 24"/>
            <p:cNvSpPr/>
            <p:nvPr userDrawn="1"/>
          </p:nvSpPr>
          <p:spPr bwMode="auto">
            <a:xfrm>
              <a:off x="10620036" y="-411207"/>
              <a:ext cx="180000" cy="180000"/>
            </a:xfrm>
            <a:prstGeom prst="rect">
              <a:avLst/>
            </a:prstGeom>
            <a:solidFill>
              <a:srgbClr val="EF60A3"/>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algn="ctr">
                <a:lnSpc>
                  <a:spcPct val="90000"/>
                </a:lnSpc>
                <a:spcBef>
                  <a:spcPts val="200"/>
                </a:spcBef>
                <a:spcAft>
                  <a:spcPts val="200"/>
                </a:spcAft>
                <a:defRPr/>
              </a:pPr>
              <a:endParaRPr lang="en-GB" sz="1600"/>
            </a:p>
          </p:txBody>
        </p:sp>
        <p:sp>
          <p:nvSpPr>
            <p:cNvPr id="26" name="Rechthoek 25"/>
            <p:cNvSpPr/>
            <p:nvPr userDrawn="1"/>
          </p:nvSpPr>
          <p:spPr bwMode="auto">
            <a:xfrm>
              <a:off x="10383866" y="-411207"/>
              <a:ext cx="180000" cy="180000"/>
            </a:xfrm>
            <a:prstGeom prst="rect">
              <a:avLst/>
            </a:prstGeom>
            <a:solidFill>
              <a:srgbClr val="6F1D77"/>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algn="ctr">
                <a:lnSpc>
                  <a:spcPct val="90000"/>
                </a:lnSpc>
                <a:spcBef>
                  <a:spcPts val="200"/>
                </a:spcBef>
                <a:spcAft>
                  <a:spcPts val="200"/>
                </a:spcAft>
                <a:defRPr/>
              </a:pPr>
              <a:endParaRPr lang="en-GB" sz="1600"/>
            </a:p>
          </p:txBody>
        </p:sp>
        <p:sp>
          <p:nvSpPr>
            <p:cNvPr id="27" name="Rechthoek 26"/>
            <p:cNvSpPr/>
            <p:nvPr userDrawn="1"/>
          </p:nvSpPr>
          <p:spPr bwMode="auto">
            <a:xfrm>
              <a:off x="10153960" y="-411207"/>
              <a:ext cx="180000" cy="180000"/>
            </a:xfrm>
            <a:prstGeom prst="rect">
              <a:avLst/>
            </a:prstGeom>
            <a:solidFill>
              <a:srgbClr val="0076C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algn="ctr">
                <a:lnSpc>
                  <a:spcPct val="90000"/>
                </a:lnSpc>
                <a:spcBef>
                  <a:spcPts val="200"/>
                </a:spcBef>
                <a:spcAft>
                  <a:spcPts val="200"/>
                </a:spcAft>
                <a:defRPr/>
              </a:pPr>
              <a:endParaRPr lang="en-GB" sz="1600"/>
            </a:p>
          </p:txBody>
        </p:sp>
        <p:sp>
          <p:nvSpPr>
            <p:cNvPr id="31" name="Rechthoek 30"/>
            <p:cNvSpPr/>
            <p:nvPr userDrawn="1"/>
          </p:nvSpPr>
          <p:spPr bwMode="auto">
            <a:xfrm>
              <a:off x="9924054" y="-411207"/>
              <a:ext cx="180000" cy="180000"/>
            </a:xfrm>
            <a:prstGeom prst="rect">
              <a:avLst/>
            </a:prstGeom>
            <a:solidFill>
              <a:srgbClr val="00B8C8"/>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algn="ctr">
                <a:lnSpc>
                  <a:spcPct val="90000"/>
                </a:lnSpc>
                <a:spcBef>
                  <a:spcPts val="200"/>
                </a:spcBef>
                <a:spcAft>
                  <a:spcPts val="200"/>
                </a:spcAft>
                <a:defRPr/>
              </a:pPr>
              <a:endParaRPr lang="en-GB" sz="1600"/>
            </a:p>
          </p:txBody>
        </p:sp>
        <p:sp>
          <p:nvSpPr>
            <p:cNvPr id="32" name="Rechthoek 31"/>
            <p:cNvSpPr/>
            <p:nvPr userDrawn="1"/>
          </p:nvSpPr>
          <p:spPr bwMode="auto">
            <a:xfrm>
              <a:off x="9687884" y="-411207"/>
              <a:ext cx="180000" cy="180000"/>
            </a:xfrm>
            <a:prstGeom prst="rect">
              <a:avLst/>
            </a:prstGeom>
            <a:solidFill>
              <a:srgbClr val="0C2340"/>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algn="ctr">
                <a:lnSpc>
                  <a:spcPct val="90000"/>
                </a:lnSpc>
                <a:spcBef>
                  <a:spcPts val="200"/>
                </a:spcBef>
                <a:spcAft>
                  <a:spcPts val="200"/>
                </a:spcAft>
                <a:defRPr/>
              </a:pPr>
              <a:endParaRPr lang="en-GB" sz="1600"/>
            </a:p>
          </p:txBody>
        </p:sp>
      </p:grpSp>
      <p:grpSp>
        <p:nvGrpSpPr>
          <p:cNvPr id="1990529326" name="Groep 50"/>
          <p:cNvGrpSpPr/>
          <p:nvPr userDrawn="1"/>
        </p:nvGrpSpPr>
        <p:grpSpPr bwMode="auto">
          <a:xfrm>
            <a:off x="721079" y="6216736"/>
            <a:ext cx="961200" cy="381600"/>
            <a:chOff x="2807303" y="2354764"/>
            <a:chExt cx="944974" cy="368527"/>
          </a:xfrm>
        </p:grpSpPr>
        <p:sp>
          <p:nvSpPr>
            <p:cNvPr id="43" name="Vrije vorm: vorm 42"/>
            <p:cNvSpPr/>
            <p:nvPr/>
          </p:nvSpPr>
          <p:spPr bwMode="auto">
            <a:xfrm>
              <a:off x="2994660" y="2537173"/>
              <a:ext cx="174307" cy="186023"/>
            </a:xfrm>
            <a:custGeom>
              <a:avLst/>
              <a:gdLst>
                <a:gd name="connsiteX0" fmla="*/ 87154 w 174307"/>
                <a:gd name="connsiteY0" fmla="*/ 150686 h 186023"/>
                <a:gd name="connsiteX1" fmla="*/ 123825 w 174307"/>
                <a:gd name="connsiteY1" fmla="*/ 112776 h 186023"/>
                <a:gd name="connsiteX2" fmla="*/ 123825 w 174307"/>
                <a:gd name="connsiteY2" fmla="*/ 0 h 186023"/>
                <a:gd name="connsiteX3" fmla="*/ 174307 w 174307"/>
                <a:gd name="connsiteY3" fmla="*/ 0 h 186023"/>
                <a:gd name="connsiteX4" fmla="*/ 174307 w 174307"/>
                <a:gd name="connsiteY4" fmla="*/ 115348 h 186023"/>
                <a:gd name="connsiteX5" fmla="*/ 87154 w 174307"/>
                <a:gd name="connsiteY5" fmla="*/ 186023 h 186023"/>
                <a:gd name="connsiteX6" fmla="*/ 0 w 174307"/>
                <a:gd name="connsiteY6" fmla="*/ 115348 h 186023"/>
                <a:gd name="connsiteX7" fmla="*/ 0 w 174307"/>
                <a:gd name="connsiteY7" fmla="*/ 0 h 186023"/>
                <a:gd name="connsiteX8" fmla="*/ 50482 w 174307"/>
                <a:gd name="connsiteY8" fmla="*/ 0 h 186023"/>
                <a:gd name="connsiteX9" fmla="*/ 50482 w 174307"/>
                <a:gd name="connsiteY9" fmla="*/ 112776 h 186023"/>
                <a:gd name="connsiteX10" fmla="*/ 87154 w 174307"/>
                <a:gd name="connsiteY10" fmla="*/ 150686 h 186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74307" h="186023" fill="norm" stroke="1" extrusionOk="0">
                  <a:moveTo>
                    <a:pt x="87154" y="150686"/>
                  </a:moveTo>
                  <a:cubicBezTo>
                    <a:pt x="110871" y="150686"/>
                    <a:pt x="123825" y="134874"/>
                    <a:pt x="123825" y="112776"/>
                  </a:cubicBezTo>
                  <a:lnTo>
                    <a:pt x="123825" y="0"/>
                  </a:lnTo>
                  <a:lnTo>
                    <a:pt x="174307" y="0"/>
                  </a:lnTo>
                  <a:lnTo>
                    <a:pt x="174307" y="115348"/>
                  </a:lnTo>
                  <a:cubicBezTo>
                    <a:pt x="173831" y="166116"/>
                    <a:pt x="133159" y="186023"/>
                    <a:pt x="87154" y="186023"/>
                  </a:cubicBezTo>
                  <a:cubicBezTo>
                    <a:pt x="41148" y="186023"/>
                    <a:pt x="571" y="166116"/>
                    <a:pt x="0" y="115348"/>
                  </a:cubicBezTo>
                  <a:lnTo>
                    <a:pt x="0" y="0"/>
                  </a:lnTo>
                  <a:lnTo>
                    <a:pt x="50482" y="0"/>
                  </a:lnTo>
                  <a:lnTo>
                    <a:pt x="50482" y="112776"/>
                  </a:lnTo>
                  <a:cubicBezTo>
                    <a:pt x="50578" y="134874"/>
                    <a:pt x="63436" y="150686"/>
                    <a:pt x="87154" y="150686"/>
                  </a:cubicBezTo>
                  <a:close/>
                </a:path>
              </a:pathLst>
            </a:custGeom>
            <a:solidFill>
              <a:srgbClr val="00A6D6"/>
            </a:solidFill>
            <a:ln w="9525" cap="flat">
              <a:noFill/>
              <a:prstDash val="solid"/>
              <a:miter/>
            </a:ln>
          </p:spPr>
          <p:txBody>
            <a:bodyPr rtlCol="0" anchor="ctr"/>
            <a:lstStyle/>
            <a:p>
              <a:pPr>
                <a:defRPr/>
              </a:pPr>
              <a:endParaRPr lang="en-GB"/>
            </a:p>
          </p:txBody>
        </p:sp>
        <p:sp>
          <p:nvSpPr>
            <p:cNvPr id="44" name="Vrije vorm: vorm 43"/>
            <p:cNvSpPr/>
            <p:nvPr/>
          </p:nvSpPr>
          <p:spPr bwMode="auto">
            <a:xfrm>
              <a:off x="2807303" y="2537173"/>
              <a:ext cx="163639" cy="182213"/>
            </a:xfrm>
            <a:custGeom>
              <a:avLst/>
              <a:gdLst>
                <a:gd name="connsiteX0" fmla="*/ 56578 w 163639"/>
                <a:gd name="connsiteY0" fmla="*/ 182213 h 182213"/>
                <a:gd name="connsiteX1" fmla="*/ 107061 w 163639"/>
                <a:gd name="connsiteY1" fmla="*/ 182213 h 182213"/>
                <a:gd name="connsiteX2" fmla="*/ 107061 w 163639"/>
                <a:gd name="connsiteY2" fmla="*/ 35338 h 182213"/>
                <a:gd name="connsiteX3" fmla="*/ 163640 w 163639"/>
                <a:gd name="connsiteY3" fmla="*/ 35338 h 182213"/>
                <a:gd name="connsiteX4" fmla="*/ 163640 w 163639"/>
                <a:gd name="connsiteY4" fmla="*/ 0 h 182213"/>
                <a:gd name="connsiteX5" fmla="*/ 0 w 163639"/>
                <a:gd name="connsiteY5" fmla="*/ 0 h 182213"/>
                <a:gd name="connsiteX6" fmla="*/ 0 w 163639"/>
                <a:gd name="connsiteY6" fmla="*/ 35338 h 182213"/>
                <a:gd name="connsiteX7" fmla="*/ 56578 w 163639"/>
                <a:gd name="connsiteY7" fmla="*/ 35338 h 1822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3639" h="182213" fill="norm" stroke="1" extrusionOk="0">
                  <a:moveTo>
                    <a:pt x="56578" y="182213"/>
                  </a:moveTo>
                  <a:lnTo>
                    <a:pt x="107061" y="182213"/>
                  </a:lnTo>
                  <a:lnTo>
                    <a:pt x="107061" y="35338"/>
                  </a:lnTo>
                  <a:lnTo>
                    <a:pt x="163640" y="35338"/>
                  </a:lnTo>
                  <a:lnTo>
                    <a:pt x="163640" y="0"/>
                  </a:lnTo>
                  <a:lnTo>
                    <a:pt x="0" y="0"/>
                  </a:lnTo>
                  <a:lnTo>
                    <a:pt x="0" y="35338"/>
                  </a:lnTo>
                  <a:lnTo>
                    <a:pt x="56578" y="35338"/>
                  </a:lnTo>
                  <a:close/>
                </a:path>
              </a:pathLst>
            </a:custGeom>
            <a:solidFill>
              <a:srgbClr val="000000"/>
            </a:solidFill>
            <a:ln w="9525" cap="flat">
              <a:noFill/>
              <a:prstDash val="solid"/>
              <a:miter/>
            </a:ln>
          </p:spPr>
          <p:txBody>
            <a:bodyPr rtlCol="0" anchor="ctr"/>
            <a:lstStyle/>
            <a:p>
              <a:pPr>
                <a:defRPr/>
              </a:pPr>
              <a:endParaRPr lang="en-GB"/>
            </a:p>
          </p:txBody>
        </p:sp>
        <p:sp>
          <p:nvSpPr>
            <p:cNvPr id="45" name="Vrije vorm: vorm 44"/>
            <p:cNvSpPr/>
            <p:nvPr/>
          </p:nvSpPr>
          <p:spPr bwMode="auto">
            <a:xfrm>
              <a:off x="2856490" y="2354764"/>
              <a:ext cx="172449" cy="170903"/>
            </a:xfrm>
            <a:custGeom>
              <a:avLst/>
              <a:gdLst>
                <a:gd name="connsiteX0" fmla="*/ 128740 w 172449"/>
                <a:gd name="connsiteY0" fmla="*/ 93637 h 170903"/>
                <a:gd name="connsiteX1" fmla="*/ 103785 w 172449"/>
                <a:gd name="connsiteY1" fmla="*/ 77920 h 170903"/>
                <a:gd name="connsiteX2" fmla="*/ 170936 w 172449"/>
                <a:gd name="connsiteY2" fmla="*/ 9816 h 170903"/>
                <a:gd name="connsiteX3" fmla="*/ 170460 w 172449"/>
                <a:gd name="connsiteY3" fmla="*/ 6 h 170903"/>
                <a:gd name="connsiteX4" fmla="*/ 165888 w 172449"/>
                <a:gd name="connsiteY4" fmla="*/ 6959 h 170903"/>
                <a:gd name="connsiteX5" fmla="*/ 69114 w 172449"/>
                <a:gd name="connsiteY5" fmla="*/ 45440 h 170903"/>
                <a:gd name="connsiteX6" fmla="*/ 2058 w 172449"/>
                <a:gd name="connsiteY6" fmla="*/ 146405 h 170903"/>
                <a:gd name="connsiteX7" fmla="*/ 6344 w 172449"/>
                <a:gd name="connsiteY7" fmla="*/ 159454 h 170903"/>
                <a:gd name="connsiteX8" fmla="*/ 8439 w 172449"/>
                <a:gd name="connsiteY8" fmla="*/ 146215 h 170903"/>
                <a:gd name="connsiteX9" fmla="*/ 67209 w 172449"/>
                <a:gd name="connsiteY9" fmla="*/ 73348 h 170903"/>
                <a:gd name="connsiteX10" fmla="*/ 72638 w 172449"/>
                <a:gd name="connsiteY10" fmla="*/ 68205 h 170903"/>
                <a:gd name="connsiteX11" fmla="*/ 72162 w 172449"/>
                <a:gd name="connsiteY11" fmla="*/ 73158 h 170903"/>
                <a:gd name="connsiteX12" fmla="*/ 52445 w 172449"/>
                <a:gd name="connsiteY12" fmla="*/ 120878 h 170903"/>
                <a:gd name="connsiteX13" fmla="*/ 89592 w 172449"/>
                <a:gd name="connsiteY13" fmla="*/ 113544 h 170903"/>
                <a:gd name="connsiteX14" fmla="*/ 93688 w 172449"/>
                <a:gd name="connsiteY14" fmla="*/ 108495 h 170903"/>
                <a:gd name="connsiteX15" fmla="*/ 93974 w 172449"/>
                <a:gd name="connsiteY15" fmla="*/ 116020 h 170903"/>
                <a:gd name="connsiteX16" fmla="*/ 69304 w 172449"/>
                <a:gd name="connsiteY16" fmla="*/ 162502 h 170903"/>
                <a:gd name="connsiteX17" fmla="*/ 57207 w 172449"/>
                <a:gd name="connsiteY17" fmla="*/ 170313 h 170903"/>
                <a:gd name="connsiteX18" fmla="*/ 63684 w 172449"/>
                <a:gd name="connsiteY18" fmla="*/ 170694 h 170903"/>
                <a:gd name="connsiteX19" fmla="*/ 151124 w 172449"/>
                <a:gd name="connsiteY19" fmla="*/ 85159 h 170903"/>
                <a:gd name="connsiteX20" fmla="*/ 151410 w 172449"/>
                <a:gd name="connsiteY20" fmla="*/ 79920 h 170903"/>
                <a:gd name="connsiteX21" fmla="*/ 146361 w 172449"/>
                <a:gd name="connsiteY21" fmla="*/ 82873 h 170903"/>
                <a:gd name="connsiteX22" fmla="*/ 128740 w 172449"/>
                <a:gd name="connsiteY22" fmla="*/ 93637 h 1709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72449" h="170903" fill="norm" stroke="1" extrusionOk="0">
                  <a:moveTo>
                    <a:pt x="128740" y="93637"/>
                  </a:moveTo>
                  <a:cubicBezTo>
                    <a:pt x="116453" y="97542"/>
                    <a:pt x="103689" y="94399"/>
                    <a:pt x="103785" y="77920"/>
                  </a:cubicBezTo>
                  <a:cubicBezTo>
                    <a:pt x="103785" y="52774"/>
                    <a:pt x="162744" y="31724"/>
                    <a:pt x="170936" y="9816"/>
                  </a:cubicBezTo>
                  <a:cubicBezTo>
                    <a:pt x="172936" y="4387"/>
                    <a:pt x="173127" y="-185"/>
                    <a:pt x="170460" y="6"/>
                  </a:cubicBezTo>
                  <a:cubicBezTo>
                    <a:pt x="168555" y="101"/>
                    <a:pt x="170079" y="2863"/>
                    <a:pt x="165888" y="6959"/>
                  </a:cubicBezTo>
                  <a:cubicBezTo>
                    <a:pt x="141504" y="31438"/>
                    <a:pt x="100546" y="31343"/>
                    <a:pt x="69114" y="45440"/>
                  </a:cubicBezTo>
                  <a:cubicBezTo>
                    <a:pt x="48540" y="54679"/>
                    <a:pt x="-11849" y="83064"/>
                    <a:pt x="2058" y="146405"/>
                  </a:cubicBezTo>
                  <a:cubicBezTo>
                    <a:pt x="2724" y="149453"/>
                    <a:pt x="4534" y="159454"/>
                    <a:pt x="6344" y="159454"/>
                  </a:cubicBezTo>
                  <a:cubicBezTo>
                    <a:pt x="8439" y="159454"/>
                    <a:pt x="8439" y="153454"/>
                    <a:pt x="8439" y="146215"/>
                  </a:cubicBezTo>
                  <a:cubicBezTo>
                    <a:pt x="7963" y="108495"/>
                    <a:pt x="52635" y="98018"/>
                    <a:pt x="67209" y="73348"/>
                  </a:cubicBezTo>
                  <a:cubicBezTo>
                    <a:pt x="68923" y="70395"/>
                    <a:pt x="71971" y="66300"/>
                    <a:pt x="72638" y="68205"/>
                  </a:cubicBezTo>
                  <a:cubicBezTo>
                    <a:pt x="73019" y="69157"/>
                    <a:pt x="72733" y="70491"/>
                    <a:pt x="72162" y="73158"/>
                  </a:cubicBezTo>
                  <a:cubicBezTo>
                    <a:pt x="67590" y="93446"/>
                    <a:pt x="46444" y="106400"/>
                    <a:pt x="52445" y="120878"/>
                  </a:cubicBezTo>
                  <a:cubicBezTo>
                    <a:pt x="60255" y="139642"/>
                    <a:pt x="82639" y="125641"/>
                    <a:pt x="89592" y="113544"/>
                  </a:cubicBezTo>
                  <a:cubicBezTo>
                    <a:pt x="91402" y="110210"/>
                    <a:pt x="92450" y="108115"/>
                    <a:pt x="93688" y="108495"/>
                  </a:cubicBezTo>
                  <a:cubicBezTo>
                    <a:pt x="94641" y="108781"/>
                    <a:pt x="94545" y="112591"/>
                    <a:pt x="93974" y="116020"/>
                  </a:cubicBezTo>
                  <a:cubicBezTo>
                    <a:pt x="90259" y="137833"/>
                    <a:pt x="85306" y="150025"/>
                    <a:pt x="69304" y="162502"/>
                  </a:cubicBezTo>
                  <a:cubicBezTo>
                    <a:pt x="64161" y="166503"/>
                    <a:pt x="56160" y="167265"/>
                    <a:pt x="57207" y="170313"/>
                  </a:cubicBezTo>
                  <a:cubicBezTo>
                    <a:pt x="57493" y="171075"/>
                    <a:pt x="60922" y="170979"/>
                    <a:pt x="63684" y="170694"/>
                  </a:cubicBezTo>
                  <a:cubicBezTo>
                    <a:pt x="106166" y="167932"/>
                    <a:pt x="141694" y="117925"/>
                    <a:pt x="151124" y="85159"/>
                  </a:cubicBezTo>
                  <a:cubicBezTo>
                    <a:pt x="152076" y="82873"/>
                    <a:pt x="152362" y="80683"/>
                    <a:pt x="151410" y="79920"/>
                  </a:cubicBezTo>
                  <a:cubicBezTo>
                    <a:pt x="150171" y="78968"/>
                    <a:pt x="148266" y="81159"/>
                    <a:pt x="146361" y="82873"/>
                  </a:cubicBezTo>
                  <a:cubicBezTo>
                    <a:pt x="141504" y="87255"/>
                    <a:pt x="134836" y="91732"/>
                    <a:pt x="128740" y="93637"/>
                  </a:cubicBezTo>
                  <a:close/>
                </a:path>
              </a:pathLst>
            </a:custGeom>
            <a:solidFill>
              <a:srgbClr val="000000"/>
            </a:solidFill>
            <a:ln w="9525" cap="flat">
              <a:noFill/>
              <a:prstDash val="solid"/>
              <a:miter/>
            </a:ln>
          </p:spPr>
          <p:txBody>
            <a:bodyPr rtlCol="0" anchor="ctr"/>
            <a:lstStyle/>
            <a:p>
              <a:pPr>
                <a:defRPr/>
              </a:pPr>
              <a:endParaRPr lang="en-GB"/>
            </a:p>
          </p:txBody>
        </p:sp>
        <p:sp>
          <p:nvSpPr>
            <p:cNvPr id="46" name="Vrije vorm: vorm 45"/>
            <p:cNvSpPr/>
            <p:nvPr/>
          </p:nvSpPr>
          <p:spPr bwMode="auto">
            <a:xfrm>
              <a:off x="3391376" y="2588894"/>
              <a:ext cx="114680" cy="134397"/>
            </a:xfrm>
            <a:custGeom>
              <a:avLst/>
              <a:gdLst>
                <a:gd name="connsiteX0" fmla="*/ 24955 w 114680"/>
                <a:gd name="connsiteY0" fmla="*/ 55054 h 134397"/>
                <a:gd name="connsiteX1" fmla="*/ 57055 w 114680"/>
                <a:gd name="connsiteY1" fmla="*/ 17431 h 134397"/>
                <a:gd name="connsiteX2" fmla="*/ 89344 w 114680"/>
                <a:gd name="connsiteY2" fmla="*/ 55054 h 134397"/>
                <a:gd name="connsiteX3" fmla="*/ 24955 w 114680"/>
                <a:gd name="connsiteY3" fmla="*/ 55054 h 134397"/>
                <a:gd name="connsiteX4" fmla="*/ 114681 w 114680"/>
                <a:gd name="connsiteY4" fmla="*/ 71723 h 134397"/>
                <a:gd name="connsiteX5" fmla="*/ 114681 w 114680"/>
                <a:gd name="connsiteY5" fmla="*/ 59817 h 134397"/>
                <a:gd name="connsiteX6" fmla="*/ 58864 w 114680"/>
                <a:gd name="connsiteY6" fmla="*/ 0 h 134397"/>
                <a:gd name="connsiteX7" fmla="*/ 0 w 114680"/>
                <a:gd name="connsiteY7" fmla="*/ 68199 h 134397"/>
                <a:gd name="connsiteX8" fmla="*/ 56864 w 114680"/>
                <a:gd name="connsiteY8" fmla="*/ 134398 h 134397"/>
                <a:gd name="connsiteX9" fmla="*/ 113157 w 114680"/>
                <a:gd name="connsiteY9" fmla="*/ 91250 h 134397"/>
                <a:gd name="connsiteX10" fmla="*/ 87916 w 114680"/>
                <a:gd name="connsiteY10" fmla="*/ 91250 h 134397"/>
                <a:gd name="connsiteX11" fmla="*/ 57150 w 114680"/>
                <a:gd name="connsiteY11" fmla="*/ 116967 h 134397"/>
                <a:gd name="connsiteX12" fmla="*/ 24479 w 114680"/>
                <a:gd name="connsiteY12" fmla="*/ 71818 h 134397"/>
                <a:gd name="connsiteX13" fmla="*/ 114681 w 114680"/>
                <a:gd name="connsiteY13" fmla="*/ 71818 h 134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14680" h="134397" fill="norm" stroke="1" extrusionOk="0">
                  <a:moveTo>
                    <a:pt x="24955" y="55054"/>
                  </a:moveTo>
                  <a:cubicBezTo>
                    <a:pt x="25146" y="35242"/>
                    <a:pt x="37052" y="17431"/>
                    <a:pt x="57055" y="17431"/>
                  </a:cubicBezTo>
                  <a:cubicBezTo>
                    <a:pt x="80296" y="17431"/>
                    <a:pt x="89344" y="33338"/>
                    <a:pt x="89344" y="55054"/>
                  </a:cubicBezTo>
                  <a:lnTo>
                    <a:pt x="24955" y="55054"/>
                  </a:lnTo>
                  <a:close/>
                  <a:moveTo>
                    <a:pt x="114681" y="71723"/>
                  </a:moveTo>
                  <a:lnTo>
                    <a:pt x="114681" y="59817"/>
                  </a:lnTo>
                  <a:cubicBezTo>
                    <a:pt x="114681" y="24765"/>
                    <a:pt x="94774" y="0"/>
                    <a:pt x="58864" y="0"/>
                  </a:cubicBezTo>
                  <a:cubicBezTo>
                    <a:pt x="18764" y="0"/>
                    <a:pt x="0" y="31051"/>
                    <a:pt x="0" y="68199"/>
                  </a:cubicBezTo>
                  <a:cubicBezTo>
                    <a:pt x="0" y="105537"/>
                    <a:pt x="16192" y="134398"/>
                    <a:pt x="56864" y="134398"/>
                  </a:cubicBezTo>
                  <a:cubicBezTo>
                    <a:pt x="87154" y="134398"/>
                    <a:pt x="109347" y="120015"/>
                    <a:pt x="113157" y="91250"/>
                  </a:cubicBezTo>
                  <a:lnTo>
                    <a:pt x="87916" y="91250"/>
                  </a:lnTo>
                  <a:cubicBezTo>
                    <a:pt x="85154" y="109633"/>
                    <a:pt x="75819" y="116967"/>
                    <a:pt x="57150" y="116967"/>
                  </a:cubicBezTo>
                  <a:cubicBezTo>
                    <a:pt x="32671" y="116967"/>
                    <a:pt x="24479" y="95155"/>
                    <a:pt x="24479" y="71818"/>
                  </a:cubicBezTo>
                  <a:lnTo>
                    <a:pt x="114681" y="71818"/>
                  </a:lnTo>
                  <a:close/>
                </a:path>
              </a:pathLst>
            </a:custGeom>
            <a:solidFill>
              <a:srgbClr val="000000"/>
            </a:solidFill>
            <a:ln w="9525" cap="flat">
              <a:noFill/>
              <a:prstDash val="solid"/>
              <a:miter/>
            </a:ln>
          </p:spPr>
          <p:txBody>
            <a:bodyPr rtlCol="0" anchor="ctr"/>
            <a:lstStyle/>
            <a:p>
              <a:pPr>
                <a:defRPr/>
              </a:pPr>
              <a:endParaRPr lang="en-GB"/>
            </a:p>
          </p:txBody>
        </p:sp>
        <p:sp>
          <p:nvSpPr>
            <p:cNvPr id="47" name="Vrije vorm: vorm 46"/>
            <p:cNvSpPr/>
            <p:nvPr/>
          </p:nvSpPr>
          <p:spPr bwMode="auto">
            <a:xfrm>
              <a:off x="3535108" y="2537173"/>
              <a:ext cx="24003" cy="182213"/>
            </a:xfrm>
            <a:custGeom>
              <a:avLst/>
              <a:gdLst>
                <a:gd name="connsiteX0" fmla="*/ 0 w 24003"/>
                <a:gd name="connsiteY0" fmla="*/ 0 h 182213"/>
                <a:gd name="connsiteX1" fmla="*/ 24003 w 24003"/>
                <a:gd name="connsiteY1" fmla="*/ 0 h 182213"/>
                <a:gd name="connsiteX2" fmla="*/ 24003 w 24003"/>
                <a:gd name="connsiteY2" fmla="*/ 182213 h 182213"/>
                <a:gd name="connsiteX3" fmla="*/ 0 w 24003"/>
                <a:gd name="connsiteY3" fmla="*/ 182213 h 182213"/>
              </a:gdLst>
              <a:ahLst/>
              <a:cxnLst>
                <a:cxn ang="0">
                  <a:pos x="connsiteX0" y="connsiteY0"/>
                </a:cxn>
                <a:cxn ang="0">
                  <a:pos x="connsiteX1" y="connsiteY1"/>
                </a:cxn>
                <a:cxn ang="0">
                  <a:pos x="connsiteX2" y="connsiteY2"/>
                </a:cxn>
                <a:cxn ang="0">
                  <a:pos x="connsiteX3" y="connsiteY3"/>
                </a:cxn>
              </a:cxnLst>
              <a:rect l="l" t="t" r="r" b="b"/>
              <a:pathLst>
                <a:path w="24003" h="182213" fill="norm" stroke="1" extrusionOk="0">
                  <a:moveTo>
                    <a:pt x="0" y="0"/>
                  </a:moveTo>
                  <a:lnTo>
                    <a:pt x="24003" y="0"/>
                  </a:lnTo>
                  <a:lnTo>
                    <a:pt x="24003" y="182213"/>
                  </a:lnTo>
                  <a:lnTo>
                    <a:pt x="0" y="182213"/>
                  </a:lnTo>
                  <a:close/>
                </a:path>
              </a:pathLst>
            </a:custGeom>
            <a:solidFill>
              <a:srgbClr val="000000"/>
            </a:solidFill>
            <a:ln w="9525" cap="flat">
              <a:noFill/>
              <a:prstDash val="solid"/>
              <a:miter/>
            </a:ln>
          </p:spPr>
          <p:txBody>
            <a:bodyPr rtlCol="0" anchor="ctr"/>
            <a:lstStyle/>
            <a:p>
              <a:pPr>
                <a:defRPr/>
              </a:pPr>
              <a:endParaRPr lang="en-GB"/>
            </a:p>
          </p:txBody>
        </p:sp>
        <p:sp>
          <p:nvSpPr>
            <p:cNvPr id="48" name="Vrije vorm: vorm 47"/>
            <p:cNvSpPr/>
            <p:nvPr/>
          </p:nvSpPr>
          <p:spPr bwMode="auto">
            <a:xfrm>
              <a:off x="3585591" y="2533363"/>
              <a:ext cx="81533" cy="186023"/>
            </a:xfrm>
            <a:custGeom>
              <a:avLst/>
              <a:gdLst>
                <a:gd name="connsiteX0" fmla="*/ 48768 w 81533"/>
                <a:gd name="connsiteY0" fmla="*/ 186023 h 186023"/>
                <a:gd name="connsiteX1" fmla="*/ 48768 w 81533"/>
                <a:gd name="connsiteY1" fmla="*/ 76009 h 186023"/>
                <a:gd name="connsiteX2" fmla="*/ 78010 w 81533"/>
                <a:gd name="connsiteY2" fmla="*/ 76009 h 186023"/>
                <a:gd name="connsiteX3" fmla="*/ 78010 w 81533"/>
                <a:gd name="connsiteY3" fmla="*/ 59341 h 186023"/>
                <a:gd name="connsiteX4" fmla="*/ 48768 w 81533"/>
                <a:gd name="connsiteY4" fmla="*/ 59341 h 186023"/>
                <a:gd name="connsiteX5" fmla="*/ 48768 w 81533"/>
                <a:gd name="connsiteY5" fmla="*/ 38862 h 186023"/>
                <a:gd name="connsiteX6" fmla="*/ 69437 w 81533"/>
                <a:gd name="connsiteY6" fmla="*/ 21717 h 186023"/>
                <a:gd name="connsiteX7" fmla="*/ 81534 w 81533"/>
                <a:gd name="connsiteY7" fmla="*/ 22479 h 186023"/>
                <a:gd name="connsiteX8" fmla="*/ 81534 w 81533"/>
                <a:gd name="connsiteY8" fmla="*/ 2572 h 186023"/>
                <a:gd name="connsiteX9" fmla="*/ 64389 w 81533"/>
                <a:gd name="connsiteY9" fmla="*/ 0 h 186023"/>
                <a:gd name="connsiteX10" fmla="*/ 24765 w 81533"/>
                <a:gd name="connsiteY10" fmla="*/ 35624 h 186023"/>
                <a:gd name="connsiteX11" fmla="*/ 24765 w 81533"/>
                <a:gd name="connsiteY11" fmla="*/ 59341 h 186023"/>
                <a:gd name="connsiteX12" fmla="*/ 0 w 81533"/>
                <a:gd name="connsiteY12" fmla="*/ 59341 h 186023"/>
                <a:gd name="connsiteX13" fmla="*/ 0 w 81533"/>
                <a:gd name="connsiteY13" fmla="*/ 76009 h 186023"/>
                <a:gd name="connsiteX14" fmla="*/ 24765 w 81533"/>
                <a:gd name="connsiteY14" fmla="*/ 76009 h 186023"/>
                <a:gd name="connsiteX15" fmla="*/ 24765 w 81533"/>
                <a:gd name="connsiteY15" fmla="*/ 186023 h 186023"/>
                <a:gd name="connsiteX16" fmla="*/ 48768 w 81533"/>
                <a:gd name="connsiteY16" fmla="*/ 186023 h 186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1533" h="186023" fill="norm" stroke="1" extrusionOk="0">
                  <a:moveTo>
                    <a:pt x="48768" y="186023"/>
                  </a:moveTo>
                  <a:lnTo>
                    <a:pt x="48768" y="76009"/>
                  </a:lnTo>
                  <a:lnTo>
                    <a:pt x="78010" y="76009"/>
                  </a:lnTo>
                  <a:lnTo>
                    <a:pt x="78010" y="59341"/>
                  </a:lnTo>
                  <a:lnTo>
                    <a:pt x="48768" y="59341"/>
                  </a:lnTo>
                  <a:lnTo>
                    <a:pt x="48768" y="38862"/>
                  </a:lnTo>
                  <a:cubicBezTo>
                    <a:pt x="48768" y="24193"/>
                    <a:pt x="55817" y="21717"/>
                    <a:pt x="69437" y="21717"/>
                  </a:cubicBezTo>
                  <a:cubicBezTo>
                    <a:pt x="73438" y="21717"/>
                    <a:pt x="77533" y="22193"/>
                    <a:pt x="81534" y="22479"/>
                  </a:cubicBezTo>
                  <a:lnTo>
                    <a:pt x="81534" y="2572"/>
                  </a:lnTo>
                  <a:cubicBezTo>
                    <a:pt x="75914" y="1333"/>
                    <a:pt x="70199" y="0"/>
                    <a:pt x="64389" y="0"/>
                  </a:cubicBezTo>
                  <a:cubicBezTo>
                    <a:pt x="41720" y="0"/>
                    <a:pt x="24765" y="11430"/>
                    <a:pt x="24765" y="35624"/>
                  </a:cubicBezTo>
                  <a:lnTo>
                    <a:pt x="24765" y="59341"/>
                  </a:lnTo>
                  <a:lnTo>
                    <a:pt x="0" y="59341"/>
                  </a:lnTo>
                  <a:lnTo>
                    <a:pt x="0" y="76009"/>
                  </a:lnTo>
                  <a:lnTo>
                    <a:pt x="24765" y="76009"/>
                  </a:lnTo>
                  <a:lnTo>
                    <a:pt x="24765" y="186023"/>
                  </a:lnTo>
                  <a:lnTo>
                    <a:pt x="48768" y="186023"/>
                  </a:lnTo>
                  <a:close/>
                </a:path>
              </a:pathLst>
            </a:custGeom>
            <a:solidFill>
              <a:srgbClr val="000000"/>
            </a:solidFill>
            <a:ln w="9525" cap="flat">
              <a:noFill/>
              <a:prstDash val="solid"/>
              <a:miter/>
            </a:ln>
          </p:spPr>
          <p:txBody>
            <a:bodyPr rtlCol="0" anchor="ctr"/>
            <a:lstStyle/>
            <a:p>
              <a:pPr>
                <a:defRPr/>
              </a:pPr>
              <a:endParaRPr lang="en-GB"/>
            </a:p>
          </p:txBody>
        </p:sp>
        <p:sp>
          <p:nvSpPr>
            <p:cNvPr id="49" name="Vrije vorm: vorm 48"/>
            <p:cNvSpPr/>
            <p:nvPr/>
          </p:nvSpPr>
          <p:spPr bwMode="auto">
            <a:xfrm>
              <a:off x="3677316" y="2558224"/>
              <a:ext cx="74961" cy="164972"/>
            </a:xfrm>
            <a:custGeom>
              <a:avLst/>
              <a:gdLst>
                <a:gd name="connsiteX0" fmla="*/ 0 w 74961"/>
                <a:gd name="connsiteY0" fmla="*/ 34480 h 164972"/>
                <a:gd name="connsiteX1" fmla="*/ 0 w 74961"/>
                <a:gd name="connsiteY1" fmla="*/ 51149 h 164972"/>
                <a:gd name="connsiteX2" fmla="*/ 21717 w 74961"/>
                <a:gd name="connsiteY2" fmla="*/ 51149 h 164972"/>
                <a:gd name="connsiteX3" fmla="*/ 21717 w 74961"/>
                <a:gd name="connsiteY3" fmla="*/ 131921 h 164972"/>
                <a:gd name="connsiteX4" fmla="*/ 57626 w 74961"/>
                <a:gd name="connsiteY4" fmla="*/ 164973 h 164972"/>
                <a:gd name="connsiteX5" fmla="*/ 74009 w 74961"/>
                <a:gd name="connsiteY5" fmla="*/ 163449 h 164972"/>
                <a:gd name="connsiteX6" fmla="*/ 74009 w 74961"/>
                <a:gd name="connsiteY6" fmla="*/ 145066 h 164972"/>
                <a:gd name="connsiteX7" fmla="*/ 61341 w 74961"/>
                <a:gd name="connsiteY7" fmla="*/ 146590 h 164972"/>
                <a:gd name="connsiteX8" fmla="*/ 45720 w 74961"/>
                <a:gd name="connsiteY8" fmla="*/ 133255 h 164972"/>
                <a:gd name="connsiteX9" fmla="*/ 45720 w 74961"/>
                <a:gd name="connsiteY9" fmla="*/ 51245 h 164972"/>
                <a:gd name="connsiteX10" fmla="*/ 74962 w 74961"/>
                <a:gd name="connsiteY10" fmla="*/ 51245 h 164972"/>
                <a:gd name="connsiteX11" fmla="*/ 74962 w 74961"/>
                <a:gd name="connsiteY11" fmla="*/ 34576 h 164972"/>
                <a:gd name="connsiteX12" fmla="*/ 45720 w 74961"/>
                <a:gd name="connsiteY12" fmla="*/ 34576 h 164972"/>
                <a:gd name="connsiteX13" fmla="*/ 45720 w 74961"/>
                <a:gd name="connsiteY13" fmla="*/ 0 h 164972"/>
                <a:gd name="connsiteX14" fmla="*/ 21717 w 74961"/>
                <a:gd name="connsiteY14" fmla="*/ 7525 h 164972"/>
                <a:gd name="connsiteX15" fmla="*/ 21717 w 74961"/>
                <a:gd name="connsiteY15" fmla="*/ 34576 h 164972"/>
                <a:gd name="connsiteX16" fmla="*/ 0 w 74961"/>
                <a:gd name="connsiteY16" fmla="*/ 34480 h 1649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4961" h="164972" fill="norm" stroke="1" extrusionOk="0">
                  <a:moveTo>
                    <a:pt x="0" y="34480"/>
                  </a:moveTo>
                  <a:lnTo>
                    <a:pt x="0" y="51149"/>
                  </a:lnTo>
                  <a:lnTo>
                    <a:pt x="21717" y="51149"/>
                  </a:lnTo>
                  <a:lnTo>
                    <a:pt x="21717" y="131921"/>
                  </a:lnTo>
                  <a:cubicBezTo>
                    <a:pt x="21717" y="148780"/>
                    <a:pt x="22003" y="164973"/>
                    <a:pt x="57626" y="164973"/>
                  </a:cubicBezTo>
                  <a:cubicBezTo>
                    <a:pt x="63151" y="164973"/>
                    <a:pt x="68389" y="164497"/>
                    <a:pt x="74009" y="163449"/>
                  </a:cubicBezTo>
                  <a:lnTo>
                    <a:pt x="74009" y="145066"/>
                  </a:lnTo>
                  <a:cubicBezTo>
                    <a:pt x="70104" y="146018"/>
                    <a:pt x="65151" y="146590"/>
                    <a:pt x="61341" y="146590"/>
                  </a:cubicBezTo>
                  <a:cubicBezTo>
                    <a:pt x="52768" y="146590"/>
                    <a:pt x="45720" y="142304"/>
                    <a:pt x="45720" y="133255"/>
                  </a:cubicBezTo>
                  <a:lnTo>
                    <a:pt x="45720" y="51245"/>
                  </a:lnTo>
                  <a:lnTo>
                    <a:pt x="74962" y="51245"/>
                  </a:lnTo>
                  <a:lnTo>
                    <a:pt x="74962" y="34576"/>
                  </a:lnTo>
                  <a:lnTo>
                    <a:pt x="45720" y="34576"/>
                  </a:lnTo>
                  <a:lnTo>
                    <a:pt x="45720" y="0"/>
                  </a:lnTo>
                  <a:lnTo>
                    <a:pt x="21717" y="7525"/>
                  </a:lnTo>
                  <a:lnTo>
                    <a:pt x="21717" y="34576"/>
                  </a:lnTo>
                  <a:lnTo>
                    <a:pt x="0" y="34480"/>
                  </a:lnTo>
                  <a:close/>
                </a:path>
              </a:pathLst>
            </a:custGeom>
            <a:solidFill>
              <a:srgbClr val="000000"/>
            </a:solidFill>
            <a:ln w="9525" cap="flat">
              <a:noFill/>
              <a:prstDash val="solid"/>
              <a:miter/>
            </a:ln>
          </p:spPr>
          <p:txBody>
            <a:bodyPr rtlCol="0" anchor="ctr"/>
            <a:lstStyle/>
            <a:p>
              <a:pPr>
                <a:defRPr/>
              </a:pPr>
              <a:endParaRPr lang="en-GB"/>
            </a:p>
          </p:txBody>
        </p:sp>
        <p:sp>
          <p:nvSpPr>
            <p:cNvPr id="50" name="Vrije vorm: vorm 49"/>
            <p:cNvSpPr/>
            <p:nvPr/>
          </p:nvSpPr>
          <p:spPr bwMode="auto">
            <a:xfrm>
              <a:off x="3219449" y="2537077"/>
              <a:ext cx="148685" cy="182308"/>
            </a:xfrm>
            <a:custGeom>
              <a:avLst/>
              <a:gdLst>
                <a:gd name="connsiteX0" fmla="*/ 0 w 148685"/>
                <a:gd name="connsiteY0" fmla="*/ 182309 h 182308"/>
                <a:gd name="connsiteX1" fmla="*/ 62579 w 148685"/>
                <a:gd name="connsiteY1" fmla="*/ 182309 h 182308"/>
                <a:gd name="connsiteX2" fmla="*/ 148685 w 148685"/>
                <a:gd name="connsiteY2" fmla="*/ 91154 h 182308"/>
                <a:gd name="connsiteX3" fmla="*/ 62579 w 148685"/>
                <a:gd name="connsiteY3" fmla="*/ 0 h 182308"/>
                <a:gd name="connsiteX4" fmla="*/ 0 w 148685"/>
                <a:gd name="connsiteY4" fmla="*/ 0 h 182308"/>
                <a:gd name="connsiteX5" fmla="*/ 0 w 148685"/>
                <a:gd name="connsiteY5" fmla="*/ 182309 h 182308"/>
                <a:gd name="connsiteX6" fmla="*/ 25241 w 148685"/>
                <a:gd name="connsiteY6" fmla="*/ 21812 h 182308"/>
                <a:gd name="connsiteX7" fmla="*/ 62579 w 148685"/>
                <a:gd name="connsiteY7" fmla="*/ 21812 h 182308"/>
                <a:gd name="connsiteX8" fmla="*/ 122206 w 148685"/>
                <a:gd name="connsiteY8" fmla="*/ 91250 h 182308"/>
                <a:gd name="connsiteX9" fmla="*/ 62579 w 148685"/>
                <a:gd name="connsiteY9" fmla="*/ 160687 h 182308"/>
                <a:gd name="connsiteX10" fmla="*/ 25241 w 148685"/>
                <a:gd name="connsiteY10" fmla="*/ 160687 h 182308"/>
                <a:gd name="connsiteX11" fmla="*/ 25241 w 148685"/>
                <a:gd name="connsiteY11" fmla="*/ 21812 h 1823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48685" h="182308" fill="norm" stroke="1" extrusionOk="0">
                  <a:moveTo>
                    <a:pt x="0" y="182309"/>
                  </a:moveTo>
                  <a:lnTo>
                    <a:pt x="62579" y="182309"/>
                  </a:lnTo>
                  <a:cubicBezTo>
                    <a:pt x="140494" y="182309"/>
                    <a:pt x="148685" y="116300"/>
                    <a:pt x="148685" y="91154"/>
                  </a:cubicBezTo>
                  <a:cubicBezTo>
                    <a:pt x="148685" y="66008"/>
                    <a:pt x="140494" y="0"/>
                    <a:pt x="62579" y="0"/>
                  </a:cubicBezTo>
                  <a:lnTo>
                    <a:pt x="0" y="0"/>
                  </a:lnTo>
                  <a:lnTo>
                    <a:pt x="0" y="182309"/>
                  </a:lnTo>
                  <a:close/>
                  <a:moveTo>
                    <a:pt x="25241" y="21812"/>
                  </a:moveTo>
                  <a:lnTo>
                    <a:pt x="62579" y="21812"/>
                  </a:lnTo>
                  <a:cubicBezTo>
                    <a:pt x="104680" y="21812"/>
                    <a:pt x="122206" y="53626"/>
                    <a:pt x="122206" y="91250"/>
                  </a:cubicBezTo>
                  <a:cubicBezTo>
                    <a:pt x="122206" y="128873"/>
                    <a:pt x="104680" y="160687"/>
                    <a:pt x="62579" y="160687"/>
                  </a:cubicBezTo>
                  <a:lnTo>
                    <a:pt x="25241" y="160687"/>
                  </a:lnTo>
                  <a:lnTo>
                    <a:pt x="25241" y="21812"/>
                  </a:lnTo>
                  <a:close/>
                </a:path>
              </a:pathLst>
            </a:custGeom>
            <a:solidFill>
              <a:srgbClr val="000000"/>
            </a:solidFill>
            <a:ln w="9525" cap="flat">
              <a:noFill/>
              <a:prstDash val="solid"/>
              <a:miter/>
            </a:ln>
          </p:spPr>
          <p:txBody>
            <a:bodyPr rtlCol="0" anchor="ctr"/>
            <a:lstStyle/>
            <a:p>
              <a:pPr>
                <a:defRPr/>
              </a:pPr>
              <a:endParaRPr lang="en-GB"/>
            </a:p>
          </p:txBody>
        </p:sp>
      </p:gr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hf dt="1" ftr="0" hdr="0" sldNum="1"/>
  <p:txStyles>
    <p:titleStyle>
      <a:lvl1pPr algn="l" defTabSz="914400">
        <a:lnSpc>
          <a:spcPts val="3600"/>
        </a:lnSpc>
        <a:spcBef>
          <a:spcPts val="0"/>
        </a:spcBef>
        <a:buNone/>
        <a:defRPr sz="3600" b="1">
          <a:solidFill>
            <a:schemeClr val="tx2"/>
          </a:solidFill>
          <a:latin typeface="+mj-lt"/>
          <a:ea typeface="+mj-ea"/>
          <a:cs typeface="+mj-cs"/>
        </a:defRPr>
      </a:lvl1pPr>
    </p:titleStyle>
    <p:bodyStyle>
      <a:lvl1pPr marL="361950" indent="-361950" algn="l" defTabSz="914400">
        <a:lnSpc>
          <a:spcPct val="90000"/>
        </a:lnSpc>
        <a:spcBef>
          <a:spcPts val="600"/>
        </a:spcBef>
        <a:spcAft>
          <a:spcPts val="600"/>
        </a:spcAft>
        <a:buClr>
          <a:schemeClr val="accent1"/>
        </a:buClr>
        <a:buSzPct val="120000"/>
        <a:buFont typeface="Arial"/>
        <a:buChar char="•"/>
        <a:defRPr sz="2000">
          <a:solidFill>
            <a:schemeClr val="tx2"/>
          </a:solidFill>
          <a:latin typeface="+mn-lt"/>
          <a:ea typeface="+mn-ea"/>
          <a:cs typeface="+mn-cs"/>
        </a:defRPr>
      </a:lvl1pPr>
      <a:lvl2pPr marL="712788" indent="-350838" algn="l" defTabSz="914400">
        <a:lnSpc>
          <a:spcPct val="90000"/>
        </a:lnSpc>
        <a:spcBef>
          <a:spcPts val="600"/>
        </a:spcBef>
        <a:spcAft>
          <a:spcPts val="600"/>
        </a:spcAft>
        <a:buClr>
          <a:schemeClr val="accent1"/>
        </a:buClr>
        <a:buSzPct val="120000"/>
        <a:buFont typeface="Arial"/>
        <a:buChar char="•"/>
        <a:tabLst>
          <a:tab pos="712788" algn="l"/>
        </a:tabLst>
        <a:defRPr sz="2000">
          <a:solidFill>
            <a:schemeClr val="tx2"/>
          </a:solidFill>
          <a:latin typeface="+mn-lt"/>
          <a:ea typeface="+mn-ea"/>
          <a:cs typeface="+mn-cs"/>
        </a:defRPr>
      </a:lvl2pPr>
      <a:lvl3pPr marL="0" indent="0" algn="l" defTabSz="914400">
        <a:lnSpc>
          <a:spcPct val="90000"/>
        </a:lnSpc>
        <a:spcBef>
          <a:spcPts val="600"/>
        </a:spcBef>
        <a:spcAft>
          <a:spcPts val="600"/>
        </a:spcAft>
        <a:buClr>
          <a:schemeClr val="accent3"/>
        </a:buClr>
        <a:buFont typeface="Segoe UI Light"/>
        <a:buNone/>
        <a:defRPr sz="2000">
          <a:solidFill>
            <a:schemeClr val="tx2"/>
          </a:solidFill>
          <a:latin typeface="+mn-lt"/>
          <a:ea typeface="+mn-ea"/>
          <a:cs typeface="+mn-cs"/>
        </a:defRPr>
      </a:lvl3pPr>
      <a:lvl4pPr marL="0" indent="0" algn="l" defTabSz="914400">
        <a:lnSpc>
          <a:spcPct val="90000"/>
        </a:lnSpc>
        <a:spcBef>
          <a:spcPts val="600"/>
        </a:spcBef>
        <a:spcAft>
          <a:spcPts val="600"/>
        </a:spcAft>
        <a:buFont typeface="Arial"/>
        <a:buNone/>
        <a:defRPr sz="3600" b="1">
          <a:solidFill>
            <a:schemeClr val="tx2"/>
          </a:solidFill>
          <a:latin typeface="+mj-lt"/>
          <a:ea typeface="+mn-ea"/>
          <a:cs typeface="+mn-cs"/>
        </a:defRPr>
      </a:lvl4pPr>
      <a:lvl5pPr marL="0" indent="0" algn="l" defTabSz="914400">
        <a:lnSpc>
          <a:spcPct val="90000"/>
        </a:lnSpc>
        <a:spcBef>
          <a:spcPts val="600"/>
        </a:spcBef>
        <a:spcAft>
          <a:spcPts val="600"/>
        </a:spcAft>
        <a:buFont typeface="Arial"/>
        <a:buNone/>
        <a:defRPr sz="2400" b="0">
          <a:solidFill>
            <a:schemeClr val="accent1"/>
          </a:solidFill>
          <a:latin typeface="+mj-lt"/>
          <a:ea typeface="+mn-ea"/>
          <a:cs typeface="+mn-cs"/>
        </a:defRPr>
      </a:lvl5pPr>
      <a:lvl6pPr marL="0" indent="0" algn="l" defTabSz="914400">
        <a:lnSpc>
          <a:spcPct val="90000"/>
        </a:lnSpc>
        <a:spcBef>
          <a:spcPts val="600"/>
        </a:spcBef>
        <a:spcAft>
          <a:spcPts val="600"/>
        </a:spcAft>
        <a:buClr>
          <a:schemeClr val="accent1"/>
        </a:buClr>
        <a:buFont typeface="Arial"/>
        <a:buNone/>
        <a:defRPr sz="2000" b="0" cap="none">
          <a:solidFill>
            <a:schemeClr val="tx1"/>
          </a:solidFill>
          <a:latin typeface="+mj-lt"/>
          <a:ea typeface="+mn-ea"/>
          <a:cs typeface="+mn-cs"/>
        </a:defRPr>
      </a:lvl6pPr>
      <a:lvl7pPr marL="361950" indent="-361950" algn="l" defTabSz="914400">
        <a:lnSpc>
          <a:spcPct val="90000"/>
        </a:lnSpc>
        <a:spcBef>
          <a:spcPts val="600"/>
        </a:spcBef>
        <a:spcAft>
          <a:spcPts val="600"/>
        </a:spcAft>
        <a:buClr>
          <a:schemeClr val="accent1"/>
        </a:buClr>
        <a:buFont typeface="+mj-lt"/>
        <a:buAutoNum type="arabicPeriod"/>
        <a:defRPr sz="2000">
          <a:solidFill>
            <a:schemeClr val="tx1"/>
          </a:solidFill>
          <a:latin typeface="+mn-lt"/>
          <a:ea typeface="+mn-ea"/>
          <a:cs typeface="+mn-cs"/>
        </a:defRPr>
      </a:lvl7pPr>
      <a:lvl8pPr marL="361950" indent="-361950" algn="l" defTabSz="914400">
        <a:lnSpc>
          <a:spcPct val="90000"/>
        </a:lnSpc>
        <a:spcBef>
          <a:spcPts val="600"/>
        </a:spcBef>
        <a:spcAft>
          <a:spcPts val="600"/>
        </a:spcAft>
        <a:buClr>
          <a:schemeClr val="accent1"/>
        </a:buClr>
        <a:buFont typeface="+mj-lt"/>
        <a:buAutoNum type="alphaLcPeriod"/>
        <a:defRPr sz="2000">
          <a:solidFill>
            <a:schemeClr val="tx1"/>
          </a:solidFill>
          <a:latin typeface="+mn-lt"/>
          <a:ea typeface="+mn-ea"/>
          <a:cs typeface="+mn-cs"/>
        </a:defRPr>
      </a:lvl8pPr>
      <a:lvl9pPr marL="0" indent="0" algn="l" defTabSz="914400">
        <a:lnSpc>
          <a:spcPct val="90000"/>
        </a:lnSpc>
        <a:spcBef>
          <a:spcPts val="600"/>
        </a:spcBef>
        <a:spcAft>
          <a:spcPts val="600"/>
        </a:spcAft>
        <a:buClr>
          <a:schemeClr val="accent1"/>
        </a:buClr>
        <a:buFont typeface="Arial"/>
        <a:buNone/>
        <a:defRPr sz="1600" i="1">
          <a:solidFill>
            <a:schemeClr val="tx1"/>
          </a:solidFill>
          <a:latin typeface="+mn-lt"/>
          <a:ea typeface="+mn-ea"/>
          <a:cs typeface="+mn-cs"/>
        </a:defRPr>
      </a:lvl9pPr>
    </p:bodyStyle>
    <p:otherStyle>
      <a:defPPr>
        <a:defRPr lang="nl-NL"/>
      </a:defPPr>
      <a:lvl1pPr marL="0" algn="l" defTabSz="914400">
        <a:defRPr sz="1800">
          <a:solidFill>
            <a:schemeClr val="tx1"/>
          </a:solidFill>
          <a:latin typeface="+mn-lt"/>
          <a:ea typeface="+mn-ea"/>
          <a:cs typeface="+mn-cs"/>
        </a:defRPr>
      </a:lvl1pPr>
      <a:lvl2pPr marL="457200" algn="l" defTabSz="914400">
        <a:defRPr sz="1800">
          <a:solidFill>
            <a:schemeClr val="tx1"/>
          </a:solidFill>
          <a:latin typeface="+mn-lt"/>
          <a:ea typeface="+mn-ea"/>
          <a:cs typeface="+mn-cs"/>
        </a:defRPr>
      </a:lvl2pPr>
      <a:lvl3pPr marL="914400" algn="l" defTabSz="914400">
        <a:defRPr sz="1800">
          <a:solidFill>
            <a:schemeClr val="tx1"/>
          </a:solidFill>
          <a:latin typeface="+mn-lt"/>
          <a:ea typeface="+mn-ea"/>
          <a:cs typeface="+mn-cs"/>
        </a:defRPr>
      </a:lvl3pPr>
      <a:lvl4pPr marL="1371600" algn="l" defTabSz="914400">
        <a:defRPr sz="1800">
          <a:solidFill>
            <a:schemeClr val="tx1"/>
          </a:solidFill>
          <a:latin typeface="+mn-lt"/>
          <a:ea typeface="+mn-ea"/>
          <a:cs typeface="+mn-cs"/>
        </a:defRPr>
      </a:lvl4pPr>
      <a:lvl5pPr marL="1828800" algn="l" defTabSz="914400">
        <a:defRPr sz="1800">
          <a:solidFill>
            <a:schemeClr val="tx1"/>
          </a:solidFill>
          <a:latin typeface="+mn-lt"/>
          <a:ea typeface="+mn-ea"/>
          <a:cs typeface="+mn-cs"/>
        </a:defRPr>
      </a:lvl5pPr>
      <a:lvl6pPr marL="2286000" algn="l" defTabSz="914400">
        <a:defRPr sz="1800">
          <a:solidFill>
            <a:schemeClr val="tx1"/>
          </a:solidFill>
          <a:latin typeface="+mn-lt"/>
          <a:ea typeface="+mn-ea"/>
          <a:cs typeface="+mn-cs"/>
        </a:defRPr>
      </a:lvl6pPr>
      <a:lvl7pPr marL="2743200" algn="l" defTabSz="914400">
        <a:defRPr sz="1800">
          <a:solidFill>
            <a:schemeClr val="tx1"/>
          </a:solidFill>
          <a:latin typeface="+mn-lt"/>
          <a:ea typeface="+mn-ea"/>
          <a:cs typeface="+mn-cs"/>
        </a:defRPr>
      </a:lvl7pPr>
      <a:lvl8pPr marL="3200400" algn="l" defTabSz="914400">
        <a:defRPr sz="1800">
          <a:solidFill>
            <a:schemeClr val="tx1"/>
          </a:solidFill>
          <a:latin typeface="+mn-lt"/>
          <a:ea typeface="+mn-ea"/>
          <a:cs typeface="+mn-cs"/>
        </a:defRPr>
      </a:lvl8pPr>
      <a:lvl9pPr marL="3657600" algn="l" defTabSz="914400">
        <a:defRPr sz="18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xml"/><Relationship Id="rId3" Type="http://schemas.openxmlformats.org/officeDocument/2006/relationships/image" Target="../media/image2.jpg"/><Relationship Id="rId4" Type="http://schemas.openxmlformats.org/officeDocument/2006/relationships/image" Target="../media/image3.png"/></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6.png"/></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 Id="rId3" Type="http://schemas.openxmlformats.org/officeDocument/2006/relationships/image" Target="../media/image7.png"/></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 Id="rId3" Type="http://schemas.openxmlformats.org/officeDocument/2006/relationships/image" Target="../media/image8.png"/></Relationships>
</file>

<file path=ppt/slides/_rels/slide9.xml.rels><?xml version="1.0" encoding="UTF-8" standalone="yes"?><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 Id="rId3" Type="http://schemas.openxmlformats.org/officeDocument/2006/relationships/image" Target="../media/image9.png"/><Relationship Id="rId4" Type="http://schemas.openxmlformats.org/officeDocument/2006/relationships/image" Target="../media/image10.png"/></Relationships>
</file>

<file path=ppt/slides/_rels/slide10.xml.rels><?xml version="1.0" encoding="UTF-8" standalone="yes"?><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xml"/><Relationship Id="rId3" Type="http://schemas.openxmlformats.org/officeDocument/2006/relationships/image" Target="../media/image11.png"/><Relationship Id="rId4" Type="http://schemas.openxmlformats.org/officeDocument/2006/relationships/image" Target="../media/image12.png"/><Relationship Id="rId5" Type="http://schemas.openxmlformats.org/officeDocument/2006/relationships/image" Target="../media/image13.png"/></Relationships>
</file>

<file path=ppt/slides/_rels/slide11.xml.rels><?xml version="1.0" encoding="UTF-8" standalone="yes"?><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xml"/><Relationship Id="rId3" Type="http://schemas.openxmlformats.org/officeDocument/2006/relationships/image" Target="../media/image14.png"/><Relationship Id="rId4" Type="http://schemas.openxmlformats.org/officeDocument/2006/relationships/image" Target="../media/image15.png"/></Relationships>
</file>

<file path=ppt/slides/_rels/slide12.xml.rels><?xml version="1.0" encoding="UTF-8" standalone="yes"?><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xml"/><Relationship Id="rId3" Type="http://schemas.openxmlformats.org/officeDocument/2006/relationships/image" Target="../media/image16.png"/></Relationships>
</file>

<file path=ppt/slides/_rels/slide13.xml.rels><?xml version="1.0" encoding="UTF-8" standalone="yes"?><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xml"/><Relationship Id="rId3" Type="http://schemas.openxmlformats.org/officeDocument/2006/relationships/image" Target="../media/image17.png"/></Relationships>
</file>

<file path=ppt/slides/_rels/slide14.xml.rels><?xml version="1.0" encoding="UTF-8" standalone="yes"?><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4.xml"/><Relationship Id="rId3" Type="http://schemas.openxmlformats.org/officeDocument/2006/relationships/image" Target="../media/image18.png"/></Relationships>
</file>

<file path=ppt/slides/_rels/slide15.xml.rels><?xml version="1.0" encoding="UTF-8" standalone="yes"?><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5.xml"/><Relationship Id="rId3" Type="http://schemas.openxmlformats.org/officeDocument/2006/relationships/image" Target="../media/image19.png"/></Relationships>
</file>

<file path=ppt/slides/_rels/slide16.xml.rels><?xml version="1.0" encoding="UTF-8" standalone="yes"?><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6.xml"/><Relationship Id="rId3" Type="http://schemas.openxmlformats.org/officeDocument/2006/relationships/image" Target="../media/image20.png"/></Relationships>
</file>

<file path=ppt/slides/_rels/slide17.xml.rels><?xml version="1.0" encoding="UTF-8" standalone="yes"?><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7.xml"/><Relationship Id="rId3" Type="http://schemas.openxmlformats.org/officeDocument/2006/relationships/image" Target="../media/image21.png"/></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72732391" name="Titel 6"/>
          <p:cNvSpPr>
            <a:spLocks noGrp="1"/>
          </p:cNvSpPr>
          <p:nvPr>
            <p:ph type="title"/>
          </p:nvPr>
        </p:nvSpPr>
        <p:spPr bwMode="auto">
          <a:xfrm>
            <a:off x="0" y="-429019"/>
            <a:ext cx="1989968" cy="276999"/>
          </a:xfrm>
        </p:spPr>
        <p:txBody>
          <a:bodyPr/>
          <a:lstStyle/>
          <a:p>
            <a:pPr>
              <a:defRPr/>
            </a:pPr>
            <a:r>
              <a:rPr lang="en-GB"/>
              <a:t>Title slide + image</a:t>
            </a:r>
            <a:endParaRPr lang="en-GB"/>
          </a:p>
        </p:txBody>
      </p:sp>
      <p:sp>
        <p:nvSpPr>
          <p:cNvPr id="652518990" name="Tijdelijke aanduiding voor tekst 14"/>
          <p:cNvSpPr>
            <a:spLocks noGrp="1"/>
          </p:cNvSpPr>
          <p:nvPr>
            <p:ph type="body" sz="quarter" idx="10"/>
          </p:nvPr>
        </p:nvSpPr>
        <p:spPr bwMode="auto">
          <a:xfrm flipH="0" flipV="0">
            <a:off x="719137" y="2670564"/>
            <a:ext cx="5710225" cy="2641959"/>
          </a:xfrm>
        </p:spPr>
        <p:txBody>
          <a:bodyPr/>
          <a:lstStyle/>
          <a:p>
            <a:pPr algn="l">
              <a:defRPr/>
            </a:pPr>
            <a:r>
              <a:rPr lang="en-US"/>
              <a:t>Rotating Drone Aerodynamic Analysis and Design</a:t>
            </a:r>
            <a:endParaRPr/>
          </a:p>
        </p:txBody>
      </p:sp>
      <p:sp>
        <p:nvSpPr>
          <p:cNvPr id="2049125285" name="Tijdelijke aanduiding voor tekst 15"/>
          <p:cNvSpPr>
            <a:spLocks noGrp="1"/>
          </p:cNvSpPr>
          <p:nvPr>
            <p:ph type="body" sz="quarter" idx="11"/>
          </p:nvPr>
        </p:nvSpPr>
        <p:spPr bwMode="auto">
          <a:xfrm>
            <a:off x="719136" y="5404233"/>
            <a:ext cx="5885220" cy="329544"/>
          </a:xfrm>
        </p:spPr>
        <p:txBody>
          <a:bodyPr/>
          <a:lstStyle/>
          <a:p>
            <a:pPr>
              <a:defRPr/>
            </a:pPr>
            <a:r>
              <a:rPr lang="en-US"/>
              <a:t>Gleb Martjanovs | Midterm presentation</a:t>
            </a:r>
            <a:endParaRPr/>
          </a:p>
        </p:txBody>
      </p:sp>
      <p:sp>
        <p:nvSpPr>
          <p:cNvPr id="803621032" name="Tijdelijke aanduiding voor datum 4"/>
          <p:cNvSpPr>
            <a:spLocks noGrp="1"/>
          </p:cNvSpPr>
          <p:nvPr>
            <p:ph type="dt" sz="half" idx="12"/>
          </p:nvPr>
        </p:nvSpPr>
        <p:spPr bwMode="auto">
          <a:xfrm>
            <a:off x="719136" y="5816543"/>
            <a:ext cx="780278" cy="183240"/>
          </a:xfrm>
        </p:spPr>
        <p:txBody>
          <a:bodyPr/>
          <a:lstStyle/>
          <a:p>
            <a:pPr>
              <a:defRPr/>
            </a:pPr>
            <a:r>
              <a:rPr lang="en-US"/>
              <a:t>23-06-2025</a:t>
            </a:r>
            <a:endParaRPr lang="en-GB"/>
          </a:p>
        </p:txBody>
      </p:sp>
      <p:pic>
        <p:nvPicPr>
          <p:cNvPr id="1317346040" name="image11.jpeg" descr="image11.jpeg"/>
          <p:cNvPicPr>
            <a:picLocks noChangeAspect="1" noGrp="1"/>
          </p:cNvPicPr>
          <p:nvPr>
            <p:ph type="pic" sz="quarter" idx="13"/>
          </p:nvPr>
        </p:nvPicPr>
        <p:blipFill>
          <a:blip r:embed="rId3"/>
          <a:srcRect l="16710" t="0" r="16710" b="0"/>
          <a:stretch/>
        </p:blipFill>
        <p:spPr bwMode="auto">
          <a:xfrm>
            <a:off x="7308357" y="0"/>
            <a:ext cx="4883643" cy="6858000"/>
          </a:xfrm>
          <a:prstGeom prst="rect">
            <a:avLst/>
          </a:prstGeom>
          <a:ln w="12700" cap="flat">
            <a:noFill/>
            <a:miter lim="400000"/>
          </a:ln>
          <a:effectLst/>
        </p:spPr>
      </p:pic>
      <p:pic>
        <p:nvPicPr>
          <p:cNvPr id="2011732627" name=""/>
          <p:cNvPicPr>
            <a:picLocks noChangeAspect="1"/>
          </p:cNvPicPr>
          <p:nvPr/>
        </p:nvPicPr>
        <p:blipFill>
          <a:blip r:embed="rId4"/>
          <a:srcRect l="5334" t="0" r="13223" b="0"/>
          <a:stretch/>
        </p:blipFill>
        <p:spPr bwMode="auto">
          <a:xfrm flipH="0" flipV="0">
            <a:off x="6493146" y="0"/>
            <a:ext cx="5698853" cy="6858000"/>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med" p14:dur="700" advClick="1">
        <p:fade thruBlk="0"/>
      </p:transition>
    </mc:Choice>
    <mc:Fallback>
      <p:transition spd="med" advClick="1">
        <p:fade thruBlk="0"/>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245429764" name="Tijdelijke aanduiding voor datum 4"/>
          <p:cNvSpPr>
            <a:spLocks noGrp="1"/>
          </p:cNvSpPr>
          <p:nvPr>
            <p:ph type="dt" sz="half" idx="18"/>
          </p:nvPr>
        </p:nvSpPr>
        <p:spPr bwMode="auto">
          <a:xfrm>
            <a:off x="10146569" y="6405669"/>
            <a:ext cx="766235" cy="184666"/>
          </a:xfrm>
        </p:spPr>
        <p:txBody>
          <a:bodyPr/>
          <a:lstStyle/>
          <a:p>
            <a:pPr>
              <a:defRPr/>
            </a:pPr>
            <a:fld id="{087A43E6-197A-4232-A775-7017A41F9758}" type="datetime1">
              <a:rPr lang="nl-NL"/>
              <a:t>10-3-2025</a:t>
            </a:fld>
            <a:endParaRPr lang="en-GB"/>
          </a:p>
        </p:txBody>
      </p:sp>
      <p:sp>
        <p:nvSpPr>
          <p:cNvPr id="690264464" name="Tijdelijke aanduiding voor dianummer 15"/>
          <p:cNvSpPr>
            <a:spLocks noGrp="1"/>
          </p:cNvSpPr>
          <p:nvPr>
            <p:ph type="sldNum" sz="quarter" idx="20"/>
          </p:nvPr>
        </p:nvSpPr>
        <p:spPr bwMode="auto">
          <a:xfrm>
            <a:off x="11178464" y="6405669"/>
            <a:ext cx="291298" cy="184666"/>
          </a:xfrm>
        </p:spPr>
        <p:txBody>
          <a:bodyPr/>
          <a:lstStyle/>
          <a:p>
            <a:pPr>
              <a:defRPr/>
            </a:pPr>
            <a:fld id="{9E843DB9-9987-4157-AB9C-CEA8D7D910BB}" type="slidenum">
              <a:rPr lang="en-GB"/>
              <a:t>2</a:t>
            </a:fld>
            <a:endParaRPr lang="en-GB"/>
          </a:p>
        </p:txBody>
      </p:sp>
      <p:sp>
        <p:nvSpPr>
          <p:cNvPr id="1766665793" name="Tijdelijke aanduiding voor tekst 7"/>
          <p:cNvSpPr>
            <a:spLocks noGrp="1"/>
          </p:cNvSpPr>
          <p:nvPr>
            <p:ph type="body" sz="quarter" idx="21"/>
          </p:nvPr>
        </p:nvSpPr>
        <p:spPr bwMode="auto">
          <a:xfrm>
            <a:off x="719138" y="1565274"/>
            <a:ext cx="10752136" cy="4435476"/>
          </a:xfrm>
        </p:spPr>
        <p:txBody>
          <a:bodyPr/>
          <a:lstStyle/>
          <a:p>
            <a:pPr lvl="4">
              <a:defRPr/>
            </a:pPr>
            <a:r>
              <a:rPr lang="en-US"/>
              <a:t>Efficient hover solution for broadcasting applications</a:t>
            </a:r>
            <a:endParaRPr/>
          </a:p>
          <a:p>
            <a:pPr lvl="1">
              <a:defRPr/>
            </a:pPr>
            <a:r>
              <a:rPr lang="en-US"/>
              <a:t>Long range mission</a:t>
            </a:r>
            <a:r>
              <a:rPr lang="en-US"/>
              <a:t> communication </a:t>
            </a:r>
            <a:endParaRPr lang="en-US"/>
          </a:p>
          <a:p>
            <a:pPr lvl="1">
              <a:defRPr/>
            </a:pPr>
            <a:r>
              <a:rPr lang="en-US"/>
              <a:t>Broadcasting point (speaker, Wi-Fi)</a:t>
            </a:r>
            <a:endParaRPr lang="en-GB"/>
          </a:p>
          <a:p>
            <a:pPr lvl="4">
              <a:defRPr/>
            </a:pPr>
            <a:r>
              <a:rPr lang="en-US"/>
              <a:t>Previous attempts:</a:t>
            </a:r>
            <a:endParaRPr/>
          </a:p>
        </p:txBody>
      </p:sp>
      <p:sp>
        <p:nvSpPr>
          <p:cNvPr id="81580156" name="Titel 13"/>
          <p:cNvSpPr>
            <a:spLocks noGrp="1"/>
          </p:cNvSpPr>
          <p:nvPr>
            <p:ph type="title"/>
          </p:nvPr>
        </p:nvSpPr>
        <p:spPr bwMode="auto">
          <a:xfrm>
            <a:off x="718666" y="722454"/>
            <a:ext cx="10752610" cy="323409"/>
          </a:xfrm>
        </p:spPr>
        <p:txBody>
          <a:bodyPr/>
          <a:lstStyle/>
          <a:p>
            <a:pPr>
              <a:defRPr/>
            </a:pPr>
            <a:r>
              <a:rPr lang="en-US"/>
              <a:t>Motivation and background</a:t>
            </a:r>
            <a:endParaRPr/>
          </a:p>
        </p:txBody>
      </p:sp>
      <p:pic>
        <p:nvPicPr>
          <p:cNvPr id="513086430" name=""/>
          <p:cNvPicPr>
            <a:picLocks noChangeAspect="1"/>
          </p:cNvPicPr>
          <p:nvPr/>
        </p:nvPicPr>
        <p:blipFill>
          <a:blip r:embed="rId3"/>
          <a:stretch/>
        </p:blipFill>
        <p:spPr bwMode="auto">
          <a:xfrm flipH="0" flipV="0">
            <a:off x="8304554" y="164332"/>
            <a:ext cx="3327913" cy="3425859"/>
          </a:xfrm>
          <a:prstGeom prst="rect">
            <a:avLst/>
          </a:prstGeom>
        </p:spPr>
      </p:pic>
      <p:pic>
        <p:nvPicPr>
          <p:cNvPr id="45393602" name=""/>
          <p:cNvPicPr>
            <a:picLocks noChangeAspect="1"/>
          </p:cNvPicPr>
          <p:nvPr/>
        </p:nvPicPr>
        <p:blipFill>
          <a:blip r:embed="rId4"/>
          <a:stretch/>
        </p:blipFill>
        <p:spPr bwMode="auto">
          <a:xfrm flipH="0" flipV="0">
            <a:off x="4098573" y="3522369"/>
            <a:ext cx="6188301" cy="2478380"/>
          </a:xfrm>
          <a:prstGeom prst="rect">
            <a:avLst/>
          </a:prstGeom>
        </p:spPr>
      </p:pic>
      <p:pic>
        <p:nvPicPr>
          <p:cNvPr id="1029081922" name=""/>
          <p:cNvPicPr>
            <a:picLocks noChangeAspect="1"/>
          </p:cNvPicPr>
          <p:nvPr/>
        </p:nvPicPr>
        <p:blipFill>
          <a:blip r:embed="rId5"/>
          <a:stretch/>
        </p:blipFill>
        <p:spPr bwMode="auto">
          <a:xfrm flipH="0" flipV="0">
            <a:off x="602047" y="3690888"/>
            <a:ext cx="3719808" cy="2029557"/>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med" p14:dur="700" advClick="1">
        <p:fade thruBlk="0"/>
      </p:transition>
    </mc:Choice>
    <mc:Fallback>
      <p:transition spd="med" advClick="1">
        <p:fade thruBlk="0"/>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63172185" name="Tijdelijke aanduiding voor datum 4"/>
          <p:cNvSpPr>
            <a:spLocks noGrp="1"/>
          </p:cNvSpPr>
          <p:nvPr>
            <p:ph type="dt" sz="half" idx="18"/>
          </p:nvPr>
        </p:nvSpPr>
        <p:spPr bwMode="auto">
          <a:xfrm>
            <a:off x="10146569" y="6405669"/>
            <a:ext cx="766234" cy="184665"/>
          </a:xfrm>
        </p:spPr>
        <p:txBody>
          <a:bodyPr/>
          <a:lstStyle/>
          <a:p>
            <a:pPr>
              <a:defRPr/>
            </a:pPr>
            <a:fld id="{51352418-7DF1-BA1A-D494-79EA36102EAB}" type="datetime1">
              <a:rPr lang="nl-NL"/>
              <a:t/>
            </a:fld>
            <a:endParaRPr lang="en-GB"/>
          </a:p>
        </p:txBody>
      </p:sp>
      <p:sp>
        <p:nvSpPr>
          <p:cNvPr id="2132717595" name="Tijdelijke aanduiding voor dianummer 15"/>
          <p:cNvSpPr>
            <a:spLocks noGrp="1"/>
          </p:cNvSpPr>
          <p:nvPr>
            <p:ph type="sldNum" sz="quarter" idx="20"/>
          </p:nvPr>
        </p:nvSpPr>
        <p:spPr bwMode="auto">
          <a:xfrm>
            <a:off x="11178464" y="6405669"/>
            <a:ext cx="291297" cy="184665"/>
          </a:xfrm>
        </p:spPr>
        <p:txBody>
          <a:bodyPr/>
          <a:lstStyle/>
          <a:p>
            <a:pPr>
              <a:defRPr/>
            </a:pPr>
            <a:fld id="{89F98AE9-1393-5394-7599-0E08FBB8A09C}" type="slidenum">
              <a:rPr lang="en-GB"/>
              <a:t/>
            </a:fld>
            <a:endParaRPr lang="en-GB"/>
          </a:p>
        </p:txBody>
      </p:sp>
      <p:sp>
        <p:nvSpPr>
          <p:cNvPr id="1255928000" name="Tijdelijke aanduiding voor tekst 7"/>
          <p:cNvSpPr>
            <a:spLocks noGrp="1"/>
          </p:cNvSpPr>
          <p:nvPr>
            <p:ph type="body" sz="quarter" idx="21"/>
          </p:nvPr>
        </p:nvSpPr>
        <p:spPr bwMode="auto">
          <a:xfrm>
            <a:off x="719137" y="1565273"/>
            <a:ext cx="10752136" cy="4435475"/>
          </a:xfrm>
        </p:spPr>
        <p:txBody>
          <a:bodyPr/>
          <a:lstStyle/>
          <a:p>
            <a:pPr lvl="4">
              <a:defRPr/>
            </a:pPr>
            <a:r>
              <a:rPr lang="en-US"/>
              <a:t>Main Objective</a:t>
            </a:r>
            <a:endParaRPr/>
          </a:p>
          <a:p>
            <a:pPr>
              <a:defRPr/>
            </a:pPr>
            <a:r>
              <a:rPr lang="en-GB" sz="2000" b="0" i="0" u="none" strike="noStrike" cap="none" spc="0">
                <a:solidFill>
                  <a:schemeClr val="tx2"/>
                </a:solidFill>
                <a:latin typeface="Arial"/>
                <a:ea typeface="Arial"/>
                <a:cs typeface="Arial"/>
              </a:rPr>
              <a:t>Explore rotating drone aerodynamic performance and optimize its configuration for extended</a:t>
            </a:r>
            <a:r>
              <a:rPr lang="en-US" sz="2000" b="0" i="0" u="none" strike="noStrike" cap="none" spc="0">
                <a:solidFill>
                  <a:schemeClr val="tx2"/>
                </a:solidFill>
                <a:latin typeface="Arial"/>
                <a:ea typeface="Arial"/>
                <a:cs typeface="Arial"/>
              </a:rPr>
              <a:t> </a:t>
            </a:r>
            <a:r>
              <a:rPr lang="en-GB" sz="2000" b="0" i="0" u="none" strike="noStrike" cap="none" spc="0">
                <a:solidFill>
                  <a:schemeClr val="tx2"/>
                </a:solidFill>
                <a:latin typeface="Arial"/>
                <a:ea typeface="Arial"/>
                <a:cs typeface="Arial"/>
              </a:rPr>
              <a:t>hover time.</a:t>
            </a:r>
            <a:endParaRPr lang="en-GB" sz="2000" b="0" i="0" u="none" strike="noStrike" cap="none" spc="0">
              <a:solidFill>
                <a:schemeClr val="tx2"/>
              </a:solidFill>
              <a:latin typeface="Arial"/>
              <a:cs typeface="Arial"/>
            </a:endParaRPr>
          </a:p>
          <a:p>
            <a:pPr lvl="4">
              <a:defRPr/>
            </a:pPr>
            <a:r>
              <a:rPr lang="en-US"/>
              <a:t>Sub-Objectives</a:t>
            </a:r>
            <a:endParaRPr/>
          </a:p>
          <a:p>
            <a:pPr>
              <a:defRPr/>
            </a:pPr>
            <a:r>
              <a:rPr lang="en-GB" sz="2000" b="0" i="0" u="none" strike="noStrike" cap="none" spc="0">
                <a:solidFill>
                  <a:schemeClr val="tx1"/>
                </a:solidFill>
                <a:latin typeface="Arial"/>
                <a:ea typeface="Arial"/>
                <a:cs typeface="Arial"/>
              </a:rPr>
              <a:t>Develop a low-fidelity aerodynamic model suitable for rotating-wing configurations.</a:t>
            </a:r>
            <a:endParaRPr lang="en-GB" sz="2000" b="0" i="0" u="none" strike="noStrike" cap="none" spc="0">
              <a:solidFill>
                <a:schemeClr val="tx1"/>
              </a:solidFill>
              <a:latin typeface="Arial"/>
              <a:cs typeface="Arial"/>
            </a:endParaRPr>
          </a:p>
          <a:p>
            <a:pPr>
              <a:defRPr/>
            </a:pPr>
            <a:r>
              <a:rPr lang="en-GB" sz="2000" b="0" i="0" u="none" strike="noStrike" cap="none" spc="0">
                <a:solidFill>
                  <a:schemeClr val="tx1"/>
                </a:solidFill>
                <a:latin typeface="Arial"/>
                <a:ea typeface="Arial"/>
                <a:cs typeface="Arial"/>
              </a:rPr>
              <a:t>Validate the model against established methods such as Blade Element Momentum (BEM)</a:t>
            </a:r>
            <a:r>
              <a:rPr lang="en-US" sz="2000" b="0" i="0" u="none" strike="noStrike" cap="none" spc="0">
                <a:solidFill>
                  <a:schemeClr val="tx1"/>
                </a:solidFill>
                <a:latin typeface="Arial"/>
                <a:ea typeface="Arial"/>
                <a:cs typeface="Arial"/>
              </a:rPr>
              <a:t> </a:t>
            </a:r>
            <a:r>
              <a:rPr lang="en-GB" sz="2000" b="0" i="0" u="none" strike="noStrike" cap="none" spc="0">
                <a:solidFill>
                  <a:schemeClr val="tx1"/>
                </a:solidFill>
                <a:latin typeface="Arial"/>
                <a:ea typeface="Arial"/>
                <a:cs typeface="Arial"/>
              </a:rPr>
              <a:t>theory and Computational Fluid Dynamics (CFD).</a:t>
            </a:r>
            <a:endParaRPr lang="en-GB" sz="2000" b="0" i="0" u="none" strike="noStrike" cap="none" spc="0">
              <a:solidFill>
                <a:schemeClr val="tx1"/>
              </a:solidFill>
              <a:latin typeface="Arial"/>
              <a:cs typeface="Arial"/>
            </a:endParaRPr>
          </a:p>
          <a:p>
            <a:pPr>
              <a:defRPr/>
            </a:pPr>
            <a:r>
              <a:rPr lang="en-GB" sz="2000" b="0" i="0" u="none" strike="noStrike" cap="none" spc="0">
                <a:solidFill>
                  <a:schemeClr val="tx1"/>
                </a:solidFill>
                <a:latin typeface="Arial"/>
                <a:ea typeface="Arial"/>
                <a:cs typeface="Arial"/>
              </a:rPr>
              <a:t>Optimize the rotor design to minimize the power required for hovering.</a:t>
            </a:r>
            <a:endParaRPr lang="en-GB" sz="2000" b="0" i="0" u="none" strike="noStrike" cap="none" spc="0">
              <a:solidFill>
                <a:schemeClr val="tx1"/>
              </a:solidFill>
              <a:latin typeface="Arial"/>
              <a:cs typeface="Arial"/>
            </a:endParaRPr>
          </a:p>
          <a:p>
            <a:pPr>
              <a:defRPr/>
            </a:pPr>
            <a:r>
              <a:rPr lang="en-GB" sz="2000" b="0" i="0" u="none" strike="noStrike" cap="none" spc="0">
                <a:solidFill>
                  <a:schemeClr val="tx1"/>
                </a:solidFill>
                <a:latin typeface="Arial"/>
                <a:ea typeface="Arial"/>
                <a:cs typeface="Arial"/>
              </a:rPr>
              <a:t>Compare the performance of the optimized configuration against conventional quad-</a:t>
            </a:r>
            <a:r>
              <a:rPr lang="en-GB" sz="2000" b="0" i="0" u="none" strike="noStrike" cap="none" spc="0">
                <a:solidFill>
                  <a:schemeClr val="tx1"/>
                </a:solidFill>
                <a:latin typeface="Arial"/>
                <a:ea typeface="Arial"/>
                <a:cs typeface="Arial"/>
              </a:rPr>
              <a:t>copters and helicopter-like drones.</a:t>
            </a:r>
            <a:endParaRPr lang="en-GB" sz="2000" b="0" i="0" u="none" strike="noStrike" cap="none" spc="0">
              <a:solidFill>
                <a:schemeClr val="tx1"/>
              </a:solidFill>
              <a:latin typeface="Arial"/>
              <a:cs typeface="Arial"/>
            </a:endParaRPr>
          </a:p>
        </p:txBody>
      </p:sp>
      <p:sp>
        <p:nvSpPr>
          <p:cNvPr id="1032946760" name="Titel 13"/>
          <p:cNvSpPr>
            <a:spLocks noGrp="1"/>
          </p:cNvSpPr>
          <p:nvPr>
            <p:ph type="title"/>
          </p:nvPr>
        </p:nvSpPr>
        <p:spPr bwMode="auto">
          <a:xfrm>
            <a:off x="718665" y="722453"/>
            <a:ext cx="10752609" cy="323408"/>
          </a:xfrm>
        </p:spPr>
        <p:txBody>
          <a:bodyPr/>
          <a:lstStyle/>
          <a:p>
            <a:pPr>
              <a:defRPr/>
            </a:pPr>
            <a:r>
              <a:rPr lang="en-US"/>
              <a:t>Research </a:t>
            </a:r>
            <a:r>
              <a:rPr lang="en-US"/>
              <a:t>objective</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med" p14:dur="700" advClick="1">
        <p:fade thruBlk="0"/>
      </p:transition>
    </mc:Choice>
    <mc:Fallback>
      <p:transition spd="med" advClick="1">
        <p:fade thruBlk="0"/>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409024663" name="Tijdelijke aanduiding voor datum 4"/>
          <p:cNvSpPr>
            <a:spLocks noGrp="1"/>
          </p:cNvSpPr>
          <p:nvPr>
            <p:ph type="dt" sz="half" idx="18"/>
          </p:nvPr>
        </p:nvSpPr>
        <p:spPr bwMode="auto"/>
        <p:txBody>
          <a:bodyPr/>
          <a:lstStyle/>
          <a:p>
            <a:pPr>
              <a:defRPr/>
            </a:pPr>
            <a:fld id="{55D43CE1-D31E-48E5-A730-067E9AB4F01D}" type="datetime1">
              <a:rPr lang="nl-NL"/>
              <a:t>10-3-2025</a:t>
            </a:fld>
            <a:endParaRPr lang="en-GB"/>
          </a:p>
        </p:txBody>
      </p:sp>
      <p:sp>
        <p:nvSpPr>
          <p:cNvPr id="829834423" name="Titel 8"/>
          <p:cNvSpPr>
            <a:spLocks noGrp="1"/>
          </p:cNvSpPr>
          <p:nvPr>
            <p:ph type="title"/>
          </p:nvPr>
        </p:nvSpPr>
        <p:spPr bwMode="auto"/>
        <p:txBody>
          <a:bodyPr/>
          <a:lstStyle/>
          <a:p>
            <a:pPr>
              <a:defRPr/>
            </a:pPr>
            <a:r>
              <a:rPr lang="en-US"/>
              <a:t>Methodology</a:t>
            </a:r>
            <a:endParaRPr/>
          </a:p>
        </p:txBody>
      </p:sp>
      <p:sp>
        <p:nvSpPr>
          <p:cNvPr id="1769017857" name="Tijdelijke aanduiding voor dianummer 1"/>
          <p:cNvSpPr>
            <a:spLocks noGrp="1"/>
          </p:cNvSpPr>
          <p:nvPr>
            <p:ph type="sldNum" sz="quarter" idx="20"/>
          </p:nvPr>
        </p:nvSpPr>
        <p:spPr bwMode="auto"/>
        <p:txBody>
          <a:bodyPr/>
          <a:lstStyle/>
          <a:p>
            <a:pPr>
              <a:defRPr/>
            </a:pPr>
            <a:fld id="{9E843DB9-9987-4157-AB9C-CEA8D7D910BB}" type="slidenum">
              <a:rPr lang="en-GB"/>
              <a:t>3</a:t>
            </a:fld>
            <a:endParaRPr lang="en-GB"/>
          </a:p>
        </p:txBody>
      </p:sp>
      <p:sp>
        <p:nvSpPr>
          <p:cNvPr id="31917345" name="Tijdelijke aanduiding voor verticale tekst 33"/>
          <p:cNvSpPr txBox="1"/>
          <p:nvPr/>
        </p:nvSpPr>
        <p:spPr bwMode="auto">
          <a:xfrm>
            <a:off x="719138" y="1569104"/>
            <a:ext cx="4655999" cy="4431646"/>
          </a:xfrm>
          <a:prstGeom prst="rect">
            <a:avLst/>
          </a:prstGeom>
        </p:spPr>
        <p:txBody>
          <a:bodyPr lIns="0" tIns="0" rIns="0" bIns="0"/>
          <a:lstStyle>
            <a:lvl1pPr marL="361950" indent="-361950" algn="l" defTabSz="914400">
              <a:lnSpc>
                <a:spcPct val="90000"/>
              </a:lnSpc>
              <a:spcBef>
                <a:spcPts val="600"/>
              </a:spcBef>
              <a:spcAft>
                <a:spcPts val="600"/>
              </a:spcAft>
              <a:buClr>
                <a:schemeClr val="accent1"/>
              </a:buClr>
              <a:buSzPct val="120000"/>
              <a:buFont typeface="Arial"/>
              <a:buChar char="•"/>
              <a:defRPr sz="2000">
                <a:solidFill>
                  <a:schemeClr val="tx2"/>
                </a:solidFill>
                <a:latin typeface="+mn-lt"/>
                <a:ea typeface="+mn-ea"/>
                <a:cs typeface="+mn-cs"/>
              </a:defRPr>
            </a:lvl1pPr>
            <a:lvl2pPr marL="712788" indent="-350838" algn="l" defTabSz="914400">
              <a:lnSpc>
                <a:spcPct val="90000"/>
              </a:lnSpc>
              <a:spcBef>
                <a:spcPts val="600"/>
              </a:spcBef>
              <a:spcAft>
                <a:spcPts val="600"/>
              </a:spcAft>
              <a:buClr>
                <a:schemeClr val="accent1"/>
              </a:buClr>
              <a:buSzPct val="120000"/>
              <a:buFont typeface="Arial"/>
              <a:buChar char="•"/>
              <a:tabLst>
                <a:tab pos="712788" algn="l"/>
              </a:tabLst>
              <a:defRPr sz="2000">
                <a:solidFill>
                  <a:schemeClr val="tx2"/>
                </a:solidFill>
                <a:latin typeface="+mn-lt"/>
                <a:ea typeface="+mn-ea"/>
                <a:cs typeface="+mn-cs"/>
              </a:defRPr>
            </a:lvl2pPr>
            <a:lvl3pPr marL="0" indent="0" algn="l" defTabSz="914400">
              <a:lnSpc>
                <a:spcPct val="90000"/>
              </a:lnSpc>
              <a:spcBef>
                <a:spcPts val="600"/>
              </a:spcBef>
              <a:spcAft>
                <a:spcPts val="600"/>
              </a:spcAft>
              <a:buClr>
                <a:schemeClr val="accent3"/>
              </a:buClr>
              <a:buFont typeface="Segoe UI Light"/>
              <a:buNone/>
              <a:defRPr sz="2000">
                <a:solidFill>
                  <a:schemeClr val="tx2"/>
                </a:solidFill>
                <a:latin typeface="+mn-lt"/>
                <a:ea typeface="+mn-ea"/>
                <a:cs typeface="+mn-cs"/>
              </a:defRPr>
            </a:lvl3pPr>
            <a:lvl4pPr marL="0" indent="0" algn="l" defTabSz="914400">
              <a:lnSpc>
                <a:spcPct val="90000"/>
              </a:lnSpc>
              <a:spcBef>
                <a:spcPts val="600"/>
              </a:spcBef>
              <a:spcAft>
                <a:spcPts val="600"/>
              </a:spcAft>
              <a:buFont typeface="Arial"/>
              <a:buNone/>
              <a:defRPr sz="3600" b="1">
                <a:solidFill>
                  <a:schemeClr val="tx2"/>
                </a:solidFill>
                <a:latin typeface="+mj-lt"/>
                <a:ea typeface="+mn-ea"/>
                <a:cs typeface="+mn-cs"/>
              </a:defRPr>
            </a:lvl4pPr>
            <a:lvl5pPr marL="0" indent="0" algn="l" defTabSz="914400">
              <a:lnSpc>
                <a:spcPct val="90000"/>
              </a:lnSpc>
              <a:spcBef>
                <a:spcPts val="600"/>
              </a:spcBef>
              <a:spcAft>
                <a:spcPts val="600"/>
              </a:spcAft>
              <a:buFont typeface="Arial"/>
              <a:buNone/>
              <a:defRPr sz="2400" b="0">
                <a:solidFill>
                  <a:schemeClr val="accent1"/>
                </a:solidFill>
                <a:latin typeface="+mj-lt"/>
                <a:ea typeface="+mn-ea"/>
                <a:cs typeface="+mn-cs"/>
              </a:defRPr>
            </a:lvl5pPr>
            <a:lvl6pPr marL="0" indent="0" algn="l" defTabSz="914400">
              <a:lnSpc>
                <a:spcPct val="90000"/>
              </a:lnSpc>
              <a:spcBef>
                <a:spcPts val="600"/>
              </a:spcBef>
              <a:spcAft>
                <a:spcPts val="600"/>
              </a:spcAft>
              <a:buClr>
                <a:schemeClr val="accent1"/>
              </a:buClr>
              <a:buFont typeface="Arial"/>
              <a:buNone/>
              <a:defRPr sz="2000" b="0" cap="none">
                <a:solidFill>
                  <a:schemeClr val="tx1"/>
                </a:solidFill>
                <a:latin typeface="+mj-lt"/>
                <a:ea typeface="+mn-ea"/>
                <a:cs typeface="+mn-cs"/>
              </a:defRPr>
            </a:lvl6pPr>
            <a:lvl7pPr marL="361950" indent="-361950" algn="l" defTabSz="914400">
              <a:lnSpc>
                <a:spcPct val="90000"/>
              </a:lnSpc>
              <a:spcBef>
                <a:spcPts val="600"/>
              </a:spcBef>
              <a:spcAft>
                <a:spcPts val="600"/>
              </a:spcAft>
              <a:buClr>
                <a:schemeClr val="accent1"/>
              </a:buClr>
              <a:buFont typeface="+mj-lt"/>
              <a:buAutoNum type="arabicPeriod"/>
              <a:defRPr sz="2000">
                <a:solidFill>
                  <a:schemeClr val="tx1"/>
                </a:solidFill>
                <a:latin typeface="+mn-lt"/>
                <a:ea typeface="+mn-ea"/>
                <a:cs typeface="+mn-cs"/>
              </a:defRPr>
            </a:lvl7pPr>
            <a:lvl8pPr marL="361950" indent="-361950" algn="l" defTabSz="914400">
              <a:lnSpc>
                <a:spcPct val="90000"/>
              </a:lnSpc>
              <a:spcBef>
                <a:spcPts val="600"/>
              </a:spcBef>
              <a:spcAft>
                <a:spcPts val="600"/>
              </a:spcAft>
              <a:buClr>
                <a:schemeClr val="accent1"/>
              </a:buClr>
              <a:buFont typeface="+mj-lt"/>
              <a:buAutoNum type="alphaLcPeriod"/>
              <a:defRPr sz="2000">
                <a:solidFill>
                  <a:schemeClr val="tx1"/>
                </a:solidFill>
                <a:latin typeface="+mn-lt"/>
                <a:ea typeface="+mn-ea"/>
                <a:cs typeface="+mn-cs"/>
              </a:defRPr>
            </a:lvl8pPr>
            <a:lvl9pPr marL="0" indent="0" algn="l" defTabSz="914400">
              <a:lnSpc>
                <a:spcPct val="90000"/>
              </a:lnSpc>
              <a:spcBef>
                <a:spcPts val="600"/>
              </a:spcBef>
              <a:spcAft>
                <a:spcPts val="600"/>
              </a:spcAft>
              <a:buClr>
                <a:schemeClr val="accent1"/>
              </a:buClr>
              <a:buFont typeface="Arial"/>
              <a:buNone/>
              <a:defRPr sz="1600" i="1">
                <a:solidFill>
                  <a:schemeClr val="tx1"/>
                </a:solidFill>
                <a:latin typeface="+mn-lt"/>
                <a:ea typeface="+mn-ea"/>
                <a:cs typeface="+mn-cs"/>
              </a:defRPr>
            </a:lvl9pPr>
          </a:lstStyle>
          <a:p>
            <a:pPr>
              <a:defRPr/>
            </a:pPr>
            <a:r>
              <a:rPr lang="en-US"/>
              <a:t>Low-fidelity Model </a:t>
            </a:r>
            <a:endParaRPr lang="en-US"/>
          </a:p>
          <a:p>
            <a:pPr lvl="1">
              <a:defRPr/>
            </a:pPr>
            <a:r>
              <a:rPr lang="en-US"/>
              <a:t>Assumptions</a:t>
            </a:r>
            <a:endParaRPr lang="en-US"/>
          </a:p>
          <a:p>
            <a:pPr lvl="1">
              <a:defRPr/>
            </a:pPr>
            <a:r>
              <a:rPr lang="en-US"/>
              <a:t>Model description </a:t>
            </a:r>
            <a:endParaRPr lang="en-US"/>
          </a:p>
          <a:p>
            <a:pPr lvl="1">
              <a:defRPr/>
            </a:pPr>
            <a:r>
              <a:rPr lang="en-US"/>
              <a:t>Wake modeling </a:t>
            </a:r>
            <a:endParaRPr lang="en-US"/>
          </a:p>
          <a:p>
            <a:pPr>
              <a:defRPr/>
            </a:pPr>
            <a:r>
              <a:rPr lang="en-US"/>
              <a:t>CFD analysis </a:t>
            </a:r>
            <a:endParaRPr lang="en-US"/>
          </a:p>
          <a:p>
            <a:pPr lvl="1">
              <a:defRPr/>
            </a:pPr>
            <a:r>
              <a:rPr lang="en-US"/>
              <a:t>Setup </a:t>
            </a:r>
            <a:endParaRPr lang="en-US"/>
          </a:p>
          <a:p>
            <a:pPr lvl="1">
              <a:defRPr/>
            </a:pPr>
            <a:r>
              <a:rPr lang="en-US"/>
              <a:t>Mesh convergence </a:t>
            </a:r>
            <a:endParaRPr lang="en-US"/>
          </a:p>
          <a:p>
            <a:pPr lvl="1">
              <a:defRPr/>
            </a:pPr>
            <a:r>
              <a:rPr lang="en-US"/>
              <a:t>Results comparison </a:t>
            </a:r>
            <a:endParaRPr lang="en-US"/>
          </a:p>
          <a:p>
            <a:pPr>
              <a:defRPr/>
            </a:pPr>
            <a:endParaRPr lang="en-US"/>
          </a:p>
          <a:p>
            <a:pPr>
              <a:defRPr/>
            </a:pPr>
            <a:endParaRPr lang="en-US"/>
          </a:p>
          <a:p>
            <a:pPr>
              <a:defRPr/>
            </a:pPr>
            <a:endParaRPr/>
          </a:p>
        </p:txBody>
      </p:sp>
      <p:grpSp>
        <p:nvGrpSpPr>
          <p:cNvPr id="1131866531" name="INSTRUCTION"/>
          <p:cNvGrpSpPr>
            <a:grpSpLocks noGrp="1" noMove="1" noResize="1" noRot="1" noUngrp="1"/>
          </p:cNvGrpSpPr>
          <p:nvPr/>
        </p:nvGrpSpPr>
        <p:grpSpPr bwMode="auto">
          <a:xfrm>
            <a:off x="-3786437" y="0"/>
            <a:ext cx="3693386" cy="5359349"/>
            <a:chOff x="-3786437" y="0"/>
            <a:chExt cx="3693386" cy="5359349"/>
          </a:xfrm>
        </p:grpSpPr>
        <p:sp>
          <p:nvSpPr>
            <p:cNvPr id="274" name="Rechthoek 273"/>
            <p:cNvSpPr>
              <a:spLocks noAdjustHandles="1" noChangeArrowheads="1" noChangeShapeType="1" noEditPoints="1" noGrp="1" noMove="1" noResize="1" noRot="1"/>
            </p:cNvSpPr>
            <p:nvPr userDrawn="1"/>
          </p:nvSpPr>
          <p:spPr bwMode="auto">
            <a:xfrm>
              <a:off x="-3786165" y="0"/>
              <a:ext cx="3593091" cy="4641338"/>
            </a:xfrm>
            <a:prstGeom prst="rect">
              <a:avLst/>
            </a:prstGeom>
            <a:solidFill>
              <a:srgbClr val="FFFFFF"/>
            </a:solidFill>
            <a:ln w="6350">
              <a:solidFill>
                <a:srgbClr val="ECECEC"/>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noAutofit/>
            </a:bodyPr>
            <a:lstStyle/>
            <a:p>
              <a:pPr algn="l">
                <a:lnSpc>
                  <a:spcPct val="90000"/>
                </a:lnSpc>
                <a:spcBef>
                  <a:spcPts val="600"/>
                </a:spcBef>
                <a:spcAft>
                  <a:spcPts val="600"/>
                </a:spcAft>
                <a:defRPr/>
              </a:pPr>
              <a:r>
                <a:rPr lang="en-GB" sz="1400" b="1" cap="all">
                  <a:solidFill>
                    <a:schemeClr val="accent1"/>
                  </a:solidFill>
                  <a:latin typeface="Calibri"/>
                  <a:cs typeface="Calibri"/>
                </a:rPr>
                <a:t>Choosing text levels</a:t>
              </a:r>
              <a:endParaRPr/>
            </a:p>
          </p:txBody>
        </p:sp>
        <p:sp>
          <p:nvSpPr>
            <p:cNvPr id="275" name="Ovaal 274"/>
            <p:cNvSpPr>
              <a:spLocks noAdjustHandles="1" noChangeArrowheads="1" noChangeShapeType="1" noEditPoints="1" noGrp="1" noMove="1" noResize="1" noRot="1"/>
            </p:cNvSpPr>
            <p:nvPr userDrawn="1"/>
          </p:nvSpPr>
          <p:spPr bwMode="auto">
            <a:xfrm>
              <a:off x="-3604183" y="183748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1</a:t>
              </a:r>
              <a:endParaRPr/>
            </a:p>
          </p:txBody>
        </p:sp>
        <p:sp>
          <p:nvSpPr>
            <p:cNvPr id="276" name="Rechthoek 275"/>
            <p:cNvSpPr>
              <a:spLocks noAdjustHandles="1" noChangeArrowheads="1" noChangeShapeType="1" noEditPoints="1" noGrp="1" noMove="1" noResize="1" noRot="1"/>
            </p:cNvSpPr>
            <p:nvPr userDrawn="1"/>
          </p:nvSpPr>
          <p:spPr bwMode="auto">
            <a:xfrm>
              <a:off x="-3319415" y="1837484"/>
              <a:ext cx="2949220" cy="180000"/>
            </a:xfrm>
            <a:prstGeom prst="rect">
              <a:avLst/>
            </a:prstGeom>
            <a:noFill/>
            <a:ln w="25400" cap="flat" cmpd="sng" algn="ctr">
              <a:noFill/>
              <a:prstDash val="solid"/>
            </a:ln>
            <a:effectLst/>
          </p:spPr>
          <p:txBody>
            <a:bodyPr lIns="0" tIns="0" rIns="0" bIns="0" rtlCol="0" anchor="ctr"/>
            <a:lstStyle/>
            <a:p>
              <a:pPr marL="357188" marR="0" lvl="0" indent="-357188" defTabSz="914400">
                <a:lnSpc>
                  <a:spcPct val="100000"/>
                </a:lnSpc>
                <a:spcBef>
                  <a:spcPts val="600"/>
                </a:spcBef>
                <a:spcAft>
                  <a:spcPts val="600"/>
                </a:spcAft>
                <a:buClr>
                  <a:schemeClr val="accent1"/>
                </a:buClr>
                <a:buSzTx/>
                <a:buFont typeface="Calibri"/>
                <a:buChar char="•"/>
                <a:defRPr/>
              </a:pPr>
              <a:r>
                <a:rPr lang="en-GB" sz="1400" b="0" i="0" u="none" strike="noStrike" cap="none" spc="0">
                  <a:ln>
                    <a:noFill/>
                  </a:ln>
                  <a:solidFill>
                    <a:srgbClr val="000000"/>
                  </a:solidFill>
                  <a:latin typeface="+mj-lt"/>
                  <a:cs typeface="Calibri"/>
                </a:rPr>
                <a:t>Bullet</a:t>
              </a:r>
              <a:endParaRPr/>
            </a:p>
          </p:txBody>
        </p:sp>
        <p:sp>
          <p:nvSpPr>
            <p:cNvPr id="277" name="Ovaal 276"/>
            <p:cNvSpPr>
              <a:spLocks noAdjustHandles="1" noChangeArrowheads="1" noChangeShapeType="1" noEditPoints="1" noGrp="1" noMove="1" noResize="1" noRot="1"/>
            </p:cNvSpPr>
            <p:nvPr userDrawn="1"/>
          </p:nvSpPr>
          <p:spPr bwMode="auto">
            <a:xfrm>
              <a:off x="-3604183" y="2128768"/>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2</a:t>
              </a:r>
              <a:endParaRPr/>
            </a:p>
          </p:txBody>
        </p:sp>
        <p:sp>
          <p:nvSpPr>
            <p:cNvPr id="278" name="Rechthoek 277"/>
            <p:cNvSpPr>
              <a:spLocks noAdjustHandles="1" noChangeArrowheads="1" noChangeShapeType="1" noEditPoints="1" noGrp="1" noMove="1" noResize="1" noRot="1"/>
            </p:cNvSpPr>
            <p:nvPr userDrawn="1"/>
          </p:nvSpPr>
          <p:spPr bwMode="auto">
            <a:xfrm>
              <a:off x="-3604183" y="1196113"/>
              <a:ext cx="3229047" cy="459226"/>
            </a:xfrm>
            <a:prstGeom prst="rect">
              <a:avLst/>
            </a:prstGeom>
            <a:noFill/>
            <a:ln w="25400" cap="flat" cmpd="sng" algn="ctr">
              <a:noFill/>
              <a:prstDash val="solid"/>
            </a:ln>
            <a:effectLst/>
          </p:spPr>
          <p:txBody>
            <a:bodyPr lIns="0" tIns="0" rIns="0" bIns="0" rtlCol="0" anchor="t"/>
            <a:lstStyle/>
            <a:p>
              <a:pPr marL="0" marR="0" lvl="0" indent="0" defTabSz="914400">
                <a:lnSpc>
                  <a:spcPct val="90000"/>
                </a:lnSpc>
                <a:spcBef>
                  <a:spcPts val="600"/>
                </a:spcBef>
                <a:spcAft>
                  <a:spcPts val="600"/>
                </a:spcAft>
                <a:buClrTx/>
                <a:buSzTx/>
                <a:buFontTx/>
                <a:buNone/>
                <a:defRPr/>
              </a:pPr>
              <a:r>
                <a:rPr lang="en-GB" sz="1200" b="0" i="0" u="none" strike="noStrike" cap="none" spc="0">
                  <a:ln>
                    <a:noFill/>
                  </a:ln>
                  <a:solidFill>
                    <a:srgbClr val="000000"/>
                  </a:solidFill>
                  <a:latin typeface="Calibri"/>
                  <a:cs typeface="Calibri"/>
                </a:rPr>
                <a:t>Under the tab </a:t>
              </a:r>
              <a:r>
                <a:rPr lang="en-GB" sz="1200" b="1" i="0" u="none" strike="noStrike" cap="none" spc="0">
                  <a:ln>
                    <a:noFill/>
                  </a:ln>
                  <a:solidFill>
                    <a:srgbClr val="000000"/>
                  </a:solidFill>
                  <a:latin typeface="Calibri"/>
                  <a:cs typeface="Calibri"/>
                </a:rPr>
                <a:t>‘Home’</a:t>
              </a:r>
              <a:r>
                <a:rPr lang="en-GB" sz="1200" b="0" i="0" u="none" strike="noStrike" cap="none" spc="0">
                  <a:ln>
                    <a:noFill/>
                  </a:ln>
                  <a:solidFill>
                    <a:srgbClr val="000000"/>
                  </a:solidFill>
                  <a:latin typeface="Calibri"/>
                  <a:cs typeface="Calibri"/>
                </a:rPr>
                <a:t>, use the </a:t>
              </a:r>
              <a:r>
                <a:rPr lang="en-GB" sz="1200" b="1" i="0" u="none" strike="noStrike" cap="none" spc="0">
                  <a:ln>
                    <a:noFill/>
                  </a:ln>
                  <a:solidFill>
                    <a:srgbClr val="000000"/>
                  </a:solidFill>
                  <a:latin typeface="Calibri"/>
                  <a:cs typeface="Calibri"/>
                </a:rPr>
                <a:t>list level-buttons</a:t>
              </a:r>
              <a:r>
                <a:rPr lang="en-GB" sz="1200" b="0" i="0" u="none" strike="noStrike" cap="none" spc="0">
                  <a:ln>
                    <a:noFill/>
                  </a:ln>
                  <a:solidFill>
                    <a:srgbClr val="000000"/>
                  </a:solidFill>
                  <a:latin typeface="Calibri"/>
                  <a:cs typeface="Calibri"/>
                </a:rPr>
                <a:t> to choose a text level. </a:t>
              </a:r>
              <a:br>
                <a:rPr lang="en-GB" sz="1200" b="0" i="0" u="none" strike="noStrike" cap="none" spc="0">
                  <a:ln>
                    <a:noFill/>
                  </a:ln>
                  <a:solidFill>
                    <a:srgbClr val="000000"/>
                  </a:solidFill>
                  <a:latin typeface="Calibri"/>
                  <a:cs typeface="Calibri"/>
                </a:rPr>
              </a:br>
              <a:r>
                <a:rPr lang="en-GB" sz="1200" b="0" i="0" u="none" strike="noStrike" cap="none" spc="0">
                  <a:ln>
                    <a:noFill/>
                  </a:ln>
                  <a:solidFill>
                    <a:srgbClr val="000000"/>
                  </a:solidFill>
                  <a:latin typeface="Calibri"/>
                  <a:cs typeface="Calibri"/>
                </a:rPr>
                <a:t>Choose from:</a:t>
              </a:r>
              <a:endParaRPr/>
            </a:p>
          </p:txBody>
        </p:sp>
        <p:sp>
          <p:nvSpPr>
            <p:cNvPr id="279" name="Rechthoek 278"/>
            <p:cNvSpPr>
              <a:spLocks noAdjustHandles="1" noChangeArrowheads="1" noChangeShapeType="1" noEditPoints="1" noGrp="1" noMove="1" noResize="1" noRot="1"/>
            </p:cNvSpPr>
            <p:nvPr userDrawn="1"/>
          </p:nvSpPr>
          <p:spPr bwMode="auto">
            <a:xfrm>
              <a:off x="-3319415" y="2128873"/>
              <a:ext cx="2949220" cy="180000"/>
            </a:xfrm>
            <a:prstGeom prst="rect">
              <a:avLst/>
            </a:prstGeom>
            <a:noFill/>
            <a:ln w="25400" cap="flat" cmpd="sng" algn="ctr">
              <a:noFill/>
              <a:prstDash val="solid"/>
            </a:ln>
            <a:effectLst/>
          </p:spPr>
          <p:txBody>
            <a:bodyPr lIns="0" tIns="0" rIns="0" bIns="0" rtlCol="0" anchor="ctr"/>
            <a:lstStyle/>
            <a:p>
              <a:pPr marL="715963" marR="0" lvl="0" indent="-358775" defTabSz="914400">
                <a:lnSpc>
                  <a:spcPct val="100000"/>
                </a:lnSpc>
                <a:spcBef>
                  <a:spcPts val="600"/>
                </a:spcBef>
                <a:spcAft>
                  <a:spcPts val="600"/>
                </a:spcAft>
                <a:buClr>
                  <a:schemeClr val="accent1"/>
                </a:buClr>
                <a:buSzTx/>
                <a:buFont typeface="Calibri"/>
                <a:buChar char="•"/>
                <a:defRPr/>
              </a:pPr>
              <a:r>
                <a:rPr lang="en-GB" sz="1400" b="0" i="0" u="none" strike="noStrike" cap="none" spc="0">
                  <a:ln>
                    <a:noFill/>
                  </a:ln>
                  <a:solidFill>
                    <a:srgbClr val="000000"/>
                  </a:solidFill>
                  <a:latin typeface="+mj-lt"/>
                  <a:cs typeface="Calibri"/>
                </a:rPr>
                <a:t>Sub-bullet </a:t>
              </a:r>
              <a:endParaRPr/>
            </a:p>
          </p:txBody>
        </p:sp>
        <p:sp>
          <p:nvSpPr>
            <p:cNvPr id="280" name="Ovaal 279"/>
            <p:cNvSpPr>
              <a:spLocks noAdjustHandles="1" noChangeArrowheads="1" noChangeShapeType="1" noEditPoints="1" noGrp="1" noMove="1" noResize="1" noRot="1"/>
            </p:cNvSpPr>
            <p:nvPr userDrawn="1"/>
          </p:nvSpPr>
          <p:spPr bwMode="auto">
            <a:xfrm>
              <a:off x="-3604183" y="2420052"/>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3</a:t>
              </a:r>
              <a:endParaRPr/>
            </a:p>
          </p:txBody>
        </p:sp>
        <p:sp>
          <p:nvSpPr>
            <p:cNvPr id="281" name="Rechthoek 280"/>
            <p:cNvSpPr>
              <a:spLocks noAdjustHandles="1" noChangeArrowheads="1" noChangeShapeType="1" noEditPoints="1" noGrp="1" noMove="1" noResize="1" noRot="1"/>
            </p:cNvSpPr>
            <p:nvPr userDrawn="1"/>
          </p:nvSpPr>
          <p:spPr bwMode="auto">
            <a:xfrm>
              <a:off x="-3319415" y="2420262"/>
              <a:ext cx="2949220" cy="180000"/>
            </a:xfrm>
            <a:prstGeom prst="rect">
              <a:avLst/>
            </a:prstGeom>
            <a:noFill/>
            <a:ln w="25400" cap="flat" cmpd="sng" algn="ctr">
              <a:noFill/>
              <a:prstDash val="solid"/>
            </a:ln>
            <a:effectLst/>
          </p:spPr>
          <p:txBody>
            <a:bodyPr lIns="0" tIns="0" rIns="0" bIns="0" rtlCol="0" anchor="ctr"/>
            <a:lstStyle/>
            <a:p>
              <a:pPr marL="0" marR="0" lvl="0" indent="0" defTabSz="914400">
                <a:lnSpc>
                  <a:spcPct val="100000"/>
                </a:lnSpc>
                <a:spcBef>
                  <a:spcPts val="600"/>
                </a:spcBef>
                <a:spcAft>
                  <a:spcPts val="600"/>
                </a:spcAft>
                <a:buClr>
                  <a:schemeClr val="accent1"/>
                </a:buClr>
                <a:buSzTx/>
                <a:buFont typeface="Calibri"/>
                <a:buNone/>
                <a:defRPr/>
              </a:pPr>
              <a:r>
                <a:rPr lang="en-GB" sz="1400" b="0" i="0" u="none" strike="noStrike" cap="none" spc="0">
                  <a:ln>
                    <a:noFill/>
                  </a:ln>
                  <a:solidFill>
                    <a:srgbClr val="000000"/>
                  </a:solidFill>
                  <a:latin typeface="+mj-lt"/>
                  <a:cs typeface="Calibri"/>
                </a:rPr>
                <a:t>Default text</a:t>
              </a:r>
              <a:endParaRPr/>
            </a:p>
          </p:txBody>
        </p:sp>
        <p:sp>
          <p:nvSpPr>
            <p:cNvPr id="282" name="Ovaal 281"/>
            <p:cNvSpPr>
              <a:spLocks noAdjustHandles="1" noChangeArrowheads="1" noChangeShapeType="1" noEditPoints="1" noGrp="1" noMove="1" noResize="1" noRot="1"/>
            </p:cNvSpPr>
            <p:nvPr userDrawn="1"/>
          </p:nvSpPr>
          <p:spPr bwMode="auto">
            <a:xfrm>
              <a:off x="-3604183" y="2711336"/>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4</a:t>
              </a:r>
              <a:endParaRPr/>
            </a:p>
          </p:txBody>
        </p:sp>
        <p:sp>
          <p:nvSpPr>
            <p:cNvPr id="283" name="Rechthoek 282"/>
            <p:cNvSpPr>
              <a:spLocks noAdjustHandles="1" noChangeArrowheads="1" noChangeShapeType="1" noEditPoints="1" noGrp="1" noMove="1" noResize="1" noRot="1"/>
            </p:cNvSpPr>
            <p:nvPr userDrawn="1"/>
          </p:nvSpPr>
          <p:spPr bwMode="auto">
            <a:xfrm>
              <a:off x="-3319415" y="2711651"/>
              <a:ext cx="2949220" cy="180000"/>
            </a:xfrm>
            <a:prstGeom prst="rect">
              <a:avLst/>
            </a:prstGeom>
            <a:noFill/>
            <a:ln w="25400" cap="flat" cmpd="sng" algn="ctr">
              <a:noFill/>
              <a:prstDash val="solid"/>
            </a:ln>
            <a:effectLst/>
          </p:spPr>
          <p:txBody>
            <a:bodyPr lIns="0" tIns="0" rIns="0" bIns="0" rtlCol="0" anchor="ctr"/>
            <a:lstStyle/>
            <a:p>
              <a:pPr marL="0" marR="0" lvl="0" indent="0" defTabSz="914400">
                <a:lnSpc>
                  <a:spcPct val="100000"/>
                </a:lnSpc>
                <a:spcBef>
                  <a:spcPts val="600"/>
                </a:spcBef>
                <a:spcAft>
                  <a:spcPts val="600"/>
                </a:spcAft>
                <a:buClr>
                  <a:schemeClr val="accent1"/>
                </a:buClr>
                <a:buSzTx/>
                <a:buFont typeface="Calibri"/>
                <a:buNone/>
                <a:defRPr/>
              </a:pPr>
              <a:r>
                <a:rPr lang="en-GB" sz="2400" b="1" i="0" u="none" strike="noStrike" cap="none" spc="0">
                  <a:ln>
                    <a:noFill/>
                  </a:ln>
                  <a:solidFill>
                    <a:schemeClr val="tx1"/>
                  </a:solidFill>
                  <a:latin typeface="+mj-lt"/>
                  <a:cs typeface="Calibri"/>
                </a:rPr>
                <a:t>Title/Quote</a:t>
              </a:r>
              <a:endParaRPr/>
            </a:p>
          </p:txBody>
        </p:sp>
        <p:sp>
          <p:nvSpPr>
            <p:cNvPr id="284" name="Ovaal 283"/>
            <p:cNvSpPr>
              <a:spLocks noAdjustHandles="1" noChangeArrowheads="1" noChangeShapeType="1" noEditPoints="1" noGrp="1" noMove="1" noResize="1" noRot="1"/>
            </p:cNvSpPr>
            <p:nvPr userDrawn="1"/>
          </p:nvSpPr>
          <p:spPr bwMode="auto">
            <a:xfrm>
              <a:off x="-3604183" y="3002620"/>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5</a:t>
              </a:r>
              <a:endParaRPr/>
            </a:p>
          </p:txBody>
        </p:sp>
        <p:sp>
          <p:nvSpPr>
            <p:cNvPr id="285" name="Rechthoek 284"/>
            <p:cNvSpPr>
              <a:spLocks noAdjustHandles="1" noChangeArrowheads="1" noChangeShapeType="1" noEditPoints="1" noGrp="1" noMove="1" noResize="1" noRot="1"/>
            </p:cNvSpPr>
            <p:nvPr userDrawn="1"/>
          </p:nvSpPr>
          <p:spPr bwMode="auto">
            <a:xfrm>
              <a:off x="-3319415" y="3003040"/>
              <a:ext cx="2949220" cy="180000"/>
            </a:xfrm>
            <a:prstGeom prst="rect">
              <a:avLst/>
            </a:prstGeom>
            <a:noFill/>
            <a:ln w="25400" cap="flat" cmpd="sng" algn="ctr">
              <a:noFill/>
              <a:prstDash val="solid"/>
            </a:ln>
            <a:effectLst/>
          </p:spPr>
          <p:txBody>
            <a:bodyPr lIns="0" tIns="0" rIns="0" bIns="0" rtlCol="0" anchor="ctr"/>
            <a:lstStyle/>
            <a:p>
              <a:pPr marL="0" marR="0" lvl="0" indent="0" defTabSz="914400">
                <a:lnSpc>
                  <a:spcPct val="100000"/>
                </a:lnSpc>
                <a:spcBef>
                  <a:spcPts val="600"/>
                </a:spcBef>
                <a:spcAft>
                  <a:spcPts val="600"/>
                </a:spcAft>
                <a:buClr>
                  <a:schemeClr val="accent1"/>
                </a:buClr>
                <a:buSzTx/>
                <a:buFont typeface="Calibri"/>
                <a:buNone/>
                <a:defRPr/>
              </a:pPr>
              <a:r>
                <a:rPr lang="en-GB" sz="1800" b="0" i="0" u="none" strike="noStrike" cap="none" spc="0">
                  <a:ln>
                    <a:noFill/>
                  </a:ln>
                  <a:solidFill>
                    <a:schemeClr val="accent1"/>
                  </a:solidFill>
                  <a:latin typeface="+mj-lt"/>
                  <a:cs typeface="Calibri"/>
                </a:rPr>
                <a:t>Subtitle</a:t>
              </a:r>
              <a:endParaRPr/>
            </a:p>
          </p:txBody>
        </p:sp>
        <p:sp>
          <p:nvSpPr>
            <p:cNvPr id="286" name="Ovaal 285"/>
            <p:cNvSpPr>
              <a:spLocks noAdjustHandles="1" noChangeArrowheads="1" noChangeShapeType="1" noEditPoints="1" noGrp="1" noMove="1" noResize="1" noRot="1"/>
            </p:cNvSpPr>
            <p:nvPr userDrawn="1"/>
          </p:nvSpPr>
          <p:spPr bwMode="auto">
            <a:xfrm>
              <a:off x="-3604183" y="329390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6</a:t>
              </a:r>
              <a:endParaRPr/>
            </a:p>
          </p:txBody>
        </p:sp>
        <p:sp>
          <p:nvSpPr>
            <p:cNvPr id="287" name="Rechthoek 286"/>
            <p:cNvSpPr>
              <a:spLocks noAdjustHandles="1" noChangeArrowheads="1" noChangeShapeType="1" noEditPoints="1" noGrp="1" noMove="1" noResize="1" noRot="1"/>
            </p:cNvSpPr>
            <p:nvPr userDrawn="1"/>
          </p:nvSpPr>
          <p:spPr bwMode="auto">
            <a:xfrm>
              <a:off x="-3319415" y="3585818"/>
              <a:ext cx="2949220" cy="180000"/>
            </a:xfrm>
            <a:prstGeom prst="rect">
              <a:avLst/>
            </a:prstGeom>
            <a:noFill/>
            <a:ln w="25400" cap="flat" cmpd="sng" algn="ctr">
              <a:noFill/>
              <a:prstDash val="solid"/>
            </a:ln>
            <a:effectLst/>
          </p:spPr>
          <p:txBody>
            <a:bodyPr lIns="0" tIns="0" rIns="0" bIns="0" rtlCol="0" anchor="ctr"/>
            <a:lstStyle/>
            <a:p>
              <a:pPr marL="357188" marR="0" lvl="0" indent="-357188" defTabSz="914400">
                <a:lnSpc>
                  <a:spcPct val="100000"/>
                </a:lnSpc>
                <a:spcBef>
                  <a:spcPts val="600"/>
                </a:spcBef>
                <a:spcAft>
                  <a:spcPts val="600"/>
                </a:spcAft>
                <a:buClr>
                  <a:schemeClr val="accent1"/>
                </a:buClr>
                <a:buSzTx/>
                <a:buFont typeface="+mj-lt"/>
                <a:buAutoNum type="arabicPeriod"/>
                <a:defRPr/>
              </a:pPr>
              <a:r>
                <a:rPr lang="en-GB" sz="1400" b="0" i="0" u="none" strike="noStrike" cap="none" spc="0">
                  <a:ln>
                    <a:noFill/>
                  </a:ln>
                  <a:solidFill>
                    <a:schemeClr val="tx1"/>
                  </a:solidFill>
                  <a:latin typeface="+mj-lt"/>
                  <a:cs typeface="Calibri"/>
                </a:rPr>
                <a:t>Numerical bullet</a:t>
              </a:r>
              <a:endParaRPr/>
            </a:p>
          </p:txBody>
        </p:sp>
        <p:sp>
          <p:nvSpPr>
            <p:cNvPr id="288" name="Ovaal 287"/>
            <p:cNvSpPr>
              <a:spLocks noAdjustHandles="1" noChangeArrowheads="1" noChangeShapeType="1" noEditPoints="1" noGrp="1" noMove="1" noResize="1" noRot="1"/>
            </p:cNvSpPr>
            <p:nvPr userDrawn="1"/>
          </p:nvSpPr>
          <p:spPr bwMode="auto">
            <a:xfrm>
              <a:off x="-3604183" y="3585188"/>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7</a:t>
              </a:r>
              <a:endParaRPr/>
            </a:p>
          </p:txBody>
        </p:sp>
        <p:sp>
          <p:nvSpPr>
            <p:cNvPr id="289" name="Rechthoek 288"/>
            <p:cNvSpPr>
              <a:spLocks noAdjustHandles="1" noChangeArrowheads="1" noChangeShapeType="1" noEditPoints="1" noGrp="1" noMove="1" noResize="1" noRot="1"/>
            </p:cNvSpPr>
            <p:nvPr userDrawn="1"/>
          </p:nvSpPr>
          <p:spPr bwMode="auto">
            <a:xfrm>
              <a:off x="-3325830" y="3877207"/>
              <a:ext cx="2949220" cy="180000"/>
            </a:xfrm>
            <a:prstGeom prst="rect">
              <a:avLst/>
            </a:prstGeom>
            <a:noFill/>
            <a:ln w="25400" cap="flat" cmpd="sng" algn="ctr">
              <a:noFill/>
              <a:prstDash val="solid"/>
            </a:ln>
            <a:effectLst/>
          </p:spPr>
          <p:txBody>
            <a:bodyPr lIns="0" tIns="0" rIns="0" bIns="0" rtlCol="0" anchor="ctr"/>
            <a:lstStyle/>
            <a:p>
              <a:pPr marL="342900" marR="0" lvl="0" indent="-342900" defTabSz="914400">
                <a:lnSpc>
                  <a:spcPct val="100000"/>
                </a:lnSpc>
                <a:spcBef>
                  <a:spcPts val="600"/>
                </a:spcBef>
                <a:spcAft>
                  <a:spcPts val="600"/>
                </a:spcAft>
                <a:buClr>
                  <a:schemeClr val="accent1"/>
                </a:buClr>
                <a:buSzTx/>
                <a:buFont typeface="+mj-lt"/>
                <a:buAutoNum type="alphaLcPeriod"/>
                <a:defRPr/>
              </a:pPr>
              <a:r>
                <a:rPr lang="en-GB" sz="1400" b="0" i="0" u="none" strike="noStrike" cap="none" spc="0">
                  <a:ln>
                    <a:noFill/>
                  </a:ln>
                  <a:solidFill>
                    <a:schemeClr val="tx1"/>
                  </a:solidFill>
                  <a:latin typeface="+mj-lt"/>
                  <a:cs typeface="Calibri"/>
                </a:rPr>
                <a:t>Alphabetical bullet</a:t>
              </a:r>
              <a:endParaRPr/>
            </a:p>
          </p:txBody>
        </p:sp>
        <p:sp>
          <p:nvSpPr>
            <p:cNvPr id="290" name="Ovaal 289"/>
            <p:cNvSpPr>
              <a:spLocks noAdjustHandles="1" noChangeArrowheads="1" noChangeShapeType="1" noEditPoints="1" noGrp="1" noMove="1" noResize="1" noRot="1"/>
            </p:cNvSpPr>
            <p:nvPr userDrawn="1"/>
          </p:nvSpPr>
          <p:spPr bwMode="auto">
            <a:xfrm>
              <a:off x="-3604183" y="3876472"/>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8</a:t>
              </a:r>
              <a:endParaRPr/>
            </a:p>
          </p:txBody>
        </p:sp>
        <p:sp>
          <p:nvSpPr>
            <p:cNvPr id="291" name="Rechthoek 290"/>
            <p:cNvSpPr>
              <a:spLocks noAdjustHandles="1" noChangeArrowheads="1" noChangeShapeType="1" noEditPoints="1" noGrp="1" noMove="1" noResize="1" noRot="1"/>
            </p:cNvSpPr>
            <p:nvPr userDrawn="1"/>
          </p:nvSpPr>
          <p:spPr bwMode="auto">
            <a:xfrm>
              <a:off x="-3319415" y="4168594"/>
              <a:ext cx="2949220" cy="180000"/>
            </a:xfrm>
            <a:prstGeom prst="rect">
              <a:avLst/>
            </a:prstGeom>
            <a:noFill/>
            <a:ln w="25400" cap="flat" cmpd="sng" algn="ctr">
              <a:noFill/>
              <a:prstDash val="solid"/>
            </a:ln>
            <a:effectLst/>
          </p:spPr>
          <p:txBody>
            <a:bodyPr lIns="0" tIns="0" rIns="0" bIns="0" rtlCol="0" anchor="ctr"/>
            <a:lstStyle/>
            <a:p>
              <a:pPr marL="0" marR="0" lvl="0" indent="0" defTabSz="914400">
                <a:lnSpc>
                  <a:spcPct val="100000"/>
                </a:lnSpc>
                <a:spcBef>
                  <a:spcPts val="600"/>
                </a:spcBef>
                <a:spcAft>
                  <a:spcPts val="600"/>
                </a:spcAft>
                <a:buClr>
                  <a:schemeClr val="tx1"/>
                </a:buClr>
                <a:buSzTx/>
                <a:buFont typeface="Calibri"/>
                <a:buNone/>
                <a:defRPr/>
              </a:pPr>
              <a:r>
                <a:rPr lang="en-GB" sz="1200" b="0" i="1" u="none" strike="noStrike" cap="none" spc="0">
                  <a:ln>
                    <a:noFill/>
                  </a:ln>
                  <a:solidFill>
                    <a:srgbClr val="000000"/>
                  </a:solidFill>
                  <a:latin typeface="+mj-lt"/>
                  <a:cs typeface="Calibri"/>
                </a:rPr>
                <a:t>Source</a:t>
              </a:r>
              <a:endParaRPr/>
            </a:p>
          </p:txBody>
        </p:sp>
        <p:sp>
          <p:nvSpPr>
            <p:cNvPr id="292" name="Ovaal 291"/>
            <p:cNvSpPr>
              <a:spLocks noAdjustHandles="1" noChangeArrowheads="1" noChangeShapeType="1" noEditPoints="1" noGrp="1" noMove="1" noResize="1" noRot="1"/>
            </p:cNvSpPr>
            <p:nvPr userDrawn="1"/>
          </p:nvSpPr>
          <p:spPr bwMode="auto">
            <a:xfrm>
              <a:off x="-3604183" y="416859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9</a:t>
              </a:r>
              <a:endParaRPr/>
            </a:p>
          </p:txBody>
        </p:sp>
        <p:sp>
          <p:nvSpPr>
            <p:cNvPr id="293" name="Rechthoek 292"/>
            <p:cNvSpPr>
              <a:spLocks noAdjustHandles="1" noChangeArrowheads="1" noChangeShapeType="1" noEditPoints="1" noGrp="1" noMove="1" noResize="1" noRot="1"/>
            </p:cNvSpPr>
            <p:nvPr userDrawn="1"/>
          </p:nvSpPr>
          <p:spPr bwMode="auto">
            <a:xfrm>
              <a:off x="-3319415" y="3294429"/>
              <a:ext cx="2949220" cy="180000"/>
            </a:xfrm>
            <a:prstGeom prst="rect">
              <a:avLst/>
            </a:prstGeom>
            <a:noFill/>
            <a:ln w="25400" cap="flat" cmpd="sng" algn="ctr">
              <a:noFill/>
              <a:prstDash val="solid"/>
            </a:ln>
            <a:effectLst/>
          </p:spPr>
          <p:txBody>
            <a:bodyPr lIns="0" tIns="0" rIns="0" bIns="0" rtlCol="0" anchor="ctr"/>
            <a:lstStyle/>
            <a:p>
              <a:pPr marL="0" marR="0" lvl="0" indent="0" defTabSz="914400">
                <a:lnSpc>
                  <a:spcPct val="100000"/>
                </a:lnSpc>
                <a:spcBef>
                  <a:spcPts val="600"/>
                </a:spcBef>
                <a:spcAft>
                  <a:spcPts val="600"/>
                </a:spcAft>
                <a:buClr>
                  <a:schemeClr val="accent1"/>
                </a:buClr>
                <a:buSzTx/>
                <a:buFont typeface="Calibri"/>
                <a:buNone/>
                <a:defRPr/>
              </a:pPr>
              <a:r>
                <a:rPr lang="en-GB" sz="1400" b="0" i="0" u="none" strike="noStrike" cap="none" spc="0">
                  <a:ln>
                    <a:noFill/>
                  </a:ln>
                  <a:solidFill>
                    <a:srgbClr val="000000"/>
                  </a:solidFill>
                  <a:latin typeface="+mj-lt"/>
                  <a:cs typeface="Calibri"/>
                </a:rPr>
                <a:t>Default text</a:t>
              </a:r>
              <a:endParaRPr/>
            </a:p>
          </p:txBody>
        </p:sp>
        <p:sp>
          <p:nvSpPr>
            <p:cNvPr id="294" name="Rechthoek 293"/>
            <p:cNvSpPr>
              <a:spLocks noAdjustHandles="1" noChangeArrowheads="1" noChangeShapeType="1" noEditPoints="1" noGrp="1" noMove="1" noResize="1" noRot="1"/>
            </p:cNvSpPr>
            <p:nvPr userDrawn="1"/>
          </p:nvSpPr>
          <p:spPr bwMode="auto">
            <a:xfrm>
              <a:off x="-3786437" y="4531349"/>
              <a:ext cx="3593637" cy="828000"/>
            </a:xfrm>
            <a:prstGeom prst="rect">
              <a:avLst/>
            </a:prstGeom>
            <a:solidFill>
              <a:srgbClr val="ECECEC"/>
            </a:solidFill>
            <a:ln w="6350">
              <a:solidFill>
                <a:srgbClr val="ECECEC"/>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ctr" anchorCtr="0" forceAA="0" compatLnSpc="1">
              <a:prstTxWarp prst="textNoShape"/>
              <a:noAutofit/>
            </a:bodyPr>
            <a:lstStyle/>
            <a:p>
              <a:pPr algn="l">
                <a:lnSpc>
                  <a:spcPct val="90000"/>
                </a:lnSpc>
                <a:spcBef>
                  <a:spcPts val="600"/>
                </a:spcBef>
                <a:spcAft>
                  <a:spcPts val="600"/>
                </a:spcAft>
                <a:defRPr/>
              </a:pPr>
              <a:r>
                <a:rPr lang="en-GB" sz="1200" b="1" cap="all">
                  <a:solidFill>
                    <a:srgbClr val="211F26"/>
                  </a:solidFill>
                  <a:latin typeface="Calibri"/>
                  <a:cs typeface="Calibri"/>
                </a:rPr>
                <a:t>Want to know more?</a:t>
              </a:r>
              <a:br>
                <a:rPr lang="en-GB" sz="1200" b="1" cap="all">
                  <a:solidFill>
                    <a:srgbClr val="211F26"/>
                  </a:solidFill>
                  <a:latin typeface="Calibri"/>
                  <a:cs typeface="Calibri"/>
                </a:rPr>
              </a:br>
              <a:r>
                <a:rPr lang="en-GB" sz="1200" cap="none">
                  <a:solidFill>
                    <a:srgbClr val="211F26"/>
                  </a:solidFill>
                  <a:latin typeface="Calibri"/>
                  <a:cs typeface="Calibri"/>
                </a:rPr>
                <a:t>Go to the </a:t>
              </a:r>
              <a:r>
                <a:rPr lang="en-GB" sz="1200" cap="none">
                  <a:solidFill>
                    <a:srgbClr val="211F26"/>
                  </a:solidFill>
                  <a:latin typeface="Calibri"/>
                  <a:ea typeface="+mn-ea"/>
                  <a:cs typeface="Calibri"/>
                </a:rPr>
                <a:t>tab</a:t>
              </a:r>
              <a:r>
                <a:rPr lang="en-GB" sz="1200" b="1" cap="all">
                  <a:solidFill>
                    <a:srgbClr val="211F26"/>
                  </a:solidFill>
                  <a:latin typeface="Calibri"/>
                  <a:cs typeface="Calibri"/>
                </a:rPr>
                <a:t> 'SLIDEBUILDER’ </a:t>
              </a:r>
              <a:r>
                <a:rPr lang="en-GB" sz="1200" cap="none">
                  <a:solidFill>
                    <a:srgbClr val="211F26"/>
                  </a:solidFill>
                  <a:latin typeface="Calibri"/>
                  <a:ea typeface="+mn-ea"/>
                  <a:cs typeface="Calibri"/>
                </a:rPr>
                <a:t>and click</a:t>
              </a:r>
              <a:br>
                <a:rPr lang="en-GB" sz="1200" cap="none">
                  <a:solidFill>
                    <a:srgbClr val="211F26"/>
                  </a:solidFill>
                  <a:latin typeface="Calibri"/>
                  <a:ea typeface="+mn-ea"/>
                  <a:cs typeface="Calibri"/>
                </a:rPr>
              </a:br>
              <a:r>
                <a:rPr lang="en-GB" sz="1200" cap="none">
                  <a:solidFill>
                    <a:srgbClr val="211F26"/>
                  </a:solidFill>
                  <a:latin typeface="Calibri"/>
                  <a:ea typeface="+mn-ea"/>
                  <a:cs typeface="Calibri"/>
                </a:rPr>
                <a:t>on the button </a:t>
              </a:r>
              <a:r>
                <a:rPr lang="en-GB" sz="1200" b="1" cap="all">
                  <a:solidFill>
                    <a:srgbClr val="211F26"/>
                  </a:solidFill>
                  <a:latin typeface="Calibri"/>
                  <a:cs typeface="Calibri"/>
                </a:rPr>
                <a:t>‘Inspiration'</a:t>
              </a:r>
              <a:endParaRPr/>
            </a:p>
          </p:txBody>
        </p:sp>
        <p:grpSp>
          <p:nvGrpSpPr>
            <p:cNvPr id="295" name="ICOON_info"/>
            <p:cNvGrpSpPr>
              <a:grpSpLocks noGrp="1" noMove="1" noResize="1" noRot="1" noUngrp="1"/>
            </p:cNvGrpSpPr>
            <p:nvPr userDrawn="1"/>
          </p:nvGrpSpPr>
          <p:grpSpPr bwMode="auto">
            <a:xfrm>
              <a:off x="-376735" y="4400186"/>
              <a:ext cx="283685" cy="283685"/>
              <a:chOff x="-510741" y="5913713"/>
              <a:chExt cx="267555" cy="267555"/>
            </a:xfrm>
          </p:grpSpPr>
          <p:sp>
            <p:nvSpPr>
              <p:cNvPr id="343" name="Ovaal 342"/>
              <p:cNvSpPr>
                <a:spLocks noAdjustHandles="1" noChangeArrowheads="1" noChangeShapeType="1" noEditPoints="1" noGrp="1" noMove="1" noResize="1" noRot="1"/>
              </p:cNvSpPr>
              <p:nvPr userDrawn="1"/>
            </p:nvSpPr>
            <p:spPr bwMode="auto">
              <a:xfrm>
                <a:off x="-491853" y="5932072"/>
                <a:ext cx="230835" cy="230835"/>
              </a:xfrm>
              <a:prstGeom prst="ellipse">
                <a:avLst/>
              </a:prstGeom>
              <a:solidFill>
                <a:srgbClr val="211F2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noAutofit/>
              </a:bodyPr>
              <a:lstStyle/>
              <a:p>
                <a:pPr algn="ctr">
                  <a:lnSpc>
                    <a:spcPct val="90000"/>
                  </a:lnSpc>
                  <a:spcBef>
                    <a:spcPts val="600"/>
                  </a:spcBef>
                  <a:spcAft>
                    <a:spcPts val="600"/>
                  </a:spcAft>
                  <a:defRPr/>
                </a:pPr>
                <a:endParaRPr lang="en-GB" sz="1600" cap="all">
                  <a:latin typeface="Calibri"/>
                  <a:cs typeface="Calibri"/>
                </a:endParaRPr>
              </a:p>
            </p:txBody>
          </p:sp>
          <p:sp>
            <p:nvSpPr>
              <p:cNvPr id="344" name="Graphic 163" descr="Informatie"/>
              <p:cNvSpPr>
                <a:spLocks noAdjustHandles="1" noChangeArrowheads="1" noChangeShapeType="1" noEditPoints="1" noGrp="1" noMove="1" noResize="1" noRot="1"/>
              </p:cNvSpPr>
              <p:nvPr/>
            </p:nvSpPr>
            <p:spPr bwMode="auto">
              <a:xfrm>
                <a:off x="-510741" y="5913713"/>
                <a:ext cx="267555" cy="267555"/>
              </a:xfrm>
              <a:custGeom>
                <a:avLst/>
                <a:gdLst>
                  <a:gd name="connsiteX0" fmla="*/ 145860 w 291719"/>
                  <a:gd name="connsiteY0" fmla="*/ 0 h 291719"/>
                  <a:gd name="connsiteX1" fmla="*/ 0 w 291719"/>
                  <a:gd name="connsiteY1" fmla="*/ 145860 h 291719"/>
                  <a:gd name="connsiteX2" fmla="*/ 145860 w 291719"/>
                  <a:gd name="connsiteY2" fmla="*/ 291720 h 291719"/>
                  <a:gd name="connsiteX3" fmla="*/ 291720 w 291719"/>
                  <a:gd name="connsiteY3" fmla="*/ 145860 h 291719"/>
                  <a:gd name="connsiteX4" fmla="*/ 145860 w 291719"/>
                  <a:gd name="connsiteY4" fmla="*/ 0 h 291719"/>
                  <a:gd name="connsiteX5" fmla="*/ 138183 w 291719"/>
                  <a:gd name="connsiteY5" fmla="*/ 38384 h 291719"/>
                  <a:gd name="connsiteX6" fmla="*/ 157375 w 291719"/>
                  <a:gd name="connsiteY6" fmla="*/ 57576 h 291719"/>
                  <a:gd name="connsiteX7" fmla="*/ 138183 w 291719"/>
                  <a:gd name="connsiteY7" fmla="*/ 76768 h 291719"/>
                  <a:gd name="connsiteX8" fmla="*/ 118991 w 291719"/>
                  <a:gd name="connsiteY8" fmla="*/ 57576 h 291719"/>
                  <a:gd name="connsiteX9" fmla="*/ 138183 w 291719"/>
                  <a:gd name="connsiteY9" fmla="*/ 38384 h 291719"/>
                  <a:gd name="connsiteX10" fmla="*/ 184244 w 291719"/>
                  <a:gd name="connsiteY10" fmla="*/ 253336 h 291719"/>
                  <a:gd name="connsiteX11" fmla="*/ 107476 w 291719"/>
                  <a:gd name="connsiteY11" fmla="*/ 253336 h 291719"/>
                  <a:gd name="connsiteX12" fmla="*/ 107476 w 291719"/>
                  <a:gd name="connsiteY12" fmla="*/ 230305 h 291719"/>
                  <a:gd name="connsiteX13" fmla="*/ 134345 w 291719"/>
                  <a:gd name="connsiteY13" fmla="*/ 230305 h 291719"/>
                  <a:gd name="connsiteX14" fmla="*/ 134345 w 291719"/>
                  <a:gd name="connsiteY14" fmla="*/ 115153 h 291719"/>
                  <a:gd name="connsiteX15" fmla="*/ 111314 w 291719"/>
                  <a:gd name="connsiteY15" fmla="*/ 115153 h 291719"/>
                  <a:gd name="connsiteX16" fmla="*/ 111314 w 291719"/>
                  <a:gd name="connsiteY16" fmla="*/ 92122 h 291719"/>
                  <a:gd name="connsiteX17" fmla="*/ 157375 w 291719"/>
                  <a:gd name="connsiteY17" fmla="*/ 92122 h 291719"/>
                  <a:gd name="connsiteX18" fmla="*/ 157375 w 291719"/>
                  <a:gd name="connsiteY18" fmla="*/ 115153 h 291719"/>
                  <a:gd name="connsiteX19" fmla="*/ 157375 w 291719"/>
                  <a:gd name="connsiteY19" fmla="*/ 230305 h 291719"/>
                  <a:gd name="connsiteX20" fmla="*/ 184244 w 291719"/>
                  <a:gd name="connsiteY20" fmla="*/ 230305 h 291719"/>
                  <a:gd name="connsiteX21" fmla="*/ 184244 w 291719"/>
                  <a:gd name="connsiteY21" fmla="*/ 253336 h 291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1719" h="291719" fill="norm" stroke="1" extrusionOk="0">
                    <a:moveTo>
                      <a:pt x="145860" y="0"/>
                    </a:moveTo>
                    <a:cubicBezTo>
                      <a:pt x="65253" y="0"/>
                      <a:pt x="0" y="65253"/>
                      <a:pt x="0" y="145860"/>
                    </a:cubicBezTo>
                    <a:cubicBezTo>
                      <a:pt x="0" y="226467"/>
                      <a:pt x="65253" y="291720"/>
                      <a:pt x="145860" y="291720"/>
                    </a:cubicBezTo>
                    <a:cubicBezTo>
                      <a:pt x="226467" y="291720"/>
                      <a:pt x="291720" y="226467"/>
                      <a:pt x="291720" y="145860"/>
                    </a:cubicBezTo>
                    <a:cubicBezTo>
                      <a:pt x="291720" y="65253"/>
                      <a:pt x="226467" y="0"/>
                      <a:pt x="145860" y="0"/>
                    </a:cubicBezTo>
                    <a:close/>
                    <a:moveTo>
                      <a:pt x="138183" y="38384"/>
                    </a:moveTo>
                    <a:cubicBezTo>
                      <a:pt x="148931" y="38384"/>
                      <a:pt x="157375" y="46829"/>
                      <a:pt x="157375" y="57576"/>
                    </a:cubicBezTo>
                    <a:cubicBezTo>
                      <a:pt x="157375" y="68324"/>
                      <a:pt x="148931" y="76768"/>
                      <a:pt x="138183" y="76768"/>
                    </a:cubicBezTo>
                    <a:cubicBezTo>
                      <a:pt x="127435" y="76768"/>
                      <a:pt x="118991" y="68324"/>
                      <a:pt x="118991" y="57576"/>
                    </a:cubicBezTo>
                    <a:cubicBezTo>
                      <a:pt x="118991" y="46829"/>
                      <a:pt x="127435" y="38384"/>
                      <a:pt x="138183" y="38384"/>
                    </a:cubicBezTo>
                    <a:close/>
                    <a:moveTo>
                      <a:pt x="184244" y="253336"/>
                    </a:moveTo>
                    <a:lnTo>
                      <a:pt x="107476" y="253336"/>
                    </a:lnTo>
                    <a:lnTo>
                      <a:pt x="107476" y="230305"/>
                    </a:lnTo>
                    <a:lnTo>
                      <a:pt x="134345" y="230305"/>
                    </a:lnTo>
                    <a:lnTo>
                      <a:pt x="134345" y="115153"/>
                    </a:lnTo>
                    <a:lnTo>
                      <a:pt x="111314" y="115153"/>
                    </a:lnTo>
                    <a:lnTo>
                      <a:pt x="111314" y="92122"/>
                    </a:lnTo>
                    <a:lnTo>
                      <a:pt x="157375" y="92122"/>
                    </a:lnTo>
                    <a:lnTo>
                      <a:pt x="157375" y="115153"/>
                    </a:lnTo>
                    <a:lnTo>
                      <a:pt x="157375" y="230305"/>
                    </a:lnTo>
                    <a:lnTo>
                      <a:pt x="184244" y="230305"/>
                    </a:lnTo>
                    <a:lnTo>
                      <a:pt x="184244" y="253336"/>
                    </a:lnTo>
                    <a:close/>
                  </a:path>
                </a:pathLst>
              </a:custGeom>
              <a:solidFill>
                <a:srgbClr val="1FF524"/>
              </a:solidFill>
              <a:ln w="3770" cap="flat">
                <a:noFill/>
                <a:prstDash val="solid"/>
                <a:miter/>
              </a:ln>
            </p:spPr>
            <p:txBody>
              <a:bodyPr rtlCol="0" anchor="ctr"/>
              <a:lstStyle/>
              <a:p>
                <a:pPr>
                  <a:defRPr/>
                </a:pPr>
                <a:endParaRPr lang="en-GB" sz="2000">
                  <a:solidFill>
                    <a:srgbClr val="211F26"/>
                  </a:solidFill>
                  <a:latin typeface="Calibri"/>
                  <a:cs typeface="Calibri"/>
                </a:endParaRPr>
              </a:p>
            </p:txBody>
          </p:sp>
        </p:grpSp>
        <p:grpSp>
          <p:nvGrpSpPr>
            <p:cNvPr id="296" name="VOORBEELD"/>
            <p:cNvGrpSpPr>
              <a:grpSpLocks noGrp="1" noMove="1" noResize="1" noRot="1" noUngrp="1"/>
            </p:cNvGrpSpPr>
            <p:nvPr userDrawn="1"/>
          </p:nvGrpSpPr>
          <p:grpSpPr bwMode="auto">
            <a:xfrm>
              <a:off x="-3605171" y="458674"/>
              <a:ext cx="3234311" cy="558875"/>
              <a:chOff x="-3605171" y="458674"/>
              <a:chExt cx="3234311" cy="558875"/>
            </a:xfrm>
          </p:grpSpPr>
          <p:sp>
            <p:nvSpPr>
              <p:cNvPr id="303" name="Rechthoek 302"/>
              <p:cNvSpPr>
                <a:spLocks noAdjustHandles="1" noChangeArrowheads="1" noChangeShapeType="1" noEditPoints="1" noGrp="1" noMove="1" noResize="1" noRot="1"/>
              </p:cNvSpPr>
              <p:nvPr userDrawn="1"/>
            </p:nvSpPr>
            <p:spPr bwMode="auto">
              <a:xfrm>
                <a:off x="-3604183" y="458674"/>
                <a:ext cx="393459" cy="184058"/>
              </a:xfrm>
              <a:prstGeom prst="rect">
                <a:avLst/>
              </a:prstGeom>
              <a:solidFill>
                <a:srgbClr val="F8F8F8"/>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18000" rIns="0" bIns="0" numCol="1" spcCol="0" rtlCol="0" fromWordArt="0" anchor="t" anchorCtr="0" forceAA="0" compatLnSpc="1">
                <a:prstTxWarp prst="textNoShape"/>
                <a:noAutofit/>
              </a:bodyPr>
              <a:lstStyle/>
              <a:p>
                <a:pPr algn="ctr">
                  <a:defRPr/>
                </a:pPr>
                <a:r>
                  <a:rPr lang="en-GB" sz="900" b="1">
                    <a:solidFill>
                      <a:srgbClr val="211F26"/>
                    </a:solidFill>
                    <a:latin typeface="Calibri"/>
                    <a:cs typeface="Calibri"/>
                  </a:rPr>
                  <a:t>Home</a:t>
                </a:r>
                <a:endParaRPr/>
              </a:p>
            </p:txBody>
          </p:sp>
          <p:sp>
            <p:nvSpPr>
              <p:cNvPr id="304" name="Rechthoek 303"/>
              <p:cNvSpPr>
                <a:spLocks noAdjustHandles="1" noChangeArrowheads="1" noChangeShapeType="1" noEditPoints="1" noGrp="1" noMove="1" noResize="1" noRot="1"/>
              </p:cNvSpPr>
              <p:nvPr userDrawn="1"/>
            </p:nvSpPr>
            <p:spPr bwMode="auto">
              <a:xfrm>
                <a:off x="-3599184" y="621345"/>
                <a:ext cx="383782" cy="27171"/>
              </a:xfrm>
              <a:prstGeom prst="rect">
                <a:avLst/>
              </a:prstGeom>
              <a:solidFill>
                <a:srgbClr val="B7462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noAutofit/>
              </a:bodyPr>
              <a:lstStyle/>
              <a:p>
                <a:pPr algn="l">
                  <a:defRPr/>
                </a:pPr>
                <a:endParaRPr lang="en-GB" sz="1000" b="1">
                  <a:solidFill>
                    <a:srgbClr val="211F26"/>
                  </a:solidFill>
                  <a:latin typeface="Calibri"/>
                  <a:cs typeface="Calibri"/>
                </a:endParaRPr>
              </a:p>
            </p:txBody>
          </p:sp>
          <p:grpSp>
            <p:nvGrpSpPr>
              <p:cNvPr id="305" name="Groep 304"/>
              <p:cNvGrpSpPr>
                <a:grpSpLocks noGrp="1" noMove="1" noResize="1" noRot="1" noUngrp="1"/>
              </p:cNvGrpSpPr>
              <p:nvPr userDrawn="1"/>
            </p:nvGrpSpPr>
            <p:grpSpPr bwMode="auto">
              <a:xfrm>
                <a:off x="-3386247" y="830871"/>
                <a:ext cx="139423" cy="109566"/>
                <a:chOff x="-2866744" y="827070"/>
                <a:chExt cx="168701" cy="132575"/>
              </a:xfrm>
            </p:grpSpPr>
            <p:grpSp>
              <p:nvGrpSpPr>
                <p:cNvPr id="336" name="Groep 335"/>
                <p:cNvGrpSpPr>
                  <a:grpSpLocks noGrp="1" noMove="1" noResize="1" noRot="1" noUngrp="1"/>
                </p:cNvGrpSpPr>
                <p:nvPr userDrawn="1"/>
              </p:nvGrpSpPr>
              <p:grpSpPr bwMode="auto">
                <a:xfrm>
                  <a:off x="-2866744" y="827070"/>
                  <a:ext cx="168701" cy="132575"/>
                  <a:chOff x="-2866744" y="827070"/>
                  <a:chExt cx="168701" cy="132575"/>
                </a:xfrm>
              </p:grpSpPr>
              <p:cxnSp>
                <p:nvCxnSpPr>
                  <p:cNvPr id="338" name="Rechte verbindingslijn 337"/>
                  <p:cNvCxnSpPr>
                    <a:cxnSpLocks noAdjustHandles="1" noChangeArrowheads="1" noChangeShapeType="1" noEditPoints="1" noGrp="1" noMove="1" noResize="1" noRot="1"/>
                  </p:cNvCxnSpPr>
                  <p:nvPr userDrawn="1"/>
                </p:nvCxnSpPr>
                <p:spPr bwMode="auto">
                  <a:xfrm>
                    <a:off x="-2866744" y="827070"/>
                    <a:ext cx="168701" cy="0"/>
                  </a:xfrm>
                  <a:prstGeom prst="line">
                    <a:avLst/>
                  </a:prstGeom>
                  <a:solidFill>
                    <a:schemeClr val="bg1"/>
                  </a:solidFill>
                  <a:ln w="12700" cap="flat" cmpd="sng" algn="ctr">
                    <a:solidFill>
                      <a:srgbClr val="9D9FA1"/>
                    </a:solidFill>
                    <a:prstDash val="solid"/>
                  </a:ln>
                  <a:effectLst/>
                </p:spPr>
              </p:cxnSp>
              <p:cxnSp>
                <p:nvCxnSpPr>
                  <p:cNvPr id="339" name="Rechte verbindingslijn 338"/>
                  <p:cNvCxnSpPr>
                    <a:cxnSpLocks noAdjustHandles="1" noChangeArrowheads="1" noChangeShapeType="1" noEditPoints="1" noGrp="1" noMove="1" noResize="1" noRot="1"/>
                  </p:cNvCxnSpPr>
                  <p:nvPr userDrawn="1"/>
                </p:nvCxnSpPr>
                <p:spPr bwMode="auto">
                  <a:xfrm>
                    <a:off x="-2866744" y="959646"/>
                    <a:ext cx="168701" cy="0"/>
                  </a:xfrm>
                  <a:prstGeom prst="line">
                    <a:avLst/>
                  </a:prstGeom>
                  <a:solidFill>
                    <a:schemeClr val="bg1"/>
                  </a:solidFill>
                  <a:ln w="12700" cap="flat" cmpd="sng" algn="ctr">
                    <a:solidFill>
                      <a:srgbClr val="9D9FA1"/>
                    </a:solidFill>
                    <a:prstDash val="solid"/>
                  </a:ln>
                  <a:effectLst/>
                </p:spPr>
              </p:cxnSp>
              <p:cxnSp>
                <p:nvCxnSpPr>
                  <p:cNvPr id="340" name="Rechte verbindingslijn 339"/>
                  <p:cNvCxnSpPr>
                    <a:cxnSpLocks noAdjustHandles="1" noChangeArrowheads="1" noChangeShapeType="1" noEditPoints="1" noGrp="1" noMove="1" noResize="1" noRot="1"/>
                  </p:cNvCxnSpPr>
                  <p:nvPr userDrawn="1"/>
                </p:nvCxnSpPr>
                <p:spPr bwMode="auto">
                  <a:xfrm>
                    <a:off x="-2773990" y="926503"/>
                    <a:ext cx="75947" cy="0"/>
                  </a:xfrm>
                  <a:prstGeom prst="line">
                    <a:avLst/>
                  </a:prstGeom>
                  <a:solidFill>
                    <a:schemeClr val="bg1"/>
                  </a:solidFill>
                  <a:ln w="12700" cap="flat" cmpd="sng" algn="ctr">
                    <a:solidFill>
                      <a:srgbClr val="9D9FA1"/>
                    </a:solidFill>
                    <a:prstDash val="solid"/>
                  </a:ln>
                  <a:effectLst/>
                </p:spPr>
              </p:cxnSp>
              <p:cxnSp>
                <p:nvCxnSpPr>
                  <p:cNvPr id="341" name="Rechte verbindingslijn 340"/>
                  <p:cNvCxnSpPr>
                    <a:cxnSpLocks noAdjustHandles="1" noChangeArrowheads="1" noChangeShapeType="1" noEditPoints="1" noGrp="1" noMove="1" noResize="1" noRot="1"/>
                  </p:cNvCxnSpPr>
                  <p:nvPr userDrawn="1"/>
                </p:nvCxnSpPr>
                <p:spPr bwMode="auto">
                  <a:xfrm>
                    <a:off x="-2773990" y="893359"/>
                    <a:ext cx="75947" cy="0"/>
                  </a:xfrm>
                  <a:prstGeom prst="line">
                    <a:avLst/>
                  </a:prstGeom>
                  <a:solidFill>
                    <a:schemeClr val="bg1"/>
                  </a:solidFill>
                  <a:ln w="12700" cap="flat" cmpd="sng" algn="ctr">
                    <a:solidFill>
                      <a:srgbClr val="9D9FA1"/>
                    </a:solidFill>
                    <a:prstDash val="solid"/>
                  </a:ln>
                  <a:effectLst/>
                </p:spPr>
              </p:cxnSp>
              <p:cxnSp>
                <p:nvCxnSpPr>
                  <p:cNvPr id="342" name="Rechte verbindingslijn 341"/>
                  <p:cNvCxnSpPr>
                    <a:cxnSpLocks noAdjustHandles="1" noChangeArrowheads="1" noChangeShapeType="1" noEditPoints="1" noGrp="1" noMove="1" noResize="1" noRot="1"/>
                  </p:cNvCxnSpPr>
                  <p:nvPr userDrawn="1"/>
                </p:nvCxnSpPr>
                <p:spPr bwMode="auto">
                  <a:xfrm>
                    <a:off x="-2773990" y="860215"/>
                    <a:ext cx="75947" cy="0"/>
                  </a:xfrm>
                  <a:prstGeom prst="line">
                    <a:avLst/>
                  </a:prstGeom>
                  <a:solidFill>
                    <a:schemeClr val="bg1"/>
                  </a:solidFill>
                  <a:ln w="12700" cap="flat" cmpd="sng" algn="ctr">
                    <a:solidFill>
                      <a:srgbClr val="9D9FA1"/>
                    </a:solidFill>
                    <a:prstDash val="solid"/>
                  </a:ln>
                  <a:effectLst/>
                </p:spPr>
              </p:cxnSp>
            </p:grpSp>
            <p:sp>
              <p:nvSpPr>
                <p:cNvPr id="337" name="Pijl: rechts 336"/>
                <p:cNvSpPr>
                  <a:spLocks noAdjustHandles="1" noChangeArrowheads="1" noChangeShapeType="1" noEditPoints="1" noGrp="1" noMove="1" noResize="1" noRot="1"/>
                </p:cNvSpPr>
                <p:nvPr userDrawn="1"/>
              </p:nvSpPr>
              <p:spPr bwMode="auto">
                <a:xfrm>
                  <a:off x="-2866744" y="858737"/>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noAutofit/>
                </a:bodyPr>
                <a:lstStyle/>
                <a:p>
                  <a:pPr algn="l">
                    <a:defRPr/>
                  </a:pPr>
                  <a:endParaRPr lang="en-GB" sz="1000" b="1">
                    <a:solidFill>
                      <a:srgbClr val="211F26"/>
                    </a:solidFill>
                    <a:latin typeface="Calibri"/>
                    <a:cs typeface="Calibri"/>
                  </a:endParaRPr>
                </a:p>
              </p:txBody>
            </p:sp>
          </p:grpSp>
          <p:grpSp>
            <p:nvGrpSpPr>
              <p:cNvPr id="306" name="Groep 305"/>
              <p:cNvGrpSpPr>
                <a:grpSpLocks noGrp="1" noMove="1" noResize="1" noRot="1" noUngrp="1"/>
              </p:cNvGrpSpPr>
              <p:nvPr userDrawn="1"/>
            </p:nvGrpSpPr>
            <p:grpSpPr bwMode="auto">
              <a:xfrm>
                <a:off x="-3605171" y="830871"/>
                <a:ext cx="139423" cy="109566"/>
                <a:chOff x="-2866744" y="518074"/>
                <a:chExt cx="168701" cy="132575"/>
              </a:xfrm>
            </p:grpSpPr>
            <p:grpSp>
              <p:nvGrpSpPr>
                <p:cNvPr id="329" name="Groep 328"/>
                <p:cNvGrpSpPr>
                  <a:grpSpLocks noGrp="1" noMove="1" noResize="1" noRot="1" noUngrp="1"/>
                </p:cNvGrpSpPr>
                <p:nvPr userDrawn="1"/>
              </p:nvGrpSpPr>
              <p:grpSpPr bwMode="auto">
                <a:xfrm>
                  <a:off x="-2866744" y="518074"/>
                  <a:ext cx="168701" cy="132575"/>
                  <a:chOff x="-2866744" y="518074"/>
                  <a:chExt cx="168701" cy="132575"/>
                </a:xfrm>
              </p:grpSpPr>
              <p:cxnSp>
                <p:nvCxnSpPr>
                  <p:cNvPr id="331" name="Rechte verbindingslijn 330"/>
                  <p:cNvCxnSpPr>
                    <a:cxnSpLocks noAdjustHandles="1" noChangeArrowheads="1" noChangeShapeType="1" noEditPoints="1" noGrp="1" noMove="1" noResize="1" noRot="1"/>
                  </p:cNvCxnSpPr>
                  <p:nvPr userDrawn="1"/>
                </p:nvCxnSpPr>
                <p:spPr bwMode="auto">
                  <a:xfrm>
                    <a:off x="-2866744" y="518074"/>
                    <a:ext cx="168701" cy="0"/>
                  </a:xfrm>
                  <a:prstGeom prst="line">
                    <a:avLst/>
                  </a:prstGeom>
                  <a:solidFill>
                    <a:schemeClr val="bg1"/>
                  </a:solidFill>
                  <a:ln w="12700" cap="flat" cmpd="sng" algn="ctr">
                    <a:solidFill>
                      <a:srgbClr val="9D9FA1"/>
                    </a:solidFill>
                    <a:prstDash val="solid"/>
                  </a:ln>
                  <a:effectLst/>
                </p:spPr>
              </p:cxnSp>
              <p:cxnSp>
                <p:nvCxnSpPr>
                  <p:cNvPr id="332" name="Rechte verbindingslijn 331"/>
                  <p:cNvCxnSpPr>
                    <a:cxnSpLocks noAdjustHandles="1" noChangeArrowheads="1" noChangeShapeType="1" noEditPoints="1" noGrp="1" noMove="1" noResize="1" noRot="1"/>
                  </p:cNvCxnSpPr>
                  <p:nvPr userDrawn="1"/>
                </p:nvCxnSpPr>
                <p:spPr bwMode="auto">
                  <a:xfrm>
                    <a:off x="-2866744" y="650649"/>
                    <a:ext cx="168701" cy="0"/>
                  </a:xfrm>
                  <a:prstGeom prst="line">
                    <a:avLst/>
                  </a:prstGeom>
                  <a:solidFill>
                    <a:schemeClr val="bg1"/>
                  </a:solidFill>
                  <a:ln w="12700" cap="flat" cmpd="sng" algn="ctr">
                    <a:solidFill>
                      <a:srgbClr val="9D9FA1"/>
                    </a:solidFill>
                    <a:prstDash val="solid"/>
                  </a:ln>
                  <a:effectLst/>
                </p:spPr>
              </p:cxnSp>
              <p:cxnSp>
                <p:nvCxnSpPr>
                  <p:cNvPr id="333" name="Rechte verbindingslijn 332"/>
                  <p:cNvCxnSpPr>
                    <a:cxnSpLocks noAdjustHandles="1" noChangeArrowheads="1" noChangeShapeType="1" noEditPoints="1" noGrp="1" noMove="1" noResize="1" noRot="1"/>
                  </p:cNvCxnSpPr>
                  <p:nvPr userDrawn="1"/>
                </p:nvCxnSpPr>
                <p:spPr bwMode="auto">
                  <a:xfrm>
                    <a:off x="-2773990" y="617506"/>
                    <a:ext cx="75947" cy="0"/>
                  </a:xfrm>
                  <a:prstGeom prst="line">
                    <a:avLst/>
                  </a:prstGeom>
                  <a:solidFill>
                    <a:schemeClr val="bg1"/>
                  </a:solidFill>
                  <a:ln w="12700" cap="flat" cmpd="sng" algn="ctr">
                    <a:solidFill>
                      <a:srgbClr val="9D9FA1"/>
                    </a:solidFill>
                    <a:prstDash val="solid"/>
                  </a:ln>
                  <a:effectLst/>
                </p:spPr>
              </p:cxnSp>
              <p:cxnSp>
                <p:nvCxnSpPr>
                  <p:cNvPr id="334" name="Rechte verbindingslijn 333"/>
                  <p:cNvCxnSpPr>
                    <a:cxnSpLocks noAdjustHandles="1" noChangeArrowheads="1" noChangeShapeType="1" noEditPoints="1" noGrp="1" noMove="1" noResize="1" noRot="1"/>
                  </p:cNvCxnSpPr>
                  <p:nvPr userDrawn="1"/>
                </p:nvCxnSpPr>
                <p:spPr bwMode="auto">
                  <a:xfrm>
                    <a:off x="-2773990" y="584362"/>
                    <a:ext cx="75947" cy="0"/>
                  </a:xfrm>
                  <a:prstGeom prst="line">
                    <a:avLst/>
                  </a:prstGeom>
                  <a:solidFill>
                    <a:schemeClr val="bg1"/>
                  </a:solidFill>
                  <a:ln w="12700" cap="flat" cmpd="sng" algn="ctr">
                    <a:solidFill>
                      <a:srgbClr val="9D9FA1"/>
                    </a:solidFill>
                    <a:prstDash val="solid"/>
                  </a:ln>
                  <a:effectLst/>
                </p:spPr>
              </p:cxnSp>
              <p:cxnSp>
                <p:nvCxnSpPr>
                  <p:cNvPr id="335" name="Rechte verbindingslijn 334"/>
                  <p:cNvCxnSpPr>
                    <a:cxnSpLocks noAdjustHandles="1" noChangeArrowheads="1" noChangeShapeType="1" noEditPoints="1" noGrp="1" noMove="1" noResize="1" noRot="1"/>
                  </p:cNvCxnSpPr>
                  <p:nvPr userDrawn="1"/>
                </p:nvCxnSpPr>
                <p:spPr bwMode="auto">
                  <a:xfrm>
                    <a:off x="-2773990" y="551218"/>
                    <a:ext cx="75947" cy="0"/>
                  </a:xfrm>
                  <a:prstGeom prst="line">
                    <a:avLst/>
                  </a:prstGeom>
                  <a:solidFill>
                    <a:schemeClr val="bg1"/>
                  </a:solidFill>
                  <a:ln w="12700" cap="flat" cmpd="sng" algn="ctr">
                    <a:solidFill>
                      <a:srgbClr val="9D9FA1"/>
                    </a:solidFill>
                    <a:prstDash val="solid"/>
                  </a:ln>
                  <a:effectLst/>
                </p:spPr>
              </p:cxnSp>
            </p:grpSp>
            <p:sp>
              <p:nvSpPr>
                <p:cNvPr id="330" name="Pijl: rechts 329"/>
                <p:cNvSpPr>
                  <a:spLocks noAdjustHandles="1" noChangeArrowheads="1" noChangeShapeType="1" noEditPoints="1" noGrp="1" noMove="1" noResize="1" noRot="1"/>
                </p:cNvSpPr>
                <p:nvPr userDrawn="1"/>
              </p:nvSpPr>
              <p:spPr bwMode="auto">
                <a:xfrm flipH="1">
                  <a:off x="-2866744" y="549740"/>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noAutofit/>
                </a:bodyPr>
                <a:lstStyle/>
                <a:p>
                  <a:pPr algn="l">
                    <a:defRPr/>
                  </a:pPr>
                  <a:endParaRPr lang="en-GB" sz="1000" b="1">
                    <a:solidFill>
                      <a:srgbClr val="211F26"/>
                    </a:solidFill>
                    <a:latin typeface="Calibri"/>
                    <a:cs typeface="Calibri"/>
                  </a:endParaRPr>
                </a:p>
              </p:txBody>
            </p:sp>
          </p:grpSp>
          <p:cxnSp>
            <p:nvCxnSpPr>
              <p:cNvPr id="307" name="Rechte verbindingslijn 306"/>
              <p:cNvCxnSpPr>
                <a:cxnSpLocks noAdjustHandles="1" noChangeArrowheads="1" noChangeShapeType="1" noEditPoints="1" noGrp="1" noMove="1" noResize="1" noRot="1"/>
              </p:cNvCxnSpPr>
              <p:nvPr userDrawn="1"/>
            </p:nvCxnSpPr>
            <p:spPr bwMode="auto">
              <a:xfrm flipV="1">
                <a:off x="-3459956" y="588169"/>
                <a:ext cx="547687" cy="219076"/>
              </a:xfrm>
              <a:prstGeom prst="line">
                <a:avLst/>
              </a:prstGeom>
              <a:noFill/>
              <a:ln w="19050" cap="rnd" cmpd="sng" algn="ctr">
                <a:solidFill>
                  <a:schemeClr val="accent1"/>
                </a:solidFill>
                <a:prstDash val="solid"/>
                <a:headEnd type="oval"/>
              </a:ln>
              <a:effectLst/>
            </p:spPr>
          </p:cxnSp>
          <p:cxnSp>
            <p:nvCxnSpPr>
              <p:cNvPr id="308" name="Rechte verbindingslijn 307"/>
              <p:cNvCxnSpPr>
                <a:cxnSpLocks noAdjustHandles="1" noChangeArrowheads="1" noChangeShapeType="1" noEditPoints="1" noGrp="1" noMove="1" noResize="1" noRot="1"/>
              </p:cNvCxnSpPr>
              <p:nvPr userDrawn="1"/>
            </p:nvCxnSpPr>
            <p:spPr bwMode="auto">
              <a:xfrm>
                <a:off x="-3224213" y="828675"/>
                <a:ext cx="319088" cy="0"/>
              </a:xfrm>
              <a:prstGeom prst="line">
                <a:avLst/>
              </a:prstGeom>
              <a:noFill/>
              <a:ln w="19050" cap="rnd" cmpd="sng" algn="ctr">
                <a:solidFill>
                  <a:schemeClr val="accent1"/>
                </a:solidFill>
                <a:prstDash val="solid"/>
                <a:headEnd type="oval"/>
              </a:ln>
              <a:effectLst/>
            </p:spPr>
          </p:cxnSp>
          <p:sp>
            <p:nvSpPr>
              <p:cNvPr id="309" name="Rechthoek 308"/>
              <p:cNvSpPr>
                <a:spLocks noAdjustHandles="1" noChangeArrowheads="1" noChangeShapeType="1" noEditPoints="1" noGrp="1" noMove="1" noResize="1" noRot="1"/>
              </p:cNvSpPr>
              <p:nvPr userDrawn="1"/>
            </p:nvSpPr>
            <p:spPr bwMode="auto">
              <a:xfrm>
                <a:off x="-2559903" y="512179"/>
                <a:ext cx="2189042" cy="151083"/>
              </a:xfrm>
              <a:prstGeom prst="rect">
                <a:avLst/>
              </a:prstGeom>
              <a:noFill/>
              <a:ln w="25400" cap="flat" cmpd="sng" algn="ctr">
                <a:noFill/>
                <a:prstDash val="solid"/>
              </a:ln>
              <a:effectLst/>
            </p:spPr>
            <p:txBody>
              <a:bodyPr lIns="0" tIns="0" rIns="0" bIns="0" rtlCol="0" anchor="ctr"/>
              <a:lstStyle/>
              <a:p>
                <a:pPr marL="0" marR="0" lvl="0" indent="0" defTabSz="914400">
                  <a:lnSpc>
                    <a:spcPct val="90000"/>
                  </a:lnSpc>
                  <a:spcBef>
                    <a:spcPts val="600"/>
                  </a:spcBef>
                  <a:spcAft>
                    <a:spcPts val="600"/>
                  </a:spcAft>
                  <a:buClrTx/>
                  <a:buSzTx/>
                  <a:buFontTx/>
                  <a:buNone/>
                  <a:defRPr/>
                </a:pPr>
                <a:r>
                  <a:rPr lang="en-GB" sz="1100" b="0" i="0" u="none" strike="noStrike" cap="none" spc="0">
                    <a:ln>
                      <a:noFill/>
                    </a:ln>
                    <a:solidFill>
                      <a:schemeClr val="tx1"/>
                    </a:solidFill>
                    <a:latin typeface="Calibri"/>
                    <a:cs typeface="Calibri"/>
                  </a:rPr>
                  <a:t>Text level down</a:t>
                </a:r>
                <a:endParaRPr/>
              </a:p>
            </p:txBody>
          </p:sp>
          <p:sp>
            <p:nvSpPr>
              <p:cNvPr id="310" name="Rechthoek 309"/>
              <p:cNvSpPr>
                <a:spLocks noAdjustHandles="1" noChangeArrowheads="1" noChangeShapeType="1" noEditPoints="1" noGrp="1" noMove="1" noResize="1" noRot="1"/>
              </p:cNvSpPr>
              <p:nvPr userDrawn="1"/>
            </p:nvSpPr>
            <p:spPr bwMode="auto">
              <a:xfrm>
                <a:off x="-2559903" y="819561"/>
                <a:ext cx="2189043" cy="142202"/>
              </a:xfrm>
              <a:prstGeom prst="rect">
                <a:avLst/>
              </a:prstGeom>
              <a:noFill/>
              <a:ln w="25400" cap="flat" cmpd="sng" algn="ctr">
                <a:noFill/>
                <a:prstDash val="solid"/>
              </a:ln>
              <a:effectLst/>
            </p:spPr>
            <p:txBody>
              <a:bodyPr lIns="0" tIns="0" rIns="0" bIns="0" rtlCol="0" anchor="ctr"/>
              <a:lstStyle/>
              <a:p>
                <a:pPr marL="0" marR="0" lvl="0" indent="0" defTabSz="914400">
                  <a:lnSpc>
                    <a:spcPct val="90000"/>
                  </a:lnSpc>
                  <a:spcBef>
                    <a:spcPts val="600"/>
                  </a:spcBef>
                  <a:spcAft>
                    <a:spcPts val="600"/>
                  </a:spcAft>
                  <a:buClrTx/>
                  <a:buSzTx/>
                  <a:buFontTx/>
                  <a:buNone/>
                  <a:defRPr/>
                </a:pPr>
                <a:r>
                  <a:rPr lang="en-GB" sz="1100" b="0" i="0" u="none" strike="noStrike" cap="none" spc="0">
                    <a:ln>
                      <a:noFill/>
                    </a:ln>
                    <a:solidFill>
                      <a:schemeClr val="tx1"/>
                    </a:solidFill>
                    <a:latin typeface="Calibri"/>
                    <a:cs typeface="Calibri"/>
                  </a:rPr>
                  <a:t>Text level up</a:t>
                </a:r>
                <a:endParaRPr/>
              </a:p>
            </p:txBody>
          </p:sp>
          <p:grpSp>
            <p:nvGrpSpPr>
              <p:cNvPr id="311" name="Groep 310"/>
              <p:cNvGrpSpPr>
                <a:grpSpLocks noGrp="1" noMove="1" noResize="1" noRot="1" noUngrp="1"/>
              </p:cNvGrpSpPr>
              <p:nvPr userDrawn="1"/>
            </p:nvGrpSpPr>
            <p:grpSpPr bwMode="auto">
              <a:xfrm>
                <a:off x="-2916763" y="769168"/>
                <a:ext cx="268738" cy="248381"/>
                <a:chOff x="-2916763" y="769168"/>
                <a:chExt cx="268738" cy="248381"/>
              </a:xfrm>
            </p:grpSpPr>
            <p:sp>
              <p:nvSpPr>
                <p:cNvPr id="321" name="Rechthoek 320"/>
                <p:cNvSpPr>
                  <a:spLocks noAdjustHandles="1" noChangeArrowheads="1" noChangeShapeType="1" noEditPoints="1" noGrp="1" noMove="1" noResize="1" noRot="1"/>
                </p:cNvSpPr>
                <p:nvPr userDrawn="1"/>
              </p:nvSpPr>
              <p:spPr bwMode="auto">
                <a:xfrm>
                  <a:off x="-2916763" y="769168"/>
                  <a:ext cx="268738" cy="248381"/>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noAutofit/>
                </a:bodyPr>
                <a:lstStyle/>
                <a:p>
                  <a:pPr algn="ctr">
                    <a:defRPr/>
                  </a:pPr>
                  <a:endParaRPr lang="en-GB" sz="1050" b="0">
                    <a:solidFill>
                      <a:srgbClr val="211F26"/>
                    </a:solidFill>
                    <a:latin typeface="Calibri"/>
                    <a:cs typeface="Calibri"/>
                  </a:endParaRPr>
                </a:p>
              </p:txBody>
            </p:sp>
            <p:grpSp>
              <p:nvGrpSpPr>
                <p:cNvPr id="322" name="Groep 321"/>
                <p:cNvGrpSpPr>
                  <a:grpSpLocks noGrp="1" noMove="1" noResize="1" noRot="1" noUngrp="1"/>
                </p:cNvGrpSpPr>
                <p:nvPr userDrawn="1"/>
              </p:nvGrpSpPr>
              <p:grpSpPr bwMode="auto">
                <a:xfrm>
                  <a:off x="-2866744" y="827070"/>
                  <a:ext cx="168701" cy="132575"/>
                  <a:chOff x="-2866744" y="827070"/>
                  <a:chExt cx="168701" cy="132575"/>
                </a:xfrm>
              </p:grpSpPr>
              <p:cxnSp>
                <p:nvCxnSpPr>
                  <p:cNvPr id="324" name="Rechte verbindingslijn 323"/>
                  <p:cNvCxnSpPr>
                    <a:cxnSpLocks noAdjustHandles="1" noChangeArrowheads="1" noChangeShapeType="1" noEditPoints="1" noGrp="1" noMove="1" noResize="1" noRot="1"/>
                  </p:cNvCxnSpPr>
                  <p:nvPr userDrawn="1"/>
                </p:nvCxnSpPr>
                <p:spPr bwMode="auto">
                  <a:xfrm>
                    <a:off x="-2866744" y="827070"/>
                    <a:ext cx="168701" cy="0"/>
                  </a:xfrm>
                  <a:prstGeom prst="line">
                    <a:avLst/>
                  </a:prstGeom>
                  <a:solidFill>
                    <a:schemeClr val="bg1"/>
                  </a:solidFill>
                  <a:ln w="12700" cap="flat" cmpd="sng" algn="ctr">
                    <a:solidFill>
                      <a:srgbClr val="9D9FA1"/>
                    </a:solidFill>
                    <a:prstDash val="solid"/>
                  </a:ln>
                  <a:effectLst/>
                </p:spPr>
              </p:cxnSp>
              <p:cxnSp>
                <p:nvCxnSpPr>
                  <p:cNvPr id="325" name="Rechte verbindingslijn 324"/>
                  <p:cNvCxnSpPr>
                    <a:cxnSpLocks noAdjustHandles="1" noChangeArrowheads="1" noChangeShapeType="1" noEditPoints="1" noGrp="1" noMove="1" noResize="1" noRot="1"/>
                  </p:cNvCxnSpPr>
                  <p:nvPr userDrawn="1"/>
                </p:nvCxnSpPr>
                <p:spPr bwMode="auto">
                  <a:xfrm>
                    <a:off x="-2866744" y="959646"/>
                    <a:ext cx="168701" cy="0"/>
                  </a:xfrm>
                  <a:prstGeom prst="line">
                    <a:avLst/>
                  </a:prstGeom>
                  <a:solidFill>
                    <a:schemeClr val="bg1"/>
                  </a:solidFill>
                  <a:ln w="12700" cap="flat" cmpd="sng" algn="ctr">
                    <a:solidFill>
                      <a:srgbClr val="9D9FA1"/>
                    </a:solidFill>
                    <a:prstDash val="solid"/>
                  </a:ln>
                  <a:effectLst/>
                </p:spPr>
              </p:cxnSp>
              <p:cxnSp>
                <p:nvCxnSpPr>
                  <p:cNvPr id="326" name="Rechte verbindingslijn 325"/>
                  <p:cNvCxnSpPr>
                    <a:cxnSpLocks noAdjustHandles="1" noChangeArrowheads="1" noChangeShapeType="1" noEditPoints="1" noGrp="1" noMove="1" noResize="1" noRot="1"/>
                  </p:cNvCxnSpPr>
                  <p:nvPr userDrawn="1"/>
                </p:nvCxnSpPr>
                <p:spPr bwMode="auto">
                  <a:xfrm>
                    <a:off x="-2773990" y="926503"/>
                    <a:ext cx="75947" cy="0"/>
                  </a:xfrm>
                  <a:prstGeom prst="line">
                    <a:avLst/>
                  </a:prstGeom>
                  <a:solidFill>
                    <a:schemeClr val="bg1"/>
                  </a:solidFill>
                  <a:ln w="12700" cap="flat" cmpd="sng" algn="ctr">
                    <a:solidFill>
                      <a:srgbClr val="9D9FA1"/>
                    </a:solidFill>
                    <a:prstDash val="solid"/>
                  </a:ln>
                  <a:effectLst/>
                </p:spPr>
              </p:cxnSp>
              <p:cxnSp>
                <p:nvCxnSpPr>
                  <p:cNvPr id="327" name="Rechte verbindingslijn 326"/>
                  <p:cNvCxnSpPr>
                    <a:cxnSpLocks noAdjustHandles="1" noChangeArrowheads="1" noChangeShapeType="1" noEditPoints="1" noGrp="1" noMove="1" noResize="1" noRot="1"/>
                  </p:cNvCxnSpPr>
                  <p:nvPr userDrawn="1"/>
                </p:nvCxnSpPr>
                <p:spPr bwMode="auto">
                  <a:xfrm>
                    <a:off x="-2773990" y="893359"/>
                    <a:ext cx="75947" cy="0"/>
                  </a:xfrm>
                  <a:prstGeom prst="line">
                    <a:avLst/>
                  </a:prstGeom>
                  <a:solidFill>
                    <a:schemeClr val="bg1"/>
                  </a:solidFill>
                  <a:ln w="12700" cap="flat" cmpd="sng" algn="ctr">
                    <a:solidFill>
                      <a:srgbClr val="9D9FA1"/>
                    </a:solidFill>
                    <a:prstDash val="solid"/>
                  </a:ln>
                  <a:effectLst/>
                </p:spPr>
              </p:cxnSp>
              <p:cxnSp>
                <p:nvCxnSpPr>
                  <p:cNvPr id="328" name="Rechte verbindingslijn 327"/>
                  <p:cNvCxnSpPr>
                    <a:cxnSpLocks noAdjustHandles="1" noChangeArrowheads="1" noChangeShapeType="1" noEditPoints="1" noGrp="1" noMove="1" noResize="1" noRot="1"/>
                  </p:cNvCxnSpPr>
                  <p:nvPr userDrawn="1"/>
                </p:nvCxnSpPr>
                <p:spPr bwMode="auto">
                  <a:xfrm>
                    <a:off x="-2773990" y="860215"/>
                    <a:ext cx="75947" cy="0"/>
                  </a:xfrm>
                  <a:prstGeom prst="line">
                    <a:avLst/>
                  </a:prstGeom>
                  <a:solidFill>
                    <a:schemeClr val="bg1"/>
                  </a:solidFill>
                  <a:ln w="12700" cap="flat" cmpd="sng" algn="ctr">
                    <a:solidFill>
                      <a:srgbClr val="9D9FA1"/>
                    </a:solidFill>
                    <a:prstDash val="solid"/>
                  </a:ln>
                  <a:effectLst/>
                </p:spPr>
              </p:cxnSp>
            </p:grpSp>
            <p:sp>
              <p:nvSpPr>
                <p:cNvPr id="323" name="Pijl: rechts 322"/>
                <p:cNvSpPr>
                  <a:spLocks noAdjustHandles="1" noChangeArrowheads="1" noChangeShapeType="1" noEditPoints="1" noGrp="1" noMove="1" noResize="1" noRot="1"/>
                </p:cNvSpPr>
                <p:nvPr userDrawn="1"/>
              </p:nvSpPr>
              <p:spPr bwMode="auto">
                <a:xfrm>
                  <a:off x="-2866744" y="858737"/>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noAutofit/>
                </a:bodyPr>
                <a:lstStyle/>
                <a:p>
                  <a:pPr algn="l">
                    <a:defRPr/>
                  </a:pPr>
                  <a:endParaRPr lang="en-GB" sz="1000" b="1">
                    <a:solidFill>
                      <a:srgbClr val="211F26"/>
                    </a:solidFill>
                    <a:latin typeface="Calibri"/>
                    <a:cs typeface="Calibri"/>
                  </a:endParaRPr>
                </a:p>
              </p:txBody>
            </p:sp>
          </p:grpSp>
          <p:grpSp>
            <p:nvGrpSpPr>
              <p:cNvPr id="312" name="Groep 311"/>
              <p:cNvGrpSpPr>
                <a:grpSpLocks noGrp="1" noMove="1" noResize="1" noRot="1" noUngrp="1"/>
              </p:cNvGrpSpPr>
              <p:nvPr userDrawn="1"/>
            </p:nvGrpSpPr>
            <p:grpSpPr bwMode="auto">
              <a:xfrm>
                <a:off x="-2916763" y="460171"/>
                <a:ext cx="268738" cy="248381"/>
                <a:chOff x="-2916763" y="460171"/>
                <a:chExt cx="268738" cy="248381"/>
              </a:xfrm>
            </p:grpSpPr>
            <p:sp>
              <p:nvSpPr>
                <p:cNvPr id="313" name="Rechthoek 312"/>
                <p:cNvSpPr>
                  <a:spLocks noAdjustHandles="1" noChangeArrowheads="1" noChangeShapeType="1" noEditPoints="1" noGrp="1" noMove="1" noResize="1" noRot="1"/>
                </p:cNvSpPr>
                <p:nvPr userDrawn="1"/>
              </p:nvSpPr>
              <p:spPr bwMode="auto">
                <a:xfrm>
                  <a:off x="-2916763" y="460171"/>
                  <a:ext cx="268738" cy="248381"/>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noAutofit/>
                </a:bodyPr>
                <a:lstStyle/>
                <a:p>
                  <a:pPr algn="ctr">
                    <a:defRPr/>
                  </a:pPr>
                  <a:endParaRPr lang="en-GB" sz="1050" b="0">
                    <a:solidFill>
                      <a:srgbClr val="211F26"/>
                    </a:solidFill>
                    <a:latin typeface="Calibri"/>
                    <a:cs typeface="Calibri"/>
                  </a:endParaRPr>
                </a:p>
              </p:txBody>
            </p:sp>
            <p:grpSp>
              <p:nvGrpSpPr>
                <p:cNvPr id="314" name="Groep 313"/>
                <p:cNvGrpSpPr>
                  <a:grpSpLocks noGrp="1" noMove="1" noResize="1" noRot="1" noUngrp="1"/>
                </p:cNvGrpSpPr>
                <p:nvPr userDrawn="1"/>
              </p:nvGrpSpPr>
              <p:grpSpPr bwMode="auto">
                <a:xfrm>
                  <a:off x="-2866744" y="518074"/>
                  <a:ext cx="168701" cy="132575"/>
                  <a:chOff x="-2866744" y="518074"/>
                  <a:chExt cx="168701" cy="132575"/>
                </a:xfrm>
              </p:grpSpPr>
              <p:cxnSp>
                <p:nvCxnSpPr>
                  <p:cNvPr id="316" name="Rechte verbindingslijn 315"/>
                  <p:cNvCxnSpPr>
                    <a:cxnSpLocks noAdjustHandles="1" noChangeArrowheads="1" noChangeShapeType="1" noEditPoints="1" noGrp="1" noMove="1" noResize="1" noRot="1"/>
                  </p:cNvCxnSpPr>
                  <p:nvPr userDrawn="1"/>
                </p:nvCxnSpPr>
                <p:spPr bwMode="auto">
                  <a:xfrm>
                    <a:off x="-2866744" y="518074"/>
                    <a:ext cx="168701" cy="0"/>
                  </a:xfrm>
                  <a:prstGeom prst="line">
                    <a:avLst/>
                  </a:prstGeom>
                  <a:solidFill>
                    <a:schemeClr val="bg1"/>
                  </a:solidFill>
                  <a:ln w="12700" cap="flat" cmpd="sng" algn="ctr">
                    <a:solidFill>
                      <a:srgbClr val="9D9FA1"/>
                    </a:solidFill>
                    <a:prstDash val="solid"/>
                  </a:ln>
                  <a:effectLst/>
                </p:spPr>
              </p:cxnSp>
              <p:cxnSp>
                <p:nvCxnSpPr>
                  <p:cNvPr id="317" name="Rechte verbindingslijn 316"/>
                  <p:cNvCxnSpPr>
                    <a:cxnSpLocks noAdjustHandles="1" noChangeArrowheads="1" noChangeShapeType="1" noEditPoints="1" noGrp="1" noMove="1" noResize="1" noRot="1"/>
                  </p:cNvCxnSpPr>
                  <p:nvPr userDrawn="1"/>
                </p:nvCxnSpPr>
                <p:spPr bwMode="auto">
                  <a:xfrm>
                    <a:off x="-2866744" y="650649"/>
                    <a:ext cx="168701" cy="0"/>
                  </a:xfrm>
                  <a:prstGeom prst="line">
                    <a:avLst/>
                  </a:prstGeom>
                  <a:solidFill>
                    <a:schemeClr val="bg1"/>
                  </a:solidFill>
                  <a:ln w="12700" cap="flat" cmpd="sng" algn="ctr">
                    <a:solidFill>
                      <a:srgbClr val="9D9FA1"/>
                    </a:solidFill>
                    <a:prstDash val="solid"/>
                  </a:ln>
                  <a:effectLst/>
                </p:spPr>
              </p:cxnSp>
              <p:cxnSp>
                <p:nvCxnSpPr>
                  <p:cNvPr id="318" name="Rechte verbindingslijn 317"/>
                  <p:cNvCxnSpPr>
                    <a:cxnSpLocks noAdjustHandles="1" noChangeArrowheads="1" noChangeShapeType="1" noEditPoints="1" noGrp="1" noMove="1" noResize="1" noRot="1"/>
                  </p:cNvCxnSpPr>
                  <p:nvPr userDrawn="1"/>
                </p:nvCxnSpPr>
                <p:spPr bwMode="auto">
                  <a:xfrm>
                    <a:off x="-2773990" y="617506"/>
                    <a:ext cx="75947" cy="0"/>
                  </a:xfrm>
                  <a:prstGeom prst="line">
                    <a:avLst/>
                  </a:prstGeom>
                  <a:solidFill>
                    <a:schemeClr val="bg1"/>
                  </a:solidFill>
                  <a:ln w="12700" cap="flat" cmpd="sng" algn="ctr">
                    <a:solidFill>
                      <a:srgbClr val="9D9FA1"/>
                    </a:solidFill>
                    <a:prstDash val="solid"/>
                  </a:ln>
                  <a:effectLst/>
                </p:spPr>
              </p:cxnSp>
              <p:cxnSp>
                <p:nvCxnSpPr>
                  <p:cNvPr id="319" name="Rechte verbindingslijn 318"/>
                  <p:cNvCxnSpPr>
                    <a:cxnSpLocks noAdjustHandles="1" noChangeArrowheads="1" noChangeShapeType="1" noEditPoints="1" noGrp="1" noMove="1" noResize="1" noRot="1"/>
                  </p:cNvCxnSpPr>
                  <p:nvPr userDrawn="1"/>
                </p:nvCxnSpPr>
                <p:spPr bwMode="auto">
                  <a:xfrm>
                    <a:off x="-2773990" y="584362"/>
                    <a:ext cx="75947" cy="0"/>
                  </a:xfrm>
                  <a:prstGeom prst="line">
                    <a:avLst/>
                  </a:prstGeom>
                  <a:solidFill>
                    <a:schemeClr val="bg1"/>
                  </a:solidFill>
                  <a:ln w="12700" cap="flat" cmpd="sng" algn="ctr">
                    <a:solidFill>
                      <a:srgbClr val="9D9FA1"/>
                    </a:solidFill>
                    <a:prstDash val="solid"/>
                  </a:ln>
                  <a:effectLst/>
                </p:spPr>
              </p:cxnSp>
              <p:cxnSp>
                <p:nvCxnSpPr>
                  <p:cNvPr id="320" name="Rechte verbindingslijn 319"/>
                  <p:cNvCxnSpPr>
                    <a:cxnSpLocks noAdjustHandles="1" noChangeArrowheads="1" noChangeShapeType="1" noEditPoints="1" noGrp="1" noMove="1" noResize="1" noRot="1"/>
                  </p:cNvCxnSpPr>
                  <p:nvPr userDrawn="1"/>
                </p:nvCxnSpPr>
                <p:spPr bwMode="auto">
                  <a:xfrm>
                    <a:off x="-2773990" y="551218"/>
                    <a:ext cx="75947" cy="0"/>
                  </a:xfrm>
                  <a:prstGeom prst="line">
                    <a:avLst/>
                  </a:prstGeom>
                  <a:solidFill>
                    <a:schemeClr val="bg1"/>
                  </a:solidFill>
                  <a:ln w="12700" cap="flat" cmpd="sng" algn="ctr">
                    <a:solidFill>
                      <a:srgbClr val="9D9FA1"/>
                    </a:solidFill>
                    <a:prstDash val="solid"/>
                  </a:ln>
                  <a:effectLst/>
                </p:spPr>
              </p:cxnSp>
            </p:grpSp>
            <p:sp>
              <p:nvSpPr>
                <p:cNvPr id="315" name="Pijl: rechts 314"/>
                <p:cNvSpPr>
                  <a:spLocks noAdjustHandles="1" noChangeArrowheads="1" noChangeShapeType="1" noEditPoints="1" noGrp="1" noMove="1" noResize="1" noRot="1"/>
                </p:cNvSpPr>
                <p:nvPr userDrawn="1"/>
              </p:nvSpPr>
              <p:spPr bwMode="auto">
                <a:xfrm flipH="1">
                  <a:off x="-2866744" y="549740"/>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noAutofit/>
                </a:bodyPr>
                <a:lstStyle/>
                <a:p>
                  <a:pPr algn="l">
                    <a:defRPr/>
                  </a:pPr>
                  <a:endParaRPr lang="en-GB" sz="1000" b="1">
                    <a:solidFill>
                      <a:srgbClr val="211F26"/>
                    </a:solidFill>
                    <a:latin typeface="Calibri"/>
                    <a:cs typeface="Calibri"/>
                  </a:endParaRPr>
                </a:p>
              </p:txBody>
            </p:sp>
          </p:grpSp>
        </p:grpSp>
        <p:grpSp>
          <p:nvGrpSpPr>
            <p:cNvPr id="297" name="Groep 296"/>
            <p:cNvGrpSpPr>
              <a:grpSpLocks noGrp="1" noMove="1" noResize="1" noRot="1" noUngrp="1"/>
            </p:cNvGrpSpPr>
            <p:nvPr userDrawn="1"/>
          </p:nvGrpSpPr>
          <p:grpSpPr bwMode="auto">
            <a:xfrm>
              <a:off x="-938434" y="4663037"/>
              <a:ext cx="627798" cy="576693"/>
              <a:chOff x="-1753862" y="6112775"/>
              <a:chExt cx="759635" cy="697798"/>
            </a:xfrm>
          </p:grpSpPr>
          <p:grpSp>
            <p:nvGrpSpPr>
              <p:cNvPr id="298" name="Inspireren"/>
              <p:cNvGrpSpPr>
                <a:grpSpLocks noChangeAspect="1" noGrp="1" noMove="1" noResize="1" noRot="1" noUngrp="1"/>
              </p:cNvGrpSpPr>
              <p:nvPr userDrawn="1"/>
            </p:nvGrpSpPr>
            <p:grpSpPr bwMode="auto">
              <a:xfrm>
                <a:off x="-1484858" y="6112775"/>
                <a:ext cx="205431" cy="293286"/>
                <a:chOff x="4768" y="2783"/>
                <a:chExt cx="788" cy="1125"/>
              </a:xfrm>
              <a:gradFill>
                <a:gsLst>
                  <a:gs pos="0">
                    <a:srgbClr val="9D9FA1"/>
                  </a:gs>
                  <a:gs pos="70000">
                    <a:srgbClr val="211F26"/>
                  </a:gs>
                </a:gsLst>
                <a:lin ang="2700000" scaled="0"/>
              </a:gradFill>
            </p:grpSpPr>
            <p:sp>
              <p:nvSpPr>
                <p:cNvPr id="300" name="Freeform 12"/>
                <p:cNvSpPr>
                  <a:spLocks noAdjustHandles="1" noChangeArrowheads="1" noChangeShapeType="1" noEditPoints="1" noGrp="1" noMove="1" noResize="1" noRot="1"/>
                </p:cNvSpPr>
                <p:nvPr/>
              </p:nvSpPr>
              <p:spPr bwMode="auto">
                <a:xfrm>
                  <a:off x="5001" y="3186"/>
                  <a:ext cx="319" cy="288"/>
                </a:xfrm>
                <a:custGeom>
                  <a:avLst/>
                  <a:gdLst>
                    <a:gd name="T0" fmla="*/ 220 w 319"/>
                    <a:gd name="T1" fmla="*/ 288 h 288"/>
                    <a:gd name="T2" fmla="*/ 107 w 319"/>
                    <a:gd name="T3" fmla="*/ 288 h 288"/>
                    <a:gd name="T4" fmla="*/ 0 w 319"/>
                    <a:gd name="T5" fmla="*/ 0 h 288"/>
                    <a:gd name="T6" fmla="*/ 319 w 319"/>
                    <a:gd name="T7" fmla="*/ 0 h 288"/>
                    <a:gd name="T8" fmla="*/ 220 w 319"/>
                    <a:gd name="T9" fmla="*/ 288 h 288"/>
                  </a:gdLst>
                  <a:ahLst/>
                  <a:cxnLst>
                    <a:cxn ang="0">
                      <a:pos x="T0" y="T1"/>
                    </a:cxn>
                    <a:cxn ang="0">
                      <a:pos x="T2" y="T3"/>
                    </a:cxn>
                    <a:cxn ang="0">
                      <a:pos x="T4" y="T5"/>
                    </a:cxn>
                    <a:cxn ang="0">
                      <a:pos x="T6" y="T7"/>
                    </a:cxn>
                    <a:cxn ang="0">
                      <a:pos x="T8" y="T9"/>
                    </a:cxn>
                  </a:cxnLst>
                  <a:rect l="0" t="0" r="r" b="b"/>
                  <a:pathLst>
                    <a:path w="319" h="288" fill="norm" stroke="1" extrusionOk="0">
                      <a:moveTo>
                        <a:pt x="220" y="288"/>
                      </a:moveTo>
                      <a:lnTo>
                        <a:pt x="107" y="288"/>
                      </a:lnTo>
                      <a:lnTo>
                        <a:pt x="0" y="0"/>
                      </a:lnTo>
                      <a:lnTo>
                        <a:pt x="319" y="0"/>
                      </a:lnTo>
                      <a:lnTo>
                        <a:pt x="220" y="288"/>
                      </a:lnTo>
                      <a:close/>
                    </a:path>
                  </a:pathLst>
                </a:custGeom>
                <a:solidFill>
                  <a:srgbClr val="1FF524"/>
                </a:solidFill>
                <a:ln>
                  <a:noFill/>
                </a:ln>
              </p:spPr>
              <p:txBody>
                <a:bodyPr vert="horz" wrap="square" lIns="91440" tIns="45720" rIns="91440" bIns="45720" numCol="1" anchor="t" anchorCtr="0" compatLnSpc="1">
                  <a:prstTxWarp prst="textNoShape"/>
                </a:bodyPr>
                <a:lstStyle/>
                <a:p>
                  <a:pPr marL="0" marR="0" lvl="0" indent="0" defTabSz="995468">
                    <a:lnSpc>
                      <a:spcPct val="100000"/>
                    </a:lnSpc>
                    <a:spcBef>
                      <a:spcPts val="0"/>
                    </a:spcBef>
                    <a:spcAft>
                      <a:spcPts val="0"/>
                    </a:spcAft>
                    <a:buClrTx/>
                    <a:buSzTx/>
                    <a:buFontTx/>
                    <a:buNone/>
                    <a:defRPr/>
                  </a:pPr>
                  <a:endParaRPr lang="en-GB" sz="300" b="0" i="0" u="none" strike="noStrike" cap="none" spc="0">
                    <a:ln>
                      <a:noFill/>
                    </a:ln>
                    <a:solidFill>
                      <a:srgbClr val="211F26"/>
                    </a:solidFill>
                    <a:latin typeface="+mn-lt"/>
                  </a:endParaRPr>
                </a:p>
              </p:txBody>
            </p:sp>
            <p:sp>
              <p:nvSpPr>
                <p:cNvPr id="301" name="Freeform 13"/>
                <p:cNvSpPr>
                  <a:spLocks noAdjustHandles="1" noChangeArrowheads="1" noChangeShapeType="1" noEditPoints="1" noGrp="1" noMove="1" noResize="1" noRot="1"/>
                </p:cNvSpPr>
                <p:nvPr/>
              </p:nvSpPr>
              <p:spPr bwMode="auto">
                <a:xfrm>
                  <a:off x="5022" y="3795"/>
                  <a:ext cx="282" cy="112"/>
                </a:xfrm>
                <a:custGeom>
                  <a:avLst/>
                  <a:gdLst>
                    <a:gd name="T0" fmla="*/ 229 w 251"/>
                    <a:gd name="T1" fmla="*/ 70 h 100"/>
                    <a:gd name="T2" fmla="*/ 229 w 251"/>
                    <a:gd name="T3" fmla="*/ 69 h 100"/>
                    <a:gd name="T4" fmla="*/ 251 w 251"/>
                    <a:gd name="T5" fmla="*/ 0 h 100"/>
                    <a:gd name="T6" fmla="*/ 0 w 251"/>
                    <a:gd name="T7" fmla="*/ 0 h 100"/>
                    <a:gd name="T8" fmla="*/ 22 w 251"/>
                    <a:gd name="T9" fmla="*/ 69 h 100"/>
                    <a:gd name="T10" fmla="*/ 63 w 251"/>
                    <a:gd name="T11" fmla="*/ 100 h 100"/>
                    <a:gd name="T12" fmla="*/ 188 w 251"/>
                    <a:gd name="T13" fmla="*/ 100 h 100"/>
                    <a:gd name="T14" fmla="*/ 229 w 251"/>
                    <a:gd name="T15" fmla="*/ 71 h 100"/>
                    <a:gd name="T16" fmla="*/ 229 w 251"/>
                    <a:gd name="T17" fmla="*/ 71 h 100"/>
                    <a:gd name="T18" fmla="*/ 229 w 251"/>
                    <a:gd name="T19" fmla="*/ 7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1" h="100" fill="norm" stroke="1" extrusionOk="0">
                      <a:moveTo>
                        <a:pt x="229" y="70"/>
                      </a:moveTo>
                      <a:cubicBezTo>
                        <a:pt x="229" y="70"/>
                        <a:pt x="229" y="69"/>
                        <a:pt x="229" y="69"/>
                      </a:cubicBezTo>
                      <a:cubicBezTo>
                        <a:pt x="251" y="0"/>
                        <a:pt x="251" y="0"/>
                        <a:pt x="251" y="0"/>
                      </a:cubicBezTo>
                      <a:cubicBezTo>
                        <a:pt x="0" y="0"/>
                        <a:pt x="0" y="0"/>
                        <a:pt x="0" y="0"/>
                      </a:cubicBezTo>
                      <a:cubicBezTo>
                        <a:pt x="22" y="69"/>
                        <a:pt x="22" y="69"/>
                        <a:pt x="22" y="69"/>
                      </a:cubicBezTo>
                      <a:cubicBezTo>
                        <a:pt x="27" y="87"/>
                        <a:pt x="44" y="100"/>
                        <a:pt x="63" y="100"/>
                      </a:cubicBezTo>
                      <a:cubicBezTo>
                        <a:pt x="188" y="100"/>
                        <a:pt x="188" y="100"/>
                        <a:pt x="188" y="100"/>
                      </a:cubicBezTo>
                      <a:cubicBezTo>
                        <a:pt x="207" y="100"/>
                        <a:pt x="223" y="88"/>
                        <a:pt x="229" y="71"/>
                      </a:cubicBezTo>
                      <a:cubicBezTo>
                        <a:pt x="229" y="71"/>
                        <a:pt x="229" y="71"/>
                        <a:pt x="229" y="71"/>
                      </a:cubicBezTo>
                      <a:lnTo>
                        <a:pt x="229" y="70"/>
                      </a:lnTo>
                      <a:close/>
                    </a:path>
                  </a:pathLst>
                </a:custGeom>
                <a:grpFill/>
                <a:ln>
                  <a:noFill/>
                </a:ln>
              </p:spPr>
              <p:txBody>
                <a:bodyPr vert="horz" wrap="square" lIns="91440" tIns="45720" rIns="91440" bIns="45720" numCol="1" anchor="t" anchorCtr="0" compatLnSpc="1">
                  <a:prstTxWarp prst="textNoShape"/>
                </a:bodyPr>
                <a:lstStyle/>
                <a:p>
                  <a:pPr marL="0" marR="0" lvl="0" indent="0" defTabSz="995468">
                    <a:lnSpc>
                      <a:spcPct val="100000"/>
                    </a:lnSpc>
                    <a:spcBef>
                      <a:spcPts val="0"/>
                    </a:spcBef>
                    <a:spcAft>
                      <a:spcPts val="0"/>
                    </a:spcAft>
                    <a:buClrTx/>
                    <a:buSzTx/>
                    <a:buFontTx/>
                    <a:buNone/>
                    <a:defRPr/>
                  </a:pPr>
                  <a:endParaRPr lang="en-GB" sz="300" b="0" i="0" u="none" strike="noStrike" cap="none" spc="0">
                    <a:ln>
                      <a:noFill/>
                    </a:ln>
                    <a:solidFill>
                      <a:srgbClr val="211F26"/>
                    </a:solidFill>
                    <a:latin typeface="+mn-lt"/>
                  </a:endParaRPr>
                </a:p>
              </p:txBody>
            </p:sp>
            <p:sp>
              <p:nvSpPr>
                <p:cNvPr id="302" name="Freeform 14"/>
                <p:cNvSpPr>
                  <a:spLocks noAdjustHandles="1" noChangeArrowheads="1" noChangeShapeType="1" noEditPoints="1" noGrp="1" noMove="1" noResize="1" noRot="1"/>
                </p:cNvSpPr>
                <p:nvPr/>
              </p:nvSpPr>
              <p:spPr bwMode="auto">
                <a:xfrm>
                  <a:off x="4768" y="2783"/>
                  <a:ext cx="788" cy="966"/>
                </a:xfrm>
                <a:custGeom>
                  <a:avLst/>
                  <a:gdLst>
                    <a:gd name="T0" fmla="*/ 351 w 702"/>
                    <a:gd name="T1" fmla="*/ 0 h 860"/>
                    <a:gd name="T2" fmla="*/ 0 w 702"/>
                    <a:gd name="T3" fmla="*/ 351 h 860"/>
                    <a:gd name="T4" fmla="*/ 134 w 702"/>
                    <a:gd name="T5" fmla="*/ 627 h 860"/>
                    <a:gd name="T6" fmla="*/ 165 w 702"/>
                    <a:gd name="T7" fmla="*/ 718 h 860"/>
                    <a:gd name="T8" fmla="*/ 266 w 702"/>
                    <a:gd name="T9" fmla="*/ 718 h 860"/>
                    <a:gd name="T10" fmla="*/ 266 w 702"/>
                    <a:gd name="T11" fmla="*/ 718 h 860"/>
                    <a:gd name="T12" fmla="*/ 434 w 702"/>
                    <a:gd name="T13" fmla="*/ 718 h 860"/>
                    <a:gd name="T14" fmla="*/ 419 w 702"/>
                    <a:gd name="T15" fmla="*/ 760 h 860"/>
                    <a:gd name="T16" fmla="*/ 284 w 702"/>
                    <a:gd name="T17" fmla="*/ 760 h 860"/>
                    <a:gd name="T18" fmla="*/ 284 w 702"/>
                    <a:gd name="T19" fmla="*/ 760 h 860"/>
                    <a:gd name="T20" fmla="*/ 179 w 702"/>
                    <a:gd name="T21" fmla="*/ 760 h 860"/>
                    <a:gd name="T22" fmla="*/ 212 w 702"/>
                    <a:gd name="T23" fmla="*/ 860 h 860"/>
                    <a:gd name="T24" fmla="*/ 212 w 702"/>
                    <a:gd name="T25" fmla="*/ 860 h 860"/>
                    <a:gd name="T26" fmla="*/ 216 w 702"/>
                    <a:gd name="T27" fmla="*/ 860 h 860"/>
                    <a:gd name="T28" fmla="*/ 488 w 702"/>
                    <a:gd name="T29" fmla="*/ 860 h 860"/>
                    <a:gd name="T30" fmla="*/ 491 w 702"/>
                    <a:gd name="T31" fmla="*/ 860 h 860"/>
                    <a:gd name="T32" fmla="*/ 570 w 702"/>
                    <a:gd name="T33" fmla="*/ 625 h 860"/>
                    <a:gd name="T34" fmla="*/ 702 w 702"/>
                    <a:gd name="T35" fmla="*/ 351 h 860"/>
                    <a:gd name="T36" fmla="*/ 351 w 702"/>
                    <a:gd name="T37" fmla="*/ 0 h 860"/>
                    <a:gd name="T38" fmla="*/ 587 w 702"/>
                    <a:gd name="T39" fmla="*/ 438 h 860"/>
                    <a:gd name="T40" fmla="*/ 485 w 702"/>
                    <a:gd name="T41" fmla="*/ 563 h 860"/>
                    <a:gd name="T42" fmla="*/ 454 w 702"/>
                    <a:gd name="T43" fmla="*/ 658 h 860"/>
                    <a:gd name="T44" fmla="*/ 250 w 702"/>
                    <a:gd name="T45" fmla="*/ 658 h 860"/>
                    <a:gd name="T46" fmla="*/ 219 w 702"/>
                    <a:gd name="T47" fmla="*/ 565 h 860"/>
                    <a:gd name="T48" fmla="*/ 115 w 702"/>
                    <a:gd name="T49" fmla="*/ 439 h 860"/>
                    <a:gd name="T50" fmla="*/ 99 w 702"/>
                    <a:gd name="T51" fmla="*/ 351 h 860"/>
                    <a:gd name="T52" fmla="*/ 351 w 702"/>
                    <a:gd name="T53" fmla="*/ 99 h 860"/>
                    <a:gd name="T54" fmla="*/ 603 w 702"/>
                    <a:gd name="T55" fmla="*/ 351 h 860"/>
                    <a:gd name="T56" fmla="*/ 587 w 702"/>
                    <a:gd name="T57" fmla="*/ 438 h 8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702" h="860" fill="norm" stroke="1" extrusionOk="0">
                      <a:moveTo>
                        <a:pt x="351" y="0"/>
                      </a:moveTo>
                      <a:cubicBezTo>
                        <a:pt x="157" y="0"/>
                        <a:pt x="0" y="157"/>
                        <a:pt x="0" y="351"/>
                      </a:cubicBezTo>
                      <a:cubicBezTo>
                        <a:pt x="0" y="463"/>
                        <a:pt x="52" y="562"/>
                        <a:pt x="134" y="627"/>
                      </a:cubicBezTo>
                      <a:cubicBezTo>
                        <a:pt x="165" y="718"/>
                        <a:pt x="165" y="718"/>
                        <a:pt x="165" y="718"/>
                      </a:cubicBezTo>
                      <a:cubicBezTo>
                        <a:pt x="266" y="718"/>
                        <a:pt x="266" y="718"/>
                        <a:pt x="266" y="718"/>
                      </a:cubicBezTo>
                      <a:cubicBezTo>
                        <a:pt x="266" y="718"/>
                        <a:pt x="266" y="718"/>
                        <a:pt x="266" y="718"/>
                      </a:cubicBezTo>
                      <a:cubicBezTo>
                        <a:pt x="434" y="718"/>
                        <a:pt x="434" y="718"/>
                        <a:pt x="434" y="718"/>
                      </a:cubicBezTo>
                      <a:cubicBezTo>
                        <a:pt x="419" y="760"/>
                        <a:pt x="419" y="760"/>
                        <a:pt x="419" y="760"/>
                      </a:cubicBezTo>
                      <a:cubicBezTo>
                        <a:pt x="284" y="760"/>
                        <a:pt x="284" y="760"/>
                        <a:pt x="284" y="760"/>
                      </a:cubicBezTo>
                      <a:cubicBezTo>
                        <a:pt x="284" y="760"/>
                        <a:pt x="284" y="760"/>
                        <a:pt x="284" y="760"/>
                      </a:cubicBezTo>
                      <a:cubicBezTo>
                        <a:pt x="179" y="760"/>
                        <a:pt x="179" y="760"/>
                        <a:pt x="179" y="760"/>
                      </a:cubicBezTo>
                      <a:cubicBezTo>
                        <a:pt x="212" y="860"/>
                        <a:pt x="212" y="860"/>
                        <a:pt x="212" y="860"/>
                      </a:cubicBezTo>
                      <a:cubicBezTo>
                        <a:pt x="212" y="860"/>
                        <a:pt x="212" y="860"/>
                        <a:pt x="212" y="860"/>
                      </a:cubicBezTo>
                      <a:cubicBezTo>
                        <a:pt x="216" y="860"/>
                        <a:pt x="216" y="860"/>
                        <a:pt x="216" y="860"/>
                      </a:cubicBezTo>
                      <a:cubicBezTo>
                        <a:pt x="488" y="860"/>
                        <a:pt x="488" y="860"/>
                        <a:pt x="488" y="860"/>
                      </a:cubicBezTo>
                      <a:cubicBezTo>
                        <a:pt x="491" y="860"/>
                        <a:pt x="491" y="860"/>
                        <a:pt x="491" y="860"/>
                      </a:cubicBezTo>
                      <a:cubicBezTo>
                        <a:pt x="570" y="625"/>
                        <a:pt x="570" y="625"/>
                        <a:pt x="570" y="625"/>
                      </a:cubicBezTo>
                      <a:cubicBezTo>
                        <a:pt x="651" y="560"/>
                        <a:pt x="702" y="461"/>
                        <a:pt x="702" y="351"/>
                      </a:cubicBezTo>
                      <a:cubicBezTo>
                        <a:pt x="702" y="157"/>
                        <a:pt x="545" y="0"/>
                        <a:pt x="351" y="0"/>
                      </a:cubicBezTo>
                      <a:close/>
                      <a:moveTo>
                        <a:pt x="587" y="438"/>
                      </a:moveTo>
                      <a:cubicBezTo>
                        <a:pt x="568" y="490"/>
                        <a:pt x="531" y="534"/>
                        <a:pt x="485" y="563"/>
                      </a:cubicBezTo>
                      <a:cubicBezTo>
                        <a:pt x="454" y="658"/>
                        <a:pt x="454" y="658"/>
                        <a:pt x="454" y="658"/>
                      </a:cubicBezTo>
                      <a:cubicBezTo>
                        <a:pt x="250" y="658"/>
                        <a:pt x="250" y="658"/>
                        <a:pt x="250" y="658"/>
                      </a:cubicBezTo>
                      <a:cubicBezTo>
                        <a:pt x="219" y="565"/>
                        <a:pt x="219" y="565"/>
                        <a:pt x="219" y="565"/>
                      </a:cubicBezTo>
                      <a:cubicBezTo>
                        <a:pt x="172" y="536"/>
                        <a:pt x="135" y="491"/>
                        <a:pt x="115" y="439"/>
                      </a:cubicBezTo>
                      <a:cubicBezTo>
                        <a:pt x="105" y="411"/>
                        <a:pt x="99" y="382"/>
                        <a:pt x="99" y="351"/>
                      </a:cubicBezTo>
                      <a:cubicBezTo>
                        <a:pt x="99" y="212"/>
                        <a:pt x="212" y="99"/>
                        <a:pt x="351" y="99"/>
                      </a:cubicBezTo>
                      <a:cubicBezTo>
                        <a:pt x="490" y="99"/>
                        <a:pt x="603" y="212"/>
                        <a:pt x="603" y="351"/>
                      </a:cubicBezTo>
                      <a:cubicBezTo>
                        <a:pt x="603" y="381"/>
                        <a:pt x="597" y="411"/>
                        <a:pt x="587" y="438"/>
                      </a:cubicBezTo>
                      <a:close/>
                    </a:path>
                  </a:pathLst>
                </a:custGeom>
                <a:grpFill/>
                <a:ln>
                  <a:noFill/>
                </a:ln>
              </p:spPr>
              <p:txBody>
                <a:bodyPr vert="horz" wrap="square" lIns="91440" tIns="45720" rIns="91440" bIns="45720" numCol="1" anchor="t" anchorCtr="0" compatLnSpc="1">
                  <a:prstTxWarp prst="textNoShape"/>
                </a:bodyPr>
                <a:lstStyle/>
                <a:p>
                  <a:pPr marL="0" marR="0" lvl="0" indent="0" defTabSz="995468">
                    <a:lnSpc>
                      <a:spcPct val="100000"/>
                    </a:lnSpc>
                    <a:spcBef>
                      <a:spcPts val="0"/>
                    </a:spcBef>
                    <a:spcAft>
                      <a:spcPts val="0"/>
                    </a:spcAft>
                    <a:buClrTx/>
                    <a:buSzTx/>
                    <a:buFontTx/>
                    <a:buNone/>
                    <a:defRPr/>
                  </a:pPr>
                  <a:endParaRPr lang="en-GB" sz="300" b="0" i="0" u="none" strike="noStrike" cap="none" spc="0">
                    <a:ln>
                      <a:noFill/>
                    </a:ln>
                    <a:solidFill>
                      <a:srgbClr val="211F26"/>
                    </a:solidFill>
                    <a:latin typeface="+mn-lt"/>
                  </a:endParaRPr>
                </a:p>
              </p:txBody>
            </p:sp>
          </p:grpSp>
          <p:sp>
            <p:nvSpPr>
              <p:cNvPr id="299" name="Tekstvak 298"/>
              <p:cNvSpPr txBox="1">
                <a:spLocks noAdjustHandles="1" noChangeArrowheads="1" noChangeShapeType="1" noEditPoints="1" noGrp="1" noMove="1" noResize="1" noRot="1"/>
              </p:cNvSpPr>
              <p:nvPr userDrawn="1"/>
            </p:nvSpPr>
            <p:spPr bwMode="auto">
              <a:xfrm>
                <a:off x="-1753862" y="6420664"/>
                <a:ext cx="759635" cy="389909"/>
              </a:xfrm>
              <a:prstGeom prst="rect">
                <a:avLst/>
              </a:prstGeom>
              <a:noFill/>
            </p:spPr>
            <p:txBody>
              <a:bodyPr wrap="square" lIns="0" tIns="0" rIns="0" bIns="0" rtlCol="0" anchor="ctr">
                <a:noAutofit/>
              </a:bodyPr>
              <a:lstStyle/>
              <a:p>
                <a:pPr marL="0" marR="0" lvl="0" indent="0" algn="ctr" defTabSz="914400">
                  <a:lnSpc>
                    <a:spcPct val="90000"/>
                  </a:lnSpc>
                  <a:spcBef>
                    <a:spcPts val="600"/>
                  </a:spcBef>
                  <a:spcAft>
                    <a:spcPts val="600"/>
                  </a:spcAft>
                  <a:buClrTx/>
                  <a:buSzTx/>
                  <a:buFontTx/>
                  <a:buNone/>
                  <a:defRPr/>
                </a:pPr>
                <a:r>
                  <a:rPr lang="en-GB" sz="1000" b="0" i="0" u="none" strike="noStrike" cap="none" spc="0">
                    <a:ln>
                      <a:noFill/>
                    </a:ln>
                    <a:solidFill>
                      <a:srgbClr val="211F26"/>
                    </a:solidFill>
                    <a:latin typeface="Calibri"/>
                    <a:ea typeface="+mn-ea"/>
                    <a:cs typeface="Calibri"/>
                  </a:rPr>
                  <a:t>Inspiration</a:t>
                </a:r>
                <a:endParaRPr/>
              </a:p>
            </p:txBody>
          </p:sp>
        </p:grpSp>
      </p:gr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med" p14:dur="700" advClick="1">
        <p:fade thruBlk="0"/>
      </p:transition>
    </mc:Choice>
    <mc:Fallback>
      <p:transition spd="med" advClick="1">
        <p:fade thruBlk="0"/>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521820775" name="Tijdelijke aanduiding voor datum 4"/>
          <p:cNvSpPr>
            <a:spLocks noGrp="1"/>
          </p:cNvSpPr>
          <p:nvPr>
            <p:ph type="dt" sz="half" idx="18"/>
          </p:nvPr>
        </p:nvSpPr>
        <p:spPr bwMode="auto"/>
        <p:txBody>
          <a:bodyPr/>
          <a:lstStyle/>
          <a:p>
            <a:pPr>
              <a:defRPr/>
            </a:pPr>
            <a:fld id="{F2560028-5DED-9E5B-EAC1-C9F4F41D1434}" type="datetime1">
              <a:rPr lang="nl-NL"/>
              <a:t/>
            </a:fld>
            <a:endParaRPr lang="en-GB"/>
          </a:p>
        </p:txBody>
      </p:sp>
      <p:sp>
        <p:nvSpPr>
          <p:cNvPr id="2115420059" name="Titel 8"/>
          <p:cNvSpPr>
            <a:spLocks noGrp="1"/>
          </p:cNvSpPr>
          <p:nvPr>
            <p:ph type="title"/>
          </p:nvPr>
        </p:nvSpPr>
        <p:spPr bwMode="auto"/>
        <p:txBody>
          <a:bodyPr/>
          <a:lstStyle/>
          <a:p>
            <a:pPr>
              <a:defRPr/>
            </a:pPr>
            <a:r>
              <a:rPr lang="en-US"/>
              <a:t>Choosing a Low-Fidelity Model</a:t>
            </a:r>
            <a:endParaRPr/>
          </a:p>
        </p:txBody>
      </p:sp>
      <p:sp>
        <p:nvSpPr>
          <p:cNvPr id="1712447809" name="Tijdelijke aanduiding voor dianummer 1"/>
          <p:cNvSpPr>
            <a:spLocks noGrp="1"/>
          </p:cNvSpPr>
          <p:nvPr>
            <p:ph type="sldNum" sz="quarter" idx="20"/>
          </p:nvPr>
        </p:nvSpPr>
        <p:spPr bwMode="auto"/>
        <p:txBody>
          <a:bodyPr/>
          <a:lstStyle/>
          <a:p>
            <a:pPr>
              <a:defRPr/>
            </a:pPr>
            <a:fld id="{BCC443C6-6A58-0291-01D2-1F86BD46C60B}" type="slidenum">
              <a:rPr lang="en-GB"/>
              <a:t/>
            </a:fld>
            <a:endParaRPr lang="en-GB"/>
          </a:p>
        </p:txBody>
      </p:sp>
      <p:sp>
        <p:nvSpPr>
          <p:cNvPr id="221603419" name="Tijdelijke aanduiding voor verticale tekst 33"/>
          <p:cNvSpPr txBox="1"/>
          <p:nvPr/>
        </p:nvSpPr>
        <p:spPr bwMode="auto">
          <a:xfrm flipH="0" flipV="0">
            <a:off x="719137" y="1569103"/>
            <a:ext cx="6453218" cy="4431645"/>
          </a:xfrm>
          <a:prstGeom prst="rect">
            <a:avLst/>
          </a:prstGeom>
        </p:spPr>
        <p:txBody>
          <a:bodyPr lIns="0" tIns="0" rIns="0" bIns="0"/>
          <a:lstStyle>
            <a:lvl1pPr marL="361949" indent="-361949" algn="l" defTabSz="914400">
              <a:lnSpc>
                <a:spcPct val="90000"/>
              </a:lnSpc>
              <a:spcBef>
                <a:spcPts val="599"/>
              </a:spcBef>
              <a:spcAft>
                <a:spcPts val="599"/>
              </a:spcAft>
              <a:buClr>
                <a:schemeClr val="accent1"/>
              </a:buClr>
              <a:buSzPct val="120000"/>
              <a:buFont typeface="Arial"/>
              <a:buChar char="•"/>
              <a:defRPr sz="2000">
                <a:solidFill>
                  <a:schemeClr val="tx2"/>
                </a:solidFill>
                <a:latin typeface="+mn-lt"/>
                <a:ea typeface="+mn-ea"/>
                <a:cs typeface="+mn-cs"/>
              </a:defRPr>
            </a:lvl1pPr>
            <a:lvl2pPr marL="712787" indent="-350838" algn="l" defTabSz="914400">
              <a:lnSpc>
                <a:spcPct val="90000"/>
              </a:lnSpc>
              <a:spcBef>
                <a:spcPts val="599"/>
              </a:spcBef>
              <a:spcAft>
                <a:spcPts val="599"/>
              </a:spcAft>
              <a:buClr>
                <a:schemeClr val="accent1"/>
              </a:buClr>
              <a:buSzPct val="120000"/>
              <a:buFont typeface="Arial"/>
              <a:buChar char="•"/>
              <a:tabLst>
                <a:tab pos="712787" algn="l"/>
              </a:tabLst>
              <a:defRPr sz="2000">
                <a:solidFill>
                  <a:schemeClr val="tx2"/>
                </a:solidFill>
                <a:latin typeface="+mn-lt"/>
                <a:ea typeface="+mn-ea"/>
                <a:cs typeface="+mn-cs"/>
              </a:defRPr>
            </a:lvl2pPr>
            <a:lvl3pPr marL="0" indent="0" algn="l" defTabSz="914400">
              <a:lnSpc>
                <a:spcPct val="90000"/>
              </a:lnSpc>
              <a:spcBef>
                <a:spcPts val="599"/>
              </a:spcBef>
              <a:spcAft>
                <a:spcPts val="599"/>
              </a:spcAft>
              <a:buClr>
                <a:schemeClr val="accent3"/>
              </a:buClr>
              <a:buFont typeface="Segoe UI Light"/>
              <a:buNone/>
              <a:defRPr sz="2000">
                <a:solidFill>
                  <a:schemeClr val="tx2"/>
                </a:solidFill>
                <a:latin typeface="+mn-lt"/>
                <a:ea typeface="+mn-ea"/>
                <a:cs typeface="+mn-cs"/>
              </a:defRPr>
            </a:lvl3pPr>
            <a:lvl4pPr marL="0" indent="0" algn="l" defTabSz="914400">
              <a:lnSpc>
                <a:spcPct val="90000"/>
              </a:lnSpc>
              <a:spcBef>
                <a:spcPts val="599"/>
              </a:spcBef>
              <a:spcAft>
                <a:spcPts val="599"/>
              </a:spcAft>
              <a:buFont typeface="Arial"/>
              <a:buNone/>
              <a:defRPr sz="3600" b="1">
                <a:solidFill>
                  <a:schemeClr val="tx2"/>
                </a:solidFill>
                <a:latin typeface="+mj-lt"/>
                <a:ea typeface="+mn-ea"/>
                <a:cs typeface="+mn-cs"/>
              </a:defRPr>
            </a:lvl4pPr>
            <a:lvl5pPr marL="0" indent="0" algn="l" defTabSz="914400">
              <a:lnSpc>
                <a:spcPct val="90000"/>
              </a:lnSpc>
              <a:spcBef>
                <a:spcPts val="599"/>
              </a:spcBef>
              <a:spcAft>
                <a:spcPts val="599"/>
              </a:spcAft>
              <a:buFont typeface="Arial"/>
              <a:buNone/>
              <a:defRPr sz="2400" b="0">
                <a:solidFill>
                  <a:schemeClr val="accent1"/>
                </a:solidFill>
                <a:latin typeface="+mj-lt"/>
                <a:ea typeface="+mn-ea"/>
                <a:cs typeface="+mn-cs"/>
              </a:defRPr>
            </a:lvl5pPr>
            <a:lvl6pPr marL="0" indent="0" algn="l" defTabSz="914400">
              <a:lnSpc>
                <a:spcPct val="90000"/>
              </a:lnSpc>
              <a:spcBef>
                <a:spcPts val="599"/>
              </a:spcBef>
              <a:spcAft>
                <a:spcPts val="599"/>
              </a:spcAft>
              <a:buClr>
                <a:schemeClr val="accent1"/>
              </a:buClr>
              <a:buFont typeface="Arial"/>
              <a:buNone/>
              <a:defRPr sz="2000" b="0" cap="none">
                <a:solidFill>
                  <a:schemeClr val="tx1"/>
                </a:solidFill>
                <a:latin typeface="+mj-lt"/>
                <a:ea typeface="+mn-ea"/>
                <a:cs typeface="+mn-cs"/>
              </a:defRPr>
            </a:lvl6pPr>
            <a:lvl7pPr marL="361949" indent="-361949" algn="l" defTabSz="914400">
              <a:lnSpc>
                <a:spcPct val="90000"/>
              </a:lnSpc>
              <a:spcBef>
                <a:spcPts val="599"/>
              </a:spcBef>
              <a:spcAft>
                <a:spcPts val="599"/>
              </a:spcAft>
              <a:buClr>
                <a:schemeClr val="accent1"/>
              </a:buClr>
              <a:buFont typeface="+mj-lt"/>
              <a:buAutoNum type="arabicPeriod"/>
              <a:defRPr sz="2000">
                <a:solidFill>
                  <a:schemeClr val="tx1"/>
                </a:solidFill>
                <a:latin typeface="+mn-lt"/>
                <a:ea typeface="+mn-ea"/>
                <a:cs typeface="+mn-cs"/>
              </a:defRPr>
            </a:lvl7pPr>
            <a:lvl8pPr marL="361949" indent="-361949" algn="l" defTabSz="914400">
              <a:lnSpc>
                <a:spcPct val="90000"/>
              </a:lnSpc>
              <a:spcBef>
                <a:spcPts val="599"/>
              </a:spcBef>
              <a:spcAft>
                <a:spcPts val="599"/>
              </a:spcAft>
              <a:buClr>
                <a:schemeClr val="accent1"/>
              </a:buClr>
              <a:buFont typeface="+mj-lt"/>
              <a:buAutoNum type="alphaLcPeriod"/>
              <a:defRPr sz="2000">
                <a:solidFill>
                  <a:schemeClr val="tx1"/>
                </a:solidFill>
                <a:latin typeface="+mn-lt"/>
                <a:ea typeface="+mn-ea"/>
                <a:cs typeface="+mn-cs"/>
              </a:defRPr>
            </a:lvl8pPr>
            <a:lvl9pPr marL="0" indent="0" algn="l" defTabSz="914400">
              <a:lnSpc>
                <a:spcPct val="90000"/>
              </a:lnSpc>
              <a:spcBef>
                <a:spcPts val="599"/>
              </a:spcBef>
              <a:spcAft>
                <a:spcPts val="599"/>
              </a:spcAft>
              <a:buClr>
                <a:schemeClr val="accent1"/>
              </a:buClr>
              <a:buFont typeface="Arial"/>
              <a:buNone/>
              <a:defRPr sz="1600" i="1">
                <a:solidFill>
                  <a:schemeClr val="tx1"/>
                </a:solidFill>
                <a:latin typeface="+mn-lt"/>
                <a:ea typeface="+mn-ea"/>
                <a:cs typeface="+mn-cs"/>
              </a:defRPr>
            </a:lvl9pPr>
          </a:lstStyle>
          <a:p>
            <a:pPr lvl="1">
              <a:defRPr/>
            </a:pPr>
            <a:r>
              <a:rPr lang="en-US"/>
              <a:t>Blade Element Model</a:t>
            </a:r>
            <a:endParaRPr lang="en-US"/>
          </a:p>
          <a:p>
            <a:pPr lvl="1">
              <a:defRPr/>
            </a:pPr>
            <a:r>
              <a:rPr lang="en-US">
                <a:highlight>
                  <a:srgbClr val="FFFF00"/>
                </a:highlight>
              </a:rPr>
              <a:t>Dynamically </a:t>
            </a:r>
            <a:r>
              <a:rPr lang="en-US">
                <a:highlight>
                  <a:srgbClr val="FFFF00"/>
                </a:highlight>
              </a:rPr>
              <a:t>Prescribed Wake Lifting Line Model</a:t>
            </a:r>
            <a:endParaRPr>
              <a:highlight>
                <a:srgbClr val="FFFF00"/>
              </a:highlight>
            </a:endParaRPr>
          </a:p>
          <a:p>
            <a:pPr lvl="1">
              <a:defRPr/>
            </a:pPr>
            <a:r>
              <a:rPr lang="en-US"/>
              <a:t>Free Wake Lifting Line</a:t>
            </a:r>
            <a:r>
              <a:rPr lang="en-US"/>
              <a:t> Model </a:t>
            </a:r>
            <a:endParaRPr lang="en-US"/>
          </a:p>
          <a:p>
            <a:pPr>
              <a:defRPr/>
            </a:pPr>
            <a:endParaRPr lang="en-US"/>
          </a:p>
          <a:p>
            <a:pPr>
              <a:defRPr/>
            </a:pPr>
            <a:endParaRPr lang="en-US"/>
          </a:p>
          <a:p>
            <a:pPr>
              <a:defRPr/>
            </a:pPr>
            <a:endParaRPr/>
          </a:p>
        </p:txBody>
      </p:sp>
      <p:pic>
        <p:nvPicPr>
          <p:cNvPr id="1092506259" name=""/>
          <p:cNvPicPr>
            <a:picLocks noChangeAspect="1"/>
          </p:cNvPicPr>
          <p:nvPr/>
        </p:nvPicPr>
        <p:blipFill>
          <a:blip r:embed="rId3"/>
          <a:stretch/>
        </p:blipFill>
        <p:spPr bwMode="auto">
          <a:xfrm flipH="0" flipV="0">
            <a:off x="7112575" y="1113898"/>
            <a:ext cx="4065888" cy="4285474"/>
          </a:xfrm>
          <a:prstGeom prst="rect">
            <a:avLst/>
          </a:prstGeom>
        </p:spPr>
      </p:pic>
      <p:grpSp>
        <p:nvGrpSpPr>
          <p:cNvPr id="634411319" name="INSTRUCTION"/>
          <p:cNvGrpSpPr>
            <a:grpSpLocks noGrp="1" noMove="1" noResize="1" noRot="1" noUngrp="1"/>
          </p:cNvGrpSpPr>
          <p:nvPr/>
        </p:nvGrpSpPr>
        <p:grpSpPr bwMode="auto">
          <a:xfrm>
            <a:off x="-3786436" y="0"/>
            <a:ext cx="3693385" cy="5359348"/>
            <a:chOff x="-3786436" y="0"/>
            <a:chExt cx="3693385" cy="5359348"/>
          </a:xfrm>
        </p:grpSpPr>
        <p:sp>
          <p:nvSpPr>
            <p:cNvPr id="1460420327" name="Rechthoek 273"/>
            <p:cNvSpPr>
              <a:spLocks noAdjustHandles="1" noChangeArrowheads="1" noChangeShapeType="1" noEditPoints="1" noGrp="1" noMove="1" noResize="1" noRot="1"/>
            </p:cNvSpPr>
            <p:nvPr userDrawn="1"/>
          </p:nvSpPr>
          <p:spPr bwMode="auto">
            <a:xfrm>
              <a:off x="-3786165" y="0"/>
              <a:ext cx="3593090" cy="4641337"/>
            </a:xfrm>
            <a:prstGeom prst="rect">
              <a:avLst/>
            </a:prstGeom>
            <a:solidFill>
              <a:srgbClr val="FFFFFF"/>
            </a:solidFill>
            <a:ln w="6350">
              <a:solidFill>
                <a:srgbClr val="ECECEC"/>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noAutofit/>
            </a:bodyPr>
            <a:lstStyle/>
            <a:p>
              <a:pPr algn="l">
                <a:lnSpc>
                  <a:spcPct val="90000"/>
                </a:lnSpc>
                <a:spcBef>
                  <a:spcPts val="599"/>
                </a:spcBef>
                <a:spcAft>
                  <a:spcPts val="599"/>
                </a:spcAft>
                <a:defRPr/>
              </a:pPr>
              <a:r>
                <a:rPr lang="en-GB" sz="1400" b="1" cap="all">
                  <a:solidFill>
                    <a:schemeClr val="accent1"/>
                  </a:solidFill>
                  <a:latin typeface="Calibri"/>
                  <a:cs typeface="Calibri"/>
                </a:rPr>
                <a:t>Choosing text levels</a:t>
              </a:r>
              <a:endParaRPr/>
            </a:p>
          </p:txBody>
        </p:sp>
        <p:sp>
          <p:nvSpPr>
            <p:cNvPr id="966058760" name="Ovaal 274"/>
            <p:cNvSpPr>
              <a:spLocks noAdjustHandles="1" noChangeArrowheads="1" noChangeShapeType="1" noEditPoints="1" noGrp="1" noMove="1" noResize="1" noRot="1"/>
            </p:cNvSpPr>
            <p:nvPr userDrawn="1"/>
          </p:nvSpPr>
          <p:spPr bwMode="auto">
            <a:xfrm>
              <a:off x="-3604182" y="1837483"/>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1</a:t>
              </a:r>
              <a:endParaRPr/>
            </a:p>
          </p:txBody>
        </p:sp>
        <p:sp>
          <p:nvSpPr>
            <p:cNvPr id="1607404418" name="Rechthoek 275"/>
            <p:cNvSpPr>
              <a:spLocks noAdjustHandles="1" noChangeArrowheads="1" noChangeShapeType="1" noEditPoints="1" noGrp="1" noMove="1" noResize="1" noRot="1"/>
            </p:cNvSpPr>
            <p:nvPr userDrawn="1"/>
          </p:nvSpPr>
          <p:spPr bwMode="auto">
            <a:xfrm>
              <a:off x="-3319414" y="1837483"/>
              <a:ext cx="2949219" cy="180000"/>
            </a:xfrm>
            <a:prstGeom prst="rect">
              <a:avLst/>
            </a:prstGeom>
            <a:noFill/>
            <a:ln w="25400" cap="flat" cmpd="sng" algn="ctr">
              <a:noFill/>
              <a:prstDash val="solid"/>
            </a:ln>
            <a:effectLst/>
          </p:spPr>
          <p:txBody>
            <a:bodyPr lIns="0" tIns="0" rIns="0" bIns="0" rtlCol="0" anchor="ctr"/>
            <a:lstStyle/>
            <a:p>
              <a:pPr marL="357187" marR="0" lvl="0" indent="-357187" defTabSz="914400">
                <a:lnSpc>
                  <a:spcPct val="100000"/>
                </a:lnSpc>
                <a:spcBef>
                  <a:spcPts val="599"/>
                </a:spcBef>
                <a:spcAft>
                  <a:spcPts val="599"/>
                </a:spcAft>
                <a:buClr>
                  <a:schemeClr val="accent1"/>
                </a:buClr>
                <a:buSzTx/>
                <a:buFont typeface="Calibri"/>
                <a:buChar char="•"/>
                <a:defRPr/>
              </a:pPr>
              <a:r>
                <a:rPr lang="en-GB" sz="1400" b="0" i="0" u="none" strike="noStrike" cap="none" spc="0">
                  <a:ln>
                    <a:noFill/>
                  </a:ln>
                  <a:solidFill>
                    <a:srgbClr val="000000"/>
                  </a:solidFill>
                  <a:latin typeface="Arial"/>
                  <a:cs typeface="Calibri"/>
                </a:rPr>
                <a:t>Bullet</a:t>
              </a:r>
              <a:endParaRPr/>
            </a:p>
          </p:txBody>
        </p:sp>
        <p:sp>
          <p:nvSpPr>
            <p:cNvPr id="1588364029" name="Ovaal 276"/>
            <p:cNvSpPr>
              <a:spLocks noAdjustHandles="1" noChangeArrowheads="1" noChangeShapeType="1" noEditPoints="1" noGrp="1" noMove="1" noResize="1" noRot="1"/>
            </p:cNvSpPr>
            <p:nvPr userDrawn="1"/>
          </p:nvSpPr>
          <p:spPr bwMode="auto">
            <a:xfrm>
              <a:off x="-3604182" y="2128767"/>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2</a:t>
              </a:r>
              <a:endParaRPr/>
            </a:p>
          </p:txBody>
        </p:sp>
        <p:sp>
          <p:nvSpPr>
            <p:cNvPr id="1863983123" name="Rechthoek 277"/>
            <p:cNvSpPr>
              <a:spLocks noAdjustHandles="1" noChangeArrowheads="1" noChangeShapeType="1" noEditPoints="1" noGrp="1" noMove="1" noResize="1" noRot="1"/>
            </p:cNvSpPr>
            <p:nvPr userDrawn="1"/>
          </p:nvSpPr>
          <p:spPr bwMode="auto">
            <a:xfrm>
              <a:off x="-3604182" y="1196112"/>
              <a:ext cx="3229047" cy="459226"/>
            </a:xfrm>
            <a:prstGeom prst="rect">
              <a:avLst/>
            </a:prstGeom>
            <a:noFill/>
            <a:ln w="25400" cap="flat" cmpd="sng" algn="ctr">
              <a:noFill/>
              <a:prstDash val="solid"/>
            </a:ln>
            <a:effectLst/>
          </p:spPr>
          <p:txBody>
            <a:bodyPr lIns="0" tIns="0" rIns="0" bIns="0" rtlCol="0" anchor="t"/>
            <a:lstStyle/>
            <a:p>
              <a:pPr marL="0" marR="0" lvl="0" indent="0" defTabSz="914400">
                <a:lnSpc>
                  <a:spcPct val="90000"/>
                </a:lnSpc>
                <a:spcBef>
                  <a:spcPts val="599"/>
                </a:spcBef>
                <a:spcAft>
                  <a:spcPts val="599"/>
                </a:spcAft>
                <a:buClrTx/>
                <a:buSzTx/>
                <a:buFontTx/>
                <a:buNone/>
                <a:defRPr/>
              </a:pPr>
              <a:r>
                <a:rPr lang="en-GB" sz="1200" b="0" i="0" u="none" strike="noStrike" cap="none" spc="0">
                  <a:ln>
                    <a:noFill/>
                  </a:ln>
                  <a:solidFill>
                    <a:srgbClr val="000000"/>
                  </a:solidFill>
                  <a:latin typeface="Calibri"/>
                  <a:cs typeface="Calibri"/>
                </a:rPr>
                <a:t>Under the tab </a:t>
              </a:r>
              <a:r>
                <a:rPr lang="en-GB" sz="1200" b="1" i="0" u="none" strike="noStrike" cap="none" spc="0">
                  <a:ln>
                    <a:noFill/>
                  </a:ln>
                  <a:solidFill>
                    <a:srgbClr val="000000"/>
                  </a:solidFill>
                  <a:latin typeface="Calibri"/>
                  <a:cs typeface="Calibri"/>
                </a:rPr>
                <a:t>‘Home’</a:t>
              </a:r>
              <a:r>
                <a:rPr lang="en-GB" sz="1200" b="0" i="0" u="none" strike="noStrike" cap="none" spc="0">
                  <a:ln>
                    <a:noFill/>
                  </a:ln>
                  <a:solidFill>
                    <a:srgbClr val="000000"/>
                  </a:solidFill>
                  <a:latin typeface="Calibri"/>
                  <a:cs typeface="Calibri"/>
                </a:rPr>
                <a:t>, use the </a:t>
              </a:r>
              <a:r>
                <a:rPr lang="en-GB" sz="1200" b="1" i="0" u="none" strike="noStrike" cap="none" spc="0">
                  <a:ln>
                    <a:noFill/>
                  </a:ln>
                  <a:solidFill>
                    <a:srgbClr val="000000"/>
                  </a:solidFill>
                  <a:latin typeface="Calibri"/>
                  <a:cs typeface="Calibri"/>
                </a:rPr>
                <a:t>list level-buttons</a:t>
              </a:r>
              <a:r>
                <a:rPr lang="en-GB" sz="1200" b="0" i="0" u="none" strike="noStrike" cap="none" spc="0">
                  <a:ln>
                    <a:noFill/>
                  </a:ln>
                  <a:solidFill>
                    <a:srgbClr val="000000"/>
                  </a:solidFill>
                  <a:latin typeface="Calibri"/>
                  <a:cs typeface="Calibri"/>
                </a:rPr>
                <a:t> to choose a text level. </a:t>
              </a:r>
              <a:br>
                <a:rPr lang="en-GB" sz="1200" b="0" i="0" u="none" strike="noStrike" cap="none" spc="0">
                  <a:ln>
                    <a:noFill/>
                  </a:ln>
                  <a:solidFill>
                    <a:srgbClr val="000000"/>
                  </a:solidFill>
                  <a:latin typeface="Calibri"/>
                  <a:cs typeface="Calibri"/>
                </a:rPr>
              </a:br>
              <a:r>
                <a:rPr lang="en-GB" sz="1200" b="0" i="0" u="none" strike="noStrike" cap="none" spc="0">
                  <a:ln>
                    <a:noFill/>
                  </a:ln>
                  <a:solidFill>
                    <a:srgbClr val="000000"/>
                  </a:solidFill>
                  <a:latin typeface="Calibri"/>
                  <a:cs typeface="Calibri"/>
                </a:rPr>
                <a:t>Choose from:</a:t>
              </a:r>
              <a:endParaRPr/>
            </a:p>
          </p:txBody>
        </p:sp>
        <p:sp>
          <p:nvSpPr>
            <p:cNvPr id="1392977132" name="Rechthoek 278"/>
            <p:cNvSpPr>
              <a:spLocks noAdjustHandles="1" noChangeArrowheads="1" noChangeShapeType="1" noEditPoints="1" noGrp="1" noMove="1" noResize="1" noRot="1"/>
            </p:cNvSpPr>
            <p:nvPr userDrawn="1"/>
          </p:nvSpPr>
          <p:spPr bwMode="auto">
            <a:xfrm>
              <a:off x="-3319414" y="2128872"/>
              <a:ext cx="2949219" cy="180000"/>
            </a:xfrm>
            <a:prstGeom prst="rect">
              <a:avLst/>
            </a:prstGeom>
            <a:noFill/>
            <a:ln w="25400" cap="flat" cmpd="sng" algn="ctr">
              <a:noFill/>
              <a:prstDash val="solid"/>
            </a:ln>
            <a:effectLst/>
          </p:spPr>
          <p:txBody>
            <a:bodyPr lIns="0" tIns="0" rIns="0" bIns="0" rtlCol="0" anchor="ctr"/>
            <a:lstStyle/>
            <a:p>
              <a:pPr marL="715962" marR="0" lvl="0" indent="-358774" defTabSz="914400">
                <a:lnSpc>
                  <a:spcPct val="100000"/>
                </a:lnSpc>
                <a:spcBef>
                  <a:spcPts val="599"/>
                </a:spcBef>
                <a:spcAft>
                  <a:spcPts val="599"/>
                </a:spcAft>
                <a:buClr>
                  <a:schemeClr val="accent1"/>
                </a:buClr>
                <a:buSzTx/>
                <a:buFont typeface="Calibri"/>
                <a:buChar char="•"/>
                <a:defRPr/>
              </a:pPr>
              <a:r>
                <a:rPr lang="en-GB" sz="1400" b="0" i="0" u="none" strike="noStrike" cap="none" spc="0">
                  <a:ln>
                    <a:noFill/>
                  </a:ln>
                  <a:solidFill>
                    <a:srgbClr val="000000"/>
                  </a:solidFill>
                  <a:latin typeface="Arial"/>
                  <a:cs typeface="Calibri"/>
                </a:rPr>
                <a:t>Sub-bullet </a:t>
              </a:r>
              <a:endParaRPr/>
            </a:p>
          </p:txBody>
        </p:sp>
        <p:sp>
          <p:nvSpPr>
            <p:cNvPr id="776605498" name="Ovaal 279"/>
            <p:cNvSpPr>
              <a:spLocks noAdjustHandles="1" noChangeArrowheads="1" noChangeShapeType="1" noEditPoints="1" noGrp="1" noMove="1" noResize="1" noRot="1"/>
            </p:cNvSpPr>
            <p:nvPr userDrawn="1"/>
          </p:nvSpPr>
          <p:spPr bwMode="auto">
            <a:xfrm>
              <a:off x="-3604182" y="2420051"/>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3</a:t>
              </a:r>
              <a:endParaRPr/>
            </a:p>
          </p:txBody>
        </p:sp>
        <p:sp>
          <p:nvSpPr>
            <p:cNvPr id="522270775" name="Rechthoek 280"/>
            <p:cNvSpPr>
              <a:spLocks noAdjustHandles="1" noChangeArrowheads="1" noChangeShapeType="1" noEditPoints="1" noGrp="1" noMove="1" noResize="1" noRot="1"/>
            </p:cNvSpPr>
            <p:nvPr userDrawn="1"/>
          </p:nvSpPr>
          <p:spPr bwMode="auto">
            <a:xfrm>
              <a:off x="-3319414" y="2420262"/>
              <a:ext cx="2949219" cy="180000"/>
            </a:xfrm>
            <a:prstGeom prst="rect">
              <a:avLst/>
            </a:prstGeom>
            <a:noFill/>
            <a:ln w="25400" cap="flat" cmpd="sng" algn="ctr">
              <a:noFill/>
              <a:prstDash val="solid"/>
            </a:ln>
            <a:effectLst/>
          </p:spPr>
          <p:txBody>
            <a:bodyPr lIns="0" tIns="0" rIns="0" bIns="0" rtlCol="0" anchor="ctr"/>
            <a:lstStyle/>
            <a:p>
              <a:pPr marL="0" marR="0" lvl="0" indent="0" defTabSz="914400">
                <a:lnSpc>
                  <a:spcPct val="100000"/>
                </a:lnSpc>
                <a:spcBef>
                  <a:spcPts val="599"/>
                </a:spcBef>
                <a:spcAft>
                  <a:spcPts val="599"/>
                </a:spcAft>
                <a:buClr>
                  <a:schemeClr val="accent1"/>
                </a:buClr>
                <a:buSzTx/>
                <a:buFont typeface="Calibri"/>
                <a:buNone/>
                <a:defRPr/>
              </a:pPr>
              <a:r>
                <a:rPr lang="en-GB" sz="1400" b="0" i="0" u="none" strike="noStrike" cap="none" spc="0">
                  <a:ln>
                    <a:noFill/>
                  </a:ln>
                  <a:solidFill>
                    <a:srgbClr val="000000"/>
                  </a:solidFill>
                  <a:latin typeface="Arial"/>
                  <a:cs typeface="Calibri"/>
                </a:rPr>
                <a:t>Default text</a:t>
              </a:r>
              <a:endParaRPr/>
            </a:p>
          </p:txBody>
        </p:sp>
        <p:sp>
          <p:nvSpPr>
            <p:cNvPr id="1504160964" name="Ovaal 281"/>
            <p:cNvSpPr>
              <a:spLocks noAdjustHandles="1" noChangeArrowheads="1" noChangeShapeType="1" noEditPoints="1" noGrp="1" noMove="1" noResize="1" noRot="1"/>
            </p:cNvSpPr>
            <p:nvPr userDrawn="1"/>
          </p:nvSpPr>
          <p:spPr bwMode="auto">
            <a:xfrm>
              <a:off x="-3604182" y="2711335"/>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4</a:t>
              </a:r>
              <a:endParaRPr/>
            </a:p>
          </p:txBody>
        </p:sp>
        <p:sp>
          <p:nvSpPr>
            <p:cNvPr id="808193671" name="Rechthoek 282"/>
            <p:cNvSpPr>
              <a:spLocks noAdjustHandles="1" noChangeArrowheads="1" noChangeShapeType="1" noEditPoints="1" noGrp="1" noMove="1" noResize="1" noRot="1"/>
            </p:cNvSpPr>
            <p:nvPr userDrawn="1"/>
          </p:nvSpPr>
          <p:spPr bwMode="auto">
            <a:xfrm>
              <a:off x="-3319414" y="2711650"/>
              <a:ext cx="2949219" cy="180000"/>
            </a:xfrm>
            <a:prstGeom prst="rect">
              <a:avLst/>
            </a:prstGeom>
            <a:noFill/>
            <a:ln w="25400" cap="flat" cmpd="sng" algn="ctr">
              <a:noFill/>
              <a:prstDash val="solid"/>
            </a:ln>
            <a:effectLst/>
          </p:spPr>
          <p:txBody>
            <a:bodyPr lIns="0" tIns="0" rIns="0" bIns="0" rtlCol="0" anchor="ctr"/>
            <a:lstStyle/>
            <a:p>
              <a:pPr marL="0" marR="0" lvl="0" indent="0" defTabSz="914400">
                <a:lnSpc>
                  <a:spcPct val="100000"/>
                </a:lnSpc>
                <a:spcBef>
                  <a:spcPts val="599"/>
                </a:spcBef>
                <a:spcAft>
                  <a:spcPts val="599"/>
                </a:spcAft>
                <a:buClr>
                  <a:schemeClr val="accent1"/>
                </a:buClr>
                <a:buSzTx/>
                <a:buFont typeface="Calibri"/>
                <a:buNone/>
                <a:defRPr/>
              </a:pPr>
              <a:r>
                <a:rPr lang="en-GB" sz="2400" b="1" i="0" u="none" strike="noStrike" cap="none" spc="0">
                  <a:ln>
                    <a:noFill/>
                  </a:ln>
                  <a:solidFill>
                    <a:schemeClr val="tx1"/>
                  </a:solidFill>
                  <a:latin typeface="Arial"/>
                  <a:cs typeface="Calibri"/>
                </a:rPr>
                <a:t>Title/Quote</a:t>
              </a:r>
              <a:endParaRPr/>
            </a:p>
          </p:txBody>
        </p:sp>
        <p:sp>
          <p:nvSpPr>
            <p:cNvPr id="142195426" name="Ovaal 283"/>
            <p:cNvSpPr>
              <a:spLocks noAdjustHandles="1" noChangeArrowheads="1" noChangeShapeType="1" noEditPoints="1" noGrp="1" noMove="1" noResize="1" noRot="1"/>
            </p:cNvSpPr>
            <p:nvPr userDrawn="1"/>
          </p:nvSpPr>
          <p:spPr bwMode="auto">
            <a:xfrm>
              <a:off x="-3604182" y="3002619"/>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5</a:t>
              </a:r>
              <a:endParaRPr/>
            </a:p>
          </p:txBody>
        </p:sp>
        <p:sp>
          <p:nvSpPr>
            <p:cNvPr id="1745305603" name="Rechthoek 284"/>
            <p:cNvSpPr>
              <a:spLocks noAdjustHandles="1" noChangeArrowheads="1" noChangeShapeType="1" noEditPoints="1" noGrp="1" noMove="1" noResize="1" noRot="1"/>
            </p:cNvSpPr>
            <p:nvPr userDrawn="1"/>
          </p:nvSpPr>
          <p:spPr bwMode="auto">
            <a:xfrm>
              <a:off x="-3319414" y="3003039"/>
              <a:ext cx="2949219" cy="180000"/>
            </a:xfrm>
            <a:prstGeom prst="rect">
              <a:avLst/>
            </a:prstGeom>
            <a:noFill/>
            <a:ln w="25400" cap="flat" cmpd="sng" algn="ctr">
              <a:noFill/>
              <a:prstDash val="solid"/>
            </a:ln>
            <a:effectLst/>
          </p:spPr>
          <p:txBody>
            <a:bodyPr lIns="0" tIns="0" rIns="0" bIns="0" rtlCol="0" anchor="ctr"/>
            <a:lstStyle/>
            <a:p>
              <a:pPr marL="0" marR="0" lvl="0" indent="0" defTabSz="914400">
                <a:lnSpc>
                  <a:spcPct val="100000"/>
                </a:lnSpc>
                <a:spcBef>
                  <a:spcPts val="599"/>
                </a:spcBef>
                <a:spcAft>
                  <a:spcPts val="599"/>
                </a:spcAft>
                <a:buClr>
                  <a:schemeClr val="accent1"/>
                </a:buClr>
                <a:buSzTx/>
                <a:buFont typeface="Calibri"/>
                <a:buNone/>
                <a:defRPr/>
              </a:pPr>
              <a:r>
                <a:rPr lang="en-GB" sz="1800" b="0" i="0" u="none" strike="noStrike" cap="none" spc="0">
                  <a:ln>
                    <a:noFill/>
                  </a:ln>
                  <a:solidFill>
                    <a:schemeClr val="accent1"/>
                  </a:solidFill>
                  <a:latin typeface="Arial"/>
                  <a:cs typeface="Calibri"/>
                </a:rPr>
                <a:t>Subtitle</a:t>
              </a:r>
              <a:endParaRPr/>
            </a:p>
          </p:txBody>
        </p:sp>
        <p:sp>
          <p:nvSpPr>
            <p:cNvPr id="857580708" name="Ovaal 285"/>
            <p:cNvSpPr>
              <a:spLocks noAdjustHandles="1" noChangeArrowheads="1" noChangeShapeType="1" noEditPoints="1" noGrp="1" noMove="1" noResize="1" noRot="1"/>
            </p:cNvSpPr>
            <p:nvPr userDrawn="1"/>
          </p:nvSpPr>
          <p:spPr bwMode="auto">
            <a:xfrm>
              <a:off x="-3604182" y="3293903"/>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6</a:t>
              </a:r>
              <a:endParaRPr/>
            </a:p>
          </p:txBody>
        </p:sp>
        <p:sp>
          <p:nvSpPr>
            <p:cNvPr id="667944043" name="Rechthoek 286"/>
            <p:cNvSpPr>
              <a:spLocks noAdjustHandles="1" noChangeArrowheads="1" noChangeShapeType="1" noEditPoints="1" noGrp="1" noMove="1" noResize="1" noRot="1"/>
            </p:cNvSpPr>
            <p:nvPr userDrawn="1"/>
          </p:nvSpPr>
          <p:spPr bwMode="auto">
            <a:xfrm>
              <a:off x="-3319414" y="3585817"/>
              <a:ext cx="2949219" cy="180000"/>
            </a:xfrm>
            <a:prstGeom prst="rect">
              <a:avLst/>
            </a:prstGeom>
            <a:noFill/>
            <a:ln w="25400" cap="flat" cmpd="sng" algn="ctr">
              <a:noFill/>
              <a:prstDash val="solid"/>
            </a:ln>
            <a:effectLst/>
          </p:spPr>
          <p:txBody>
            <a:bodyPr lIns="0" tIns="0" rIns="0" bIns="0" rtlCol="0" anchor="ctr"/>
            <a:lstStyle/>
            <a:p>
              <a:pPr marL="357187" marR="0" lvl="0" indent="-357187" defTabSz="914400">
                <a:lnSpc>
                  <a:spcPct val="100000"/>
                </a:lnSpc>
                <a:spcBef>
                  <a:spcPts val="599"/>
                </a:spcBef>
                <a:spcAft>
                  <a:spcPts val="599"/>
                </a:spcAft>
                <a:buClr>
                  <a:schemeClr val="accent1"/>
                </a:buClr>
                <a:buSzTx/>
                <a:buFont typeface="+mj-lt"/>
                <a:buAutoNum type="arabicPeriod"/>
                <a:defRPr/>
              </a:pPr>
              <a:r>
                <a:rPr lang="en-GB" sz="1400" b="0" i="0" u="none" strike="noStrike" cap="none" spc="0">
                  <a:ln>
                    <a:noFill/>
                  </a:ln>
                  <a:solidFill>
                    <a:schemeClr val="tx1"/>
                  </a:solidFill>
                  <a:latin typeface="Arial"/>
                  <a:cs typeface="Calibri"/>
                </a:rPr>
                <a:t>Numerical bullet</a:t>
              </a:r>
              <a:endParaRPr/>
            </a:p>
          </p:txBody>
        </p:sp>
        <p:sp>
          <p:nvSpPr>
            <p:cNvPr id="1960757448" name="Ovaal 287"/>
            <p:cNvSpPr>
              <a:spLocks noAdjustHandles="1" noChangeArrowheads="1" noChangeShapeType="1" noEditPoints="1" noGrp="1" noMove="1" noResize="1" noRot="1"/>
            </p:cNvSpPr>
            <p:nvPr userDrawn="1"/>
          </p:nvSpPr>
          <p:spPr bwMode="auto">
            <a:xfrm>
              <a:off x="-3604182" y="3585187"/>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7</a:t>
              </a:r>
              <a:endParaRPr/>
            </a:p>
          </p:txBody>
        </p:sp>
        <p:sp>
          <p:nvSpPr>
            <p:cNvPr id="724612366" name="Rechthoek 288"/>
            <p:cNvSpPr>
              <a:spLocks noAdjustHandles="1" noChangeArrowheads="1" noChangeShapeType="1" noEditPoints="1" noGrp="1" noMove="1" noResize="1" noRot="1"/>
            </p:cNvSpPr>
            <p:nvPr userDrawn="1"/>
          </p:nvSpPr>
          <p:spPr bwMode="auto">
            <a:xfrm>
              <a:off x="-3325829" y="3877206"/>
              <a:ext cx="2949219" cy="180000"/>
            </a:xfrm>
            <a:prstGeom prst="rect">
              <a:avLst/>
            </a:prstGeom>
            <a:noFill/>
            <a:ln w="25400" cap="flat" cmpd="sng" algn="ctr">
              <a:noFill/>
              <a:prstDash val="solid"/>
            </a:ln>
            <a:effectLst/>
          </p:spPr>
          <p:txBody>
            <a:bodyPr lIns="0" tIns="0" rIns="0" bIns="0" rtlCol="0" anchor="ctr"/>
            <a:lstStyle/>
            <a:p>
              <a:pPr marL="342900" marR="0" lvl="0" indent="-342900" defTabSz="914400">
                <a:lnSpc>
                  <a:spcPct val="100000"/>
                </a:lnSpc>
                <a:spcBef>
                  <a:spcPts val="599"/>
                </a:spcBef>
                <a:spcAft>
                  <a:spcPts val="599"/>
                </a:spcAft>
                <a:buClr>
                  <a:schemeClr val="accent1"/>
                </a:buClr>
                <a:buSzTx/>
                <a:buFont typeface="+mj-lt"/>
                <a:buAutoNum type="alphaLcPeriod"/>
                <a:defRPr/>
              </a:pPr>
              <a:r>
                <a:rPr lang="en-GB" sz="1400" b="0" i="0" u="none" strike="noStrike" cap="none" spc="0">
                  <a:ln>
                    <a:noFill/>
                  </a:ln>
                  <a:solidFill>
                    <a:schemeClr val="tx1"/>
                  </a:solidFill>
                  <a:latin typeface="Arial"/>
                  <a:cs typeface="Calibri"/>
                </a:rPr>
                <a:t>Alphabetical bullet</a:t>
              </a:r>
              <a:endParaRPr/>
            </a:p>
          </p:txBody>
        </p:sp>
        <p:sp>
          <p:nvSpPr>
            <p:cNvPr id="1868051302" name="Ovaal 289"/>
            <p:cNvSpPr>
              <a:spLocks noAdjustHandles="1" noChangeArrowheads="1" noChangeShapeType="1" noEditPoints="1" noGrp="1" noMove="1" noResize="1" noRot="1"/>
            </p:cNvSpPr>
            <p:nvPr userDrawn="1"/>
          </p:nvSpPr>
          <p:spPr bwMode="auto">
            <a:xfrm>
              <a:off x="-3604182" y="3876471"/>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8</a:t>
              </a:r>
              <a:endParaRPr/>
            </a:p>
          </p:txBody>
        </p:sp>
        <p:sp>
          <p:nvSpPr>
            <p:cNvPr id="1158829409" name="Rechthoek 290"/>
            <p:cNvSpPr>
              <a:spLocks noAdjustHandles="1" noChangeArrowheads="1" noChangeShapeType="1" noEditPoints="1" noGrp="1" noMove="1" noResize="1" noRot="1"/>
            </p:cNvSpPr>
            <p:nvPr userDrawn="1"/>
          </p:nvSpPr>
          <p:spPr bwMode="auto">
            <a:xfrm>
              <a:off x="-3319414" y="4168593"/>
              <a:ext cx="2949219" cy="180000"/>
            </a:xfrm>
            <a:prstGeom prst="rect">
              <a:avLst/>
            </a:prstGeom>
            <a:noFill/>
            <a:ln w="25400" cap="flat" cmpd="sng" algn="ctr">
              <a:noFill/>
              <a:prstDash val="solid"/>
            </a:ln>
            <a:effectLst/>
          </p:spPr>
          <p:txBody>
            <a:bodyPr lIns="0" tIns="0" rIns="0" bIns="0" rtlCol="0" anchor="ctr"/>
            <a:lstStyle/>
            <a:p>
              <a:pPr marL="0" marR="0" lvl="0" indent="0" defTabSz="914400">
                <a:lnSpc>
                  <a:spcPct val="100000"/>
                </a:lnSpc>
                <a:spcBef>
                  <a:spcPts val="599"/>
                </a:spcBef>
                <a:spcAft>
                  <a:spcPts val="599"/>
                </a:spcAft>
                <a:buClr>
                  <a:schemeClr val="tx1"/>
                </a:buClr>
                <a:buSzTx/>
                <a:buFont typeface="Calibri"/>
                <a:buNone/>
                <a:defRPr/>
              </a:pPr>
              <a:r>
                <a:rPr lang="en-GB" sz="1200" b="0" i="1" u="none" strike="noStrike" cap="none" spc="0">
                  <a:ln>
                    <a:noFill/>
                  </a:ln>
                  <a:solidFill>
                    <a:srgbClr val="000000"/>
                  </a:solidFill>
                  <a:latin typeface="Arial"/>
                  <a:cs typeface="Calibri"/>
                </a:rPr>
                <a:t>Source</a:t>
              </a:r>
              <a:endParaRPr/>
            </a:p>
          </p:txBody>
        </p:sp>
        <p:sp>
          <p:nvSpPr>
            <p:cNvPr id="206449744" name="Ovaal 291"/>
            <p:cNvSpPr>
              <a:spLocks noAdjustHandles="1" noChangeArrowheads="1" noChangeShapeType="1" noEditPoints="1" noGrp="1" noMove="1" noResize="1" noRot="1"/>
            </p:cNvSpPr>
            <p:nvPr userDrawn="1"/>
          </p:nvSpPr>
          <p:spPr bwMode="auto">
            <a:xfrm>
              <a:off x="-3604182" y="4168593"/>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9</a:t>
              </a:r>
              <a:endParaRPr/>
            </a:p>
          </p:txBody>
        </p:sp>
        <p:sp>
          <p:nvSpPr>
            <p:cNvPr id="175332201" name="Rechthoek 292"/>
            <p:cNvSpPr>
              <a:spLocks noAdjustHandles="1" noChangeArrowheads="1" noChangeShapeType="1" noEditPoints="1" noGrp="1" noMove="1" noResize="1" noRot="1"/>
            </p:cNvSpPr>
            <p:nvPr userDrawn="1"/>
          </p:nvSpPr>
          <p:spPr bwMode="auto">
            <a:xfrm>
              <a:off x="-3319414" y="3294428"/>
              <a:ext cx="2949219" cy="180000"/>
            </a:xfrm>
            <a:prstGeom prst="rect">
              <a:avLst/>
            </a:prstGeom>
            <a:noFill/>
            <a:ln w="25400" cap="flat" cmpd="sng" algn="ctr">
              <a:noFill/>
              <a:prstDash val="solid"/>
            </a:ln>
            <a:effectLst/>
          </p:spPr>
          <p:txBody>
            <a:bodyPr lIns="0" tIns="0" rIns="0" bIns="0" rtlCol="0" anchor="ctr"/>
            <a:lstStyle/>
            <a:p>
              <a:pPr marL="0" marR="0" lvl="0" indent="0" defTabSz="914400">
                <a:lnSpc>
                  <a:spcPct val="100000"/>
                </a:lnSpc>
                <a:spcBef>
                  <a:spcPts val="599"/>
                </a:spcBef>
                <a:spcAft>
                  <a:spcPts val="599"/>
                </a:spcAft>
                <a:buClr>
                  <a:schemeClr val="accent1"/>
                </a:buClr>
                <a:buSzTx/>
                <a:buFont typeface="Calibri"/>
                <a:buNone/>
                <a:defRPr/>
              </a:pPr>
              <a:r>
                <a:rPr lang="en-GB" sz="1400" b="0" i="0" u="none" strike="noStrike" cap="none" spc="0">
                  <a:ln>
                    <a:noFill/>
                  </a:ln>
                  <a:solidFill>
                    <a:srgbClr val="000000"/>
                  </a:solidFill>
                  <a:latin typeface="Arial"/>
                  <a:cs typeface="Calibri"/>
                </a:rPr>
                <a:t>Default text</a:t>
              </a:r>
              <a:endParaRPr/>
            </a:p>
          </p:txBody>
        </p:sp>
        <p:sp>
          <p:nvSpPr>
            <p:cNvPr id="1173615184" name="Rechthoek 293"/>
            <p:cNvSpPr>
              <a:spLocks noAdjustHandles="1" noChangeArrowheads="1" noChangeShapeType="1" noEditPoints="1" noGrp="1" noMove="1" noResize="1" noRot="1"/>
            </p:cNvSpPr>
            <p:nvPr userDrawn="1"/>
          </p:nvSpPr>
          <p:spPr bwMode="auto">
            <a:xfrm>
              <a:off x="-3786436" y="4531348"/>
              <a:ext cx="3593637" cy="828000"/>
            </a:xfrm>
            <a:prstGeom prst="rect">
              <a:avLst/>
            </a:prstGeom>
            <a:solidFill>
              <a:srgbClr val="ECECEC"/>
            </a:solidFill>
            <a:ln w="6350">
              <a:solidFill>
                <a:srgbClr val="ECECEC"/>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ctr" anchorCtr="0" forceAA="0" compatLnSpc="1">
              <a:prstTxWarp prst="textNoShape"/>
              <a:noAutofit/>
            </a:bodyPr>
            <a:lstStyle/>
            <a:p>
              <a:pPr algn="l">
                <a:lnSpc>
                  <a:spcPct val="90000"/>
                </a:lnSpc>
                <a:spcBef>
                  <a:spcPts val="599"/>
                </a:spcBef>
                <a:spcAft>
                  <a:spcPts val="599"/>
                </a:spcAft>
                <a:defRPr/>
              </a:pPr>
              <a:r>
                <a:rPr lang="en-GB" sz="1200" b="1" cap="all">
                  <a:solidFill>
                    <a:srgbClr val="211F26"/>
                  </a:solidFill>
                  <a:latin typeface="Calibri"/>
                  <a:cs typeface="Calibri"/>
                </a:rPr>
                <a:t>Want to know more?</a:t>
              </a:r>
              <a:br>
                <a:rPr lang="en-GB" sz="1200" b="1" cap="all">
                  <a:solidFill>
                    <a:srgbClr val="211F26"/>
                  </a:solidFill>
                  <a:latin typeface="Calibri"/>
                  <a:cs typeface="Calibri"/>
                </a:rPr>
              </a:br>
              <a:r>
                <a:rPr lang="en-GB" sz="1200" cap="none">
                  <a:solidFill>
                    <a:srgbClr val="211F26"/>
                  </a:solidFill>
                  <a:latin typeface="Calibri"/>
                  <a:cs typeface="Calibri"/>
                </a:rPr>
                <a:t>Go to the </a:t>
              </a:r>
              <a:r>
                <a:rPr lang="en-GB" sz="1200" cap="none">
                  <a:solidFill>
                    <a:srgbClr val="211F26"/>
                  </a:solidFill>
                  <a:latin typeface="Calibri"/>
                  <a:ea typeface="Arial"/>
                  <a:cs typeface="Calibri"/>
                </a:rPr>
                <a:t>tab</a:t>
              </a:r>
              <a:r>
                <a:rPr lang="en-GB" sz="1200" b="1" cap="all">
                  <a:solidFill>
                    <a:srgbClr val="211F26"/>
                  </a:solidFill>
                  <a:latin typeface="Calibri"/>
                  <a:cs typeface="Calibri"/>
                </a:rPr>
                <a:t> 'SLIDEBUILDER’ </a:t>
              </a:r>
              <a:r>
                <a:rPr lang="en-GB" sz="1200" cap="none">
                  <a:solidFill>
                    <a:srgbClr val="211F26"/>
                  </a:solidFill>
                  <a:latin typeface="Calibri"/>
                  <a:ea typeface="Arial"/>
                  <a:cs typeface="Calibri"/>
                </a:rPr>
                <a:t>and click</a:t>
              </a:r>
              <a:br>
                <a:rPr lang="en-GB" sz="1200" cap="none">
                  <a:solidFill>
                    <a:srgbClr val="211F26"/>
                  </a:solidFill>
                  <a:latin typeface="Calibri"/>
                  <a:ea typeface="Arial"/>
                  <a:cs typeface="Calibri"/>
                </a:rPr>
              </a:br>
              <a:r>
                <a:rPr lang="en-GB" sz="1200" cap="none">
                  <a:solidFill>
                    <a:srgbClr val="211F26"/>
                  </a:solidFill>
                  <a:latin typeface="Calibri"/>
                  <a:ea typeface="Arial"/>
                  <a:cs typeface="Calibri"/>
                </a:rPr>
                <a:t>on the button </a:t>
              </a:r>
              <a:r>
                <a:rPr lang="en-GB" sz="1200" b="1" cap="all">
                  <a:solidFill>
                    <a:srgbClr val="211F26"/>
                  </a:solidFill>
                  <a:latin typeface="Calibri"/>
                  <a:cs typeface="Calibri"/>
                </a:rPr>
                <a:t>‘Inspiration'</a:t>
              </a:r>
              <a:endParaRPr/>
            </a:p>
          </p:txBody>
        </p:sp>
        <p:grpSp>
          <p:nvGrpSpPr>
            <p:cNvPr id="1962136816" name="ICOON_info"/>
            <p:cNvGrpSpPr>
              <a:grpSpLocks noGrp="1" noMove="1" noResize="1" noRot="1" noUngrp="1"/>
            </p:cNvGrpSpPr>
            <p:nvPr userDrawn="1"/>
          </p:nvGrpSpPr>
          <p:grpSpPr bwMode="auto">
            <a:xfrm>
              <a:off x="-376735" y="4400185"/>
              <a:ext cx="283684" cy="283684"/>
              <a:chOff x="-510741" y="5913712"/>
              <a:chExt cx="267554" cy="267554"/>
            </a:xfrm>
          </p:grpSpPr>
          <p:sp>
            <p:nvSpPr>
              <p:cNvPr id="1823138493" name="Ovaal 342"/>
              <p:cNvSpPr>
                <a:spLocks noAdjustHandles="1" noChangeArrowheads="1" noChangeShapeType="1" noEditPoints="1" noGrp="1" noMove="1" noResize="1" noRot="1"/>
              </p:cNvSpPr>
              <p:nvPr userDrawn="1"/>
            </p:nvSpPr>
            <p:spPr bwMode="auto">
              <a:xfrm>
                <a:off x="-491852" y="5932071"/>
                <a:ext cx="230834" cy="230834"/>
              </a:xfrm>
              <a:prstGeom prst="ellipse">
                <a:avLst/>
              </a:prstGeom>
              <a:solidFill>
                <a:srgbClr val="211F2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noAutofit/>
              </a:bodyPr>
              <a:lstStyle/>
              <a:p>
                <a:pPr algn="ctr">
                  <a:lnSpc>
                    <a:spcPct val="90000"/>
                  </a:lnSpc>
                  <a:spcBef>
                    <a:spcPts val="599"/>
                  </a:spcBef>
                  <a:spcAft>
                    <a:spcPts val="599"/>
                  </a:spcAft>
                  <a:defRPr/>
                </a:pPr>
                <a:endParaRPr lang="en-GB" sz="1600" cap="all">
                  <a:latin typeface="Calibri"/>
                  <a:cs typeface="Calibri"/>
                </a:endParaRPr>
              </a:p>
            </p:txBody>
          </p:sp>
          <p:sp>
            <p:nvSpPr>
              <p:cNvPr id="1488768133" name="Graphic 163" descr="Informatie"/>
              <p:cNvSpPr>
                <a:spLocks noAdjustHandles="1" noChangeArrowheads="1" noChangeShapeType="1" noEditPoints="1" noGrp="1" noMove="1" noResize="1" noRot="1"/>
              </p:cNvSpPr>
              <p:nvPr/>
            </p:nvSpPr>
            <p:spPr bwMode="auto">
              <a:xfrm>
                <a:off x="-510741" y="5913712"/>
                <a:ext cx="267554" cy="267554"/>
              </a:xfrm>
              <a:custGeom>
                <a:avLst/>
                <a:gdLst>
                  <a:gd name="connsiteX0" fmla="*/ 145860 w 291719"/>
                  <a:gd name="connsiteY0" fmla="*/ 0 h 291719"/>
                  <a:gd name="connsiteX1" fmla="*/ 0 w 291719"/>
                  <a:gd name="connsiteY1" fmla="*/ 145860 h 291719"/>
                  <a:gd name="connsiteX2" fmla="*/ 145860 w 291719"/>
                  <a:gd name="connsiteY2" fmla="*/ 291720 h 291719"/>
                  <a:gd name="connsiteX3" fmla="*/ 291720 w 291719"/>
                  <a:gd name="connsiteY3" fmla="*/ 145860 h 291719"/>
                  <a:gd name="connsiteX4" fmla="*/ 145860 w 291719"/>
                  <a:gd name="connsiteY4" fmla="*/ 0 h 291719"/>
                  <a:gd name="connsiteX5" fmla="*/ 138183 w 291719"/>
                  <a:gd name="connsiteY5" fmla="*/ 38384 h 291719"/>
                  <a:gd name="connsiteX6" fmla="*/ 157375 w 291719"/>
                  <a:gd name="connsiteY6" fmla="*/ 57576 h 291719"/>
                  <a:gd name="connsiteX7" fmla="*/ 138183 w 291719"/>
                  <a:gd name="connsiteY7" fmla="*/ 76768 h 291719"/>
                  <a:gd name="connsiteX8" fmla="*/ 118991 w 291719"/>
                  <a:gd name="connsiteY8" fmla="*/ 57576 h 291719"/>
                  <a:gd name="connsiteX9" fmla="*/ 138183 w 291719"/>
                  <a:gd name="connsiteY9" fmla="*/ 38384 h 291719"/>
                  <a:gd name="connsiteX10" fmla="*/ 184244 w 291719"/>
                  <a:gd name="connsiteY10" fmla="*/ 253336 h 291719"/>
                  <a:gd name="connsiteX11" fmla="*/ 107476 w 291719"/>
                  <a:gd name="connsiteY11" fmla="*/ 253336 h 291719"/>
                  <a:gd name="connsiteX12" fmla="*/ 107476 w 291719"/>
                  <a:gd name="connsiteY12" fmla="*/ 230305 h 291719"/>
                  <a:gd name="connsiteX13" fmla="*/ 134345 w 291719"/>
                  <a:gd name="connsiteY13" fmla="*/ 230305 h 291719"/>
                  <a:gd name="connsiteX14" fmla="*/ 134345 w 291719"/>
                  <a:gd name="connsiteY14" fmla="*/ 115153 h 291719"/>
                  <a:gd name="connsiteX15" fmla="*/ 111314 w 291719"/>
                  <a:gd name="connsiteY15" fmla="*/ 115153 h 291719"/>
                  <a:gd name="connsiteX16" fmla="*/ 111314 w 291719"/>
                  <a:gd name="connsiteY16" fmla="*/ 92122 h 291719"/>
                  <a:gd name="connsiteX17" fmla="*/ 157375 w 291719"/>
                  <a:gd name="connsiteY17" fmla="*/ 92122 h 291719"/>
                  <a:gd name="connsiteX18" fmla="*/ 157375 w 291719"/>
                  <a:gd name="connsiteY18" fmla="*/ 115153 h 291719"/>
                  <a:gd name="connsiteX19" fmla="*/ 157375 w 291719"/>
                  <a:gd name="connsiteY19" fmla="*/ 230305 h 291719"/>
                  <a:gd name="connsiteX20" fmla="*/ 184244 w 291719"/>
                  <a:gd name="connsiteY20" fmla="*/ 230305 h 291719"/>
                  <a:gd name="connsiteX21" fmla="*/ 184244 w 291719"/>
                  <a:gd name="connsiteY21" fmla="*/ 253336 h 291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1719" h="291719" fill="norm" stroke="1" extrusionOk="0">
                    <a:moveTo>
                      <a:pt x="145860" y="0"/>
                    </a:moveTo>
                    <a:cubicBezTo>
                      <a:pt x="65253" y="0"/>
                      <a:pt x="0" y="65253"/>
                      <a:pt x="0" y="145860"/>
                    </a:cubicBezTo>
                    <a:cubicBezTo>
                      <a:pt x="0" y="226467"/>
                      <a:pt x="65253" y="291720"/>
                      <a:pt x="145860" y="291720"/>
                    </a:cubicBezTo>
                    <a:cubicBezTo>
                      <a:pt x="226467" y="291720"/>
                      <a:pt x="291720" y="226467"/>
                      <a:pt x="291720" y="145860"/>
                    </a:cubicBezTo>
                    <a:cubicBezTo>
                      <a:pt x="291720" y="65253"/>
                      <a:pt x="226467" y="0"/>
                      <a:pt x="145860" y="0"/>
                    </a:cubicBezTo>
                    <a:close/>
                    <a:moveTo>
                      <a:pt x="138183" y="38384"/>
                    </a:moveTo>
                    <a:cubicBezTo>
                      <a:pt x="148931" y="38384"/>
                      <a:pt x="157375" y="46829"/>
                      <a:pt x="157375" y="57576"/>
                    </a:cubicBezTo>
                    <a:cubicBezTo>
                      <a:pt x="157375" y="68324"/>
                      <a:pt x="148931" y="76768"/>
                      <a:pt x="138183" y="76768"/>
                    </a:cubicBezTo>
                    <a:cubicBezTo>
                      <a:pt x="127435" y="76768"/>
                      <a:pt x="118991" y="68324"/>
                      <a:pt x="118991" y="57576"/>
                    </a:cubicBezTo>
                    <a:cubicBezTo>
                      <a:pt x="118991" y="46829"/>
                      <a:pt x="127435" y="38384"/>
                      <a:pt x="138183" y="38384"/>
                    </a:cubicBezTo>
                    <a:close/>
                    <a:moveTo>
                      <a:pt x="184244" y="253336"/>
                    </a:moveTo>
                    <a:lnTo>
                      <a:pt x="107476" y="253336"/>
                    </a:lnTo>
                    <a:lnTo>
                      <a:pt x="107476" y="230305"/>
                    </a:lnTo>
                    <a:lnTo>
                      <a:pt x="134345" y="230305"/>
                    </a:lnTo>
                    <a:lnTo>
                      <a:pt x="134345" y="115153"/>
                    </a:lnTo>
                    <a:lnTo>
                      <a:pt x="111314" y="115153"/>
                    </a:lnTo>
                    <a:lnTo>
                      <a:pt x="111314" y="92122"/>
                    </a:lnTo>
                    <a:lnTo>
                      <a:pt x="157375" y="92122"/>
                    </a:lnTo>
                    <a:lnTo>
                      <a:pt x="157375" y="115153"/>
                    </a:lnTo>
                    <a:lnTo>
                      <a:pt x="157375" y="230305"/>
                    </a:lnTo>
                    <a:lnTo>
                      <a:pt x="184244" y="230305"/>
                    </a:lnTo>
                    <a:lnTo>
                      <a:pt x="184244" y="253336"/>
                    </a:lnTo>
                    <a:close/>
                  </a:path>
                </a:pathLst>
              </a:custGeom>
              <a:solidFill>
                <a:srgbClr val="1FF524"/>
              </a:solidFill>
              <a:ln w="3770" cap="flat">
                <a:noFill/>
                <a:prstDash val="solid"/>
                <a:miter/>
              </a:ln>
            </p:spPr>
            <p:txBody>
              <a:bodyPr rtlCol="0" anchor="ctr"/>
              <a:lstStyle/>
              <a:p>
                <a:pPr>
                  <a:defRPr/>
                </a:pPr>
                <a:endParaRPr lang="en-GB" sz="2000">
                  <a:solidFill>
                    <a:srgbClr val="211F26"/>
                  </a:solidFill>
                  <a:latin typeface="Calibri"/>
                  <a:cs typeface="Calibri"/>
                </a:endParaRPr>
              </a:p>
            </p:txBody>
          </p:sp>
        </p:grpSp>
        <p:grpSp>
          <p:nvGrpSpPr>
            <p:cNvPr id="2146226675" name="VOORBEELD"/>
            <p:cNvGrpSpPr>
              <a:grpSpLocks noGrp="1" noMove="1" noResize="1" noRot="1" noUngrp="1"/>
            </p:cNvGrpSpPr>
            <p:nvPr userDrawn="1"/>
          </p:nvGrpSpPr>
          <p:grpSpPr bwMode="auto">
            <a:xfrm>
              <a:off x="-3605170" y="458673"/>
              <a:ext cx="3234310" cy="558874"/>
              <a:chOff x="-3605170" y="458673"/>
              <a:chExt cx="3234310" cy="558874"/>
            </a:xfrm>
          </p:grpSpPr>
          <p:sp>
            <p:nvSpPr>
              <p:cNvPr id="1402091156" name="Rechthoek 302"/>
              <p:cNvSpPr>
                <a:spLocks noAdjustHandles="1" noChangeArrowheads="1" noChangeShapeType="1" noEditPoints="1" noGrp="1" noMove="1" noResize="1" noRot="1"/>
              </p:cNvSpPr>
              <p:nvPr userDrawn="1"/>
            </p:nvSpPr>
            <p:spPr bwMode="auto">
              <a:xfrm>
                <a:off x="-3604182" y="458673"/>
                <a:ext cx="393458" cy="184057"/>
              </a:xfrm>
              <a:prstGeom prst="rect">
                <a:avLst/>
              </a:prstGeom>
              <a:solidFill>
                <a:srgbClr val="F8F8F8"/>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18000" rIns="0" bIns="0" numCol="1" spcCol="0" rtlCol="0" fromWordArt="0" anchor="t" anchorCtr="0" forceAA="0" compatLnSpc="1">
                <a:prstTxWarp prst="textNoShape"/>
                <a:noAutofit/>
              </a:bodyPr>
              <a:lstStyle/>
              <a:p>
                <a:pPr algn="ctr">
                  <a:defRPr/>
                </a:pPr>
                <a:r>
                  <a:rPr lang="en-GB" sz="900" b="1">
                    <a:solidFill>
                      <a:srgbClr val="211F26"/>
                    </a:solidFill>
                    <a:latin typeface="Calibri"/>
                    <a:cs typeface="Calibri"/>
                  </a:rPr>
                  <a:t>Home</a:t>
                </a:r>
                <a:endParaRPr/>
              </a:p>
            </p:txBody>
          </p:sp>
          <p:sp>
            <p:nvSpPr>
              <p:cNvPr id="1033526589" name="Rechthoek 303"/>
              <p:cNvSpPr>
                <a:spLocks noAdjustHandles="1" noChangeArrowheads="1" noChangeShapeType="1" noEditPoints="1" noGrp="1" noMove="1" noResize="1" noRot="1"/>
              </p:cNvSpPr>
              <p:nvPr userDrawn="1"/>
            </p:nvSpPr>
            <p:spPr bwMode="auto">
              <a:xfrm>
                <a:off x="-3599183" y="621344"/>
                <a:ext cx="383781" cy="27171"/>
              </a:xfrm>
              <a:prstGeom prst="rect">
                <a:avLst/>
              </a:prstGeom>
              <a:solidFill>
                <a:srgbClr val="B7462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noAutofit/>
              </a:bodyPr>
              <a:lstStyle/>
              <a:p>
                <a:pPr algn="l">
                  <a:defRPr/>
                </a:pPr>
                <a:endParaRPr lang="en-GB" sz="1000" b="1">
                  <a:solidFill>
                    <a:srgbClr val="211F26"/>
                  </a:solidFill>
                  <a:latin typeface="Calibri"/>
                  <a:cs typeface="Calibri"/>
                </a:endParaRPr>
              </a:p>
            </p:txBody>
          </p:sp>
          <p:grpSp>
            <p:nvGrpSpPr>
              <p:cNvPr id="905059300" name="Groep 304"/>
              <p:cNvGrpSpPr>
                <a:grpSpLocks noGrp="1" noMove="1" noResize="1" noRot="1" noUngrp="1"/>
              </p:cNvGrpSpPr>
              <p:nvPr userDrawn="1"/>
            </p:nvGrpSpPr>
            <p:grpSpPr bwMode="auto">
              <a:xfrm>
                <a:off x="-3386246" y="830871"/>
                <a:ext cx="139422" cy="109566"/>
                <a:chOff x="-2866743" y="827070"/>
                <a:chExt cx="168700" cy="132574"/>
              </a:xfrm>
            </p:grpSpPr>
            <p:grpSp>
              <p:nvGrpSpPr>
                <p:cNvPr id="2113274196" name="Groep 335"/>
                <p:cNvGrpSpPr>
                  <a:grpSpLocks noGrp="1" noMove="1" noResize="1" noRot="1" noUngrp="1"/>
                </p:cNvGrpSpPr>
                <p:nvPr userDrawn="1"/>
              </p:nvGrpSpPr>
              <p:grpSpPr bwMode="auto">
                <a:xfrm>
                  <a:off x="-2866743" y="827070"/>
                  <a:ext cx="168700" cy="132574"/>
                  <a:chOff x="-2866743" y="827070"/>
                  <a:chExt cx="168700" cy="132574"/>
                </a:xfrm>
              </p:grpSpPr>
              <p:cxnSp>
                <p:nvCxnSpPr>
                  <p:cNvPr id="1995442173" name="Rechte verbindingslijn 337"/>
                  <p:cNvCxnSpPr>
                    <a:cxnSpLocks noAdjustHandles="1" noChangeArrowheads="1" noChangeShapeType="1" noEditPoints="1" noGrp="1" noMove="1" noResize="1" noRot="1"/>
                  </p:cNvCxnSpPr>
                  <p:nvPr userDrawn="1"/>
                </p:nvCxnSpPr>
                <p:spPr bwMode="auto">
                  <a:xfrm>
                    <a:off x="-2866743" y="827070"/>
                    <a:ext cx="168700" cy="0"/>
                  </a:xfrm>
                  <a:prstGeom prst="line">
                    <a:avLst/>
                  </a:prstGeom>
                  <a:solidFill>
                    <a:schemeClr val="bg1"/>
                  </a:solidFill>
                  <a:ln w="12700" cap="flat" cmpd="sng" algn="ctr">
                    <a:solidFill>
                      <a:srgbClr val="9D9FA1"/>
                    </a:solidFill>
                    <a:prstDash val="solid"/>
                  </a:ln>
                  <a:effectLst/>
                </p:spPr>
              </p:cxnSp>
              <p:cxnSp>
                <p:nvCxnSpPr>
                  <p:cNvPr id="19671484" name="Rechte verbindingslijn 338"/>
                  <p:cNvCxnSpPr>
                    <a:cxnSpLocks noAdjustHandles="1" noChangeArrowheads="1" noChangeShapeType="1" noEditPoints="1" noGrp="1" noMove="1" noResize="1" noRot="1"/>
                  </p:cNvCxnSpPr>
                  <p:nvPr userDrawn="1"/>
                </p:nvCxnSpPr>
                <p:spPr bwMode="auto">
                  <a:xfrm>
                    <a:off x="-2866743" y="959645"/>
                    <a:ext cx="168700" cy="0"/>
                  </a:xfrm>
                  <a:prstGeom prst="line">
                    <a:avLst/>
                  </a:prstGeom>
                  <a:solidFill>
                    <a:schemeClr val="bg1"/>
                  </a:solidFill>
                  <a:ln w="12700" cap="flat" cmpd="sng" algn="ctr">
                    <a:solidFill>
                      <a:srgbClr val="9D9FA1"/>
                    </a:solidFill>
                    <a:prstDash val="solid"/>
                  </a:ln>
                  <a:effectLst/>
                </p:spPr>
              </p:cxnSp>
              <p:cxnSp>
                <p:nvCxnSpPr>
                  <p:cNvPr id="88778251" name="Rechte verbindingslijn 339"/>
                  <p:cNvCxnSpPr>
                    <a:cxnSpLocks noAdjustHandles="1" noChangeArrowheads="1" noChangeShapeType="1" noEditPoints="1" noGrp="1" noMove="1" noResize="1" noRot="1"/>
                  </p:cNvCxnSpPr>
                  <p:nvPr userDrawn="1"/>
                </p:nvCxnSpPr>
                <p:spPr bwMode="auto">
                  <a:xfrm>
                    <a:off x="-2773989" y="926502"/>
                    <a:ext cx="75946" cy="0"/>
                  </a:xfrm>
                  <a:prstGeom prst="line">
                    <a:avLst/>
                  </a:prstGeom>
                  <a:solidFill>
                    <a:schemeClr val="bg1"/>
                  </a:solidFill>
                  <a:ln w="12700" cap="flat" cmpd="sng" algn="ctr">
                    <a:solidFill>
                      <a:srgbClr val="9D9FA1"/>
                    </a:solidFill>
                    <a:prstDash val="solid"/>
                  </a:ln>
                  <a:effectLst/>
                </p:spPr>
              </p:cxnSp>
              <p:cxnSp>
                <p:nvCxnSpPr>
                  <p:cNvPr id="393179636" name="Rechte verbindingslijn 340"/>
                  <p:cNvCxnSpPr>
                    <a:cxnSpLocks noAdjustHandles="1" noChangeArrowheads="1" noChangeShapeType="1" noEditPoints="1" noGrp="1" noMove="1" noResize="1" noRot="1"/>
                  </p:cNvCxnSpPr>
                  <p:nvPr userDrawn="1"/>
                </p:nvCxnSpPr>
                <p:spPr bwMode="auto">
                  <a:xfrm>
                    <a:off x="-2773989" y="893358"/>
                    <a:ext cx="75946" cy="0"/>
                  </a:xfrm>
                  <a:prstGeom prst="line">
                    <a:avLst/>
                  </a:prstGeom>
                  <a:solidFill>
                    <a:schemeClr val="bg1"/>
                  </a:solidFill>
                  <a:ln w="12700" cap="flat" cmpd="sng" algn="ctr">
                    <a:solidFill>
                      <a:srgbClr val="9D9FA1"/>
                    </a:solidFill>
                    <a:prstDash val="solid"/>
                  </a:ln>
                  <a:effectLst/>
                </p:spPr>
              </p:cxnSp>
              <p:cxnSp>
                <p:nvCxnSpPr>
                  <p:cNvPr id="1874708810" name="Rechte verbindingslijn 341"/>
                  <p:cNvCxnSpPr>
                    <a:cxnSpLocks noAdjustHandles="1" noChangeArrowheads="1" noChangeShapeType="1" noEditPoints="1" noGrp="1" noMove="1" noResize="1" noRot="1"/>
                  </p:cNvCxnSpPr>
                  <p:nvPr userDrawn="1"/>
                </p:nvCxnSpPr>
                <p:spPr bwMode="auto">
                  <a:xfrm>
                    <a:off x="-2773989" y="860214"/>
                    <a:ext cx="75946" cy="0"/>
                  </a:xfrm>
                  <a:prstGeom prst="line">
                    <a:avLst/>
                  </a:prstGeom>
                  <a:solidFill>
                    <a:schemeClr val="bg1"/>
                  </a:solidFill>
                  <a:ln w="12700" cap="flat" cmpd="sng" algn="ctr">
                    <a:solidFill>
                      <a:srgbClr val="9D9FA1"/>
                    </a:solidFill>
                    <a:prstDash val="solid"/>
                  </a:ln>
                  <a:effectLst/>
                </p:spPr>
              </p:cxnSp>
            </p:grpSp>
            <p:sp>
              <p:nvSpPr>
                <p:cNvPr id="1805035126" name="Pijl: rechts 336"/>
                <p:cNvSpPr>
                  <a:spLocks noAdjustHandles="1" noChangeArrowheads="1" noChangeShapeType="1" noEditPoints="1" noGrp="1" noMove="1" noResize="1" noRot="1"/>
                </p:cNvSpPr>
                <p:nvPr userDrawn="1"/>
              </p:nvSpPr>
              <p:spPr bwMode="auto">
                <a:xfrm>
                  <a:off x="-2866743" y="858736"/>
                  <a:ext cx="70675" cy="67901"/>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noAutofit/>
                </a:bodyPr>
                <a:lstStyle/>
                <a:p>
                  <a:pPr algn="l">
                    <a:defRPr/>
                  </a:pPr>
                  <a:endParaRPr lang="en-GB" sz="1000" b="1">
                    <a:solidFill>
                      <a:srgbClr val="211F26"/>
                    </a:solidFill>
                    <a:latin typeface="Calibri"/>
                    <a:cs typeface="Calibri"/>
                  </a:endParaRPr>
                </a:p>
              </p:txBody>
            </p:sp>
          </p:grpSp>
          <p:grpSp>
            <p:nvGrpSpPr>
              <p:cNvPr id="177286557" name="Groep 305"/>
              <p:cNvGrpSpPr>
                <a:grpSpLocks noGrp="1" noMove="1" noResize="1" noRot="1" noUngrp="1"/>
              </p:cNvGrpSpPr>
              <p:nvPr userDrawn="1"/>
            </p:nvGrpSpPr>
            <p:grpSpPr bwMode="auto">
              <a:xfrm>
                <a:off x="-3605170" y="830871"/>
                <a:ext cx="139422" cy="109566"/>
                <a:chOff x="-2866743" y="518073"/>
                <a:chExt cx="168700" cy="132574"/>
              </a:xfrm>
            </p:grpSpPr>
            <p:grpSp>
              <p:nvGrpSpPr>
                <p:cNvPr id="1262204972" name="Groep 328"/>
                <p:cNvGrpSpPr>
                  <a:grpSpLocks noGrp="1" noMove="1" noResize="1" noRot="1" noUngrp="1"/>
                </p:cNvGrpSpPr>
                <p:nvPr userDrawn="1"/>
              </p:nvGrpSpPr>
              <p:grpSpPr bwMode="auto">
                <a:xfrm>
                  <a:off x="-2866743" y="518073"/>
                  <a:ext cx="168700" cy="132574"/>
                  <a:chOff x="-2866743" y="518073"/>
                  <a:chExt cx="168700" cy="132574"/>
                </a:xfrm>
              </p:grpSpPr>
              <p:cxnSp>
                <p:nvCxnSpPr>
                  <p:cNvPr id="2072770896" name="Rechte verbindingslijn 330"/>
                  <p:cNvCxnSpPr>
                    <a:cxnSpLocks noAdjustHandles="1" noChangeArrowheads="1" noChangeShapeType="1" noEditPoints="1" noGrp="1" noMove="1" noResize="1" noRot="1"/>
                  </p:cNvCxnSpPr>
                  <p:nvPr userDrawn="1"/>
                </p:nvCxnSpPr>
                <p:spPr bwMode="auto">
                  <a:xfrm>
                    <a:off x="-2866743" y="518073"/>
                    <a:ext cx="168700" cy="0"/>
                  </a:xfrm>
                  <a:prstGeom prst="line">
                    <a:avLst/>
                  </a:prstGeom>
                  <a:solidFill>
                    <a:schemeClr val="bg1"/>
                  </a:solidFill>
                  <a:ln w="12700" cap="flat" cmpd="sng" algn="ctr">
                    <a:solidFill>
                      <a:srgbClr val="9D9FA1"/>
                    </a:solidFill>
                    <a:prstDash val="solid"/>
                  </a:ln>
                  <a:effectLst/>
                </p:spPr>
              </p:cxnSp>
              <p:cxnSp>
                <p:nvCxnSpPr>
                  <p:cNvPr id="1764491227" name="Rechte verbindingslijn 331"/>
                  <p:cNvCxnSpPr>
                    <a:cxnSpLocks noAdjustHandles="1" noChangeArrowheads="1" noChangeShapeType="1" noEditPoints="1" noGrp="1" noMove="1" noResize="1" noRot="1"/>
                  </p:cNvCxnSpPr>
                  <p:nvPr userDrawn="1"/>
                </p:nvCxnSpPr>
                <p:spPr bwMode="auto">
                  <a:xfrm>
                    <a:off x="-2866743" y="650648"/>
                    <a:ext cx="168700" cy="0"/>
                  </a:xfrm>
                  <a:prstGeom prst="line">
                    <a:avLst/>
                  </a:prstGeom>
                  <a:solidFill>
                    <a:schemeClr val="bg1"/>
                  </a:solidFill>
                  <a:ln w="12700" cap="flat" cmpd="sng" algn="ctr">
                    <a:solidFill>
                      <a:srgbClr val="9D9FA1"/>
                    </a:solidFill>
                    <a:prstDash val="solid"/>
                  </a:ln>
                  <a:effectLst/>
                </p:spPr>
              </p:cxnSp>
              <p:cxnSp>
                <p:nvCxnSpPr>
                  <p:cNvPr id="1428996064" name="Rechte verbindingslijn 332"/>
                  <p:cNvCxnSpPr>
                    <a:cxnSpLocks noAdjustHandles="1" noChangeArrowheads="1" noChangeShapeType="1" noEditPoints="1" noGrp="1" noMove="1" noResize="1" noRot="1"/>
                  </p:cNvCxnSpPr>
                  <p:nvPr userDrawn="1"/>
                </p:nvCxnSpPr>
                <p:spPr bwMode="auto">
                  <a:xfrm>
                    <a:off x="-2773989" y="617505"/>
                    <a:ext cx="75946" cy="0"/>
                  </a:xfrm>
                  <a:prstGeom prst="line">
                    <a:avLst/>
                  </a:prstGeom>
                  <a:solidFill>
                    <a:schemeClr val="bg1"/>
                  </a:solidFill>
                  <a:ln w="12700" cap="flat" cmpd="sng" algn="ctr">
                    <a:solidFill>
                      <a:srgbClr val="9D9FA1"/>
                    </a:solidFill>
                    <a:prstDash val="solid"/>
                  </a:ln>
                  <a:effectLst/>
                </p:spPr>
              </p:cxnSp>
              <p:cxnSp>
                <p:nvCxnSpPr>
                  <p:cNvPr id="1193663565" name="Rechte verbindingslijn 333"/>
                  <p:cNvCxnSpPr>
                    <a:cxnSpLocks noAdjustHandles="1" noChangeArrowheads="1" noChangeShapeType="1" noEditPoints="1" noGrp="1" noMove="1" noResize="1" noRot="1"/>
                  </p:cNvCxnSpPr>
                  <p:nvPr userDrawn="1"/>
                </p:nvCxnSpPr>
                <p:spPr bwMode="auto">
                  <a:xfrm>
                    <a:off x="-2773989" y="584361"/>
                    <a:ext cx="75946" cy="0"/>
                  </a:xfrm>
                  <a:prstGeom prst="line">
                    <a:avLst/>
                  </a:prstGeom>
                  <a:solidFill>
                    <a:schemeClr val="bg1"/>
                  </a:solidFill>
                  <a:ln w="12700" cap="flat" cmpd="sng" algn="ctr">
                    <a:solidFill>
                      <a:srgbClr val="9D9FA1"/>
                    </a:solidFill>
                    <a:prstDash val="solid"/>
                  </a:ln>
                  <a:effectLst/>
                </p:spPr>
              </p:cxnSp>
              <p:cxnSp>
                <p:nvCxnSpPr>
                  <p:cNvPr id="1841600447" name="Rechte verbindingslijn 334"/>
                  <p:cNvCxnSpPr>
                    <a:cxnSpLocks noAdjustHandles="1" noChangeArrowheads="1" noChangeShapeType="1" noEditPoints="1" noGrp="1" noMove="1" noResize="1" noRot="1"/>
                  </p:cNvCxnSpPr>
                  <p:nvPr userDrawn="1"/>
                </p:nvCxnSpPr>
                <p:spPr bwMode="auto">
                  <a:xfrm>
                    <a:off x="-2773989" y="551217"/>
                    <a:ext cx="75946" cy="0"/>
                  </a:xfrm>
                  <a:prstGeom prst="line">
                    <a:avLst/>
                  </a:prstGeom>
                  <a:solidFill>
                    <a:schemeClr val="bg1"/>
                  </a:solidFill>
                  <a:ln w="12700" cap="flat" cmpd="sng" algn="ctr">
                    <a:solidFill>
                      <a:srgbClr val="9D9FA1"/>
                    </a:solidFill>
                    <a:prstDash val="solid"/>
                  </a:ln>
                  <a:effectLst/>
                </p:spPr>
              </p:cxnSp>
            </p:grpSp>
            <p:sp>
              <p:nvSpPr>
                <p:cNvPr id="1823088540" name="Pijl: rechts 329"/>
                <p:cNvSpPr>
                  <a:spLocks noAdjustHandles="1" noChangeArrowheads="1" noChangeShapeType="1" noEditPoints="1" noGrp="1" noMove="1" noResize="1" noRot="1"/>
                </p:cNvSpPr>
                <p:nvPr userDrawn="1"/>
              </p:nvSpPr>
              <p:spPr bwMode="auto">
                <a:xfrm flipH="1">
                  <a:off x="-2866743" y="549739"/>
                  <a:ext cx="70675" cy="67901"/>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noAutofit/>
                </a:bodyPr>
                <a:lstStyle/>
                <a:p>
                  <a:pPr algn="l">
                    <a:defRPr/>
                  </a:pPr>
                  <a:endParaRPr lang="en-GB" sz="1000" b="1">
                    <a:solidFill>
                      <a:srgbClr val="211F26"/>
                    </a:solidFill>
                    <a:latin typeface="Calibri"/>
                    <a:cs typeface="Calibri"/>
                  </a:endParaRPr>
                </a:p>
              </p:txBody>
            </p:sp>
          </p:grpSp>
          <p:cxnSp>
            <p:nvCxnSpPr>
              <p:cNvPr id="606958388" name="Rechte verbindingslijn 306"/>
              <p:cNvCxnSpPr>
                <a:cxnSpLocks noAdjustHandles="1" noChangeArrowheads="1" noChangeShapeType="1" noEditPoints="1" noGrp="1" noMove="1" noResize="1" noRot="1"/>
              </p:cNvCxnSpPr>
              <p:nvPr userDrawn="1"/>
            </p:nvCxnSpPr>
            <p:spPr bwMode="auto">
              <a:xfrm flipV="1">
                <a:off x="-3459955" y="588168"/>
                <a:ext cx="547686" cy="219075"/>
              </a:xfrm>
              <a:prstGeom prst="line">
                <a:avLst/>
              </a:prstGeom>
              <a:noFill/>
              <a:ln w="19050" cap="rnd" cmpd="sng" algn="ctr">
                <a:solidFill>
                  <a:schemeClr val="accent1"/>
                </a:solidFill>
                <a:prstDash val="solid"/>
                <a:headEnd type="oval"/>
              </a:ln>
              <a:effectLst/>
            </p:spPr>
          </p:cxnSp>
          <p:cxnSp>
            <p:nvCxnSpPr>
              <p:cNvPr id="63478271" name="Rechte verbindingslijn 307"/>
              <p:cNvCxnSpPr>
                <a:cxnSpLocks noAdjustHandles="1" noChangeArrowheads="1" noChangeShapeType="1" noEditPoints="1" noGrp="1" noMove="1" noResize="1" noRot="1"/>
              </p:cNvCxnSpPr>
              <p:nvPr userDrawn="1"/>
            </p:nvCxnSpPr>
            <p:spPr bwMode="auto">
              <a:xfrm>
                <a:off x="-3224212" y="828675"/>
                <a:ext cx="319087" cy="0"/>
              </a:xfrm>
              <a:prstGeom prst="line">
                <a:avLst/>
              </a:prstGeom>
              <a:noFill/>
              <a:ln w="19050" cap="rnd" cmpd="sng" algn="ctr">
                <a:solidFill>
                  <a:schemeClr val="accent1"/>
                </a:solidFill>
                <a:prstDash val="solid"/>
                <a:headEnd type="oval"/>
              </a:ln>
              <a:effectLst/>
            </p:spPr>
          </p:cxnSp>
          <p:sp>
            <p:nvSpPr>
              <p:cNvPr id="943626722" name="Rechthoek 308"/>
              <p:cNvSpPr>
                <a:spLocks noAdjustHandles="1" noChangeArrowheads="1" noChangeShapeType="1" noEditPoints="1" noGrp="1" noMove="1" noResize="1" noRot="1"/>
              </p:cNvSpPr>
              <p:nvPr userDrawn="1"/>
            </p:nvSpPr>
            <p:spPr bwMode="auto">
              <a:xfrm>
                <a:off x="-2559902" y="512178"/>
                <a:ext cx="2189041" cy="151083"/>
              </a:xfrm>
              <a:prstGeom prst="rect">
                <a:avLst/>
              </a:prstGeom>
              <a:noFill/>
              <a:ln w="25400" cap="flat" cmpd="sng" algn="ctr">
                <a:noFill/>
                <a:prstDash val="solid"/>
              </a:ln>
              <a:effectLst/>
            </p:spPr>
            <p:txBody>
              <a:bodyPr lIns="0" tIns="0" rIns="0" bIns="0" rtlCol="0" anchor="ctr"/>
              <a:lstStyle/>
              <a:p>
                <a:pPr marL="0" marR="0" lvl="0" indent="0" defTabSz="914400">
                  <a:lnSpc>
                    <a:spcPct val="90000"/>
                  </a:lnSpc>
                  <a:spcBef>
                    <a:spcPts val="599"/>
                  </a:spcBef>
                  <a:spcAft>
                    <a:spcPts val="599"/>
                  </a:spcAft>
                  <a:buClrTx/>
                  <a:buSzTx/>
                  <a:buFontTx/>
                  <a:buNone/>
                  <a:defRPr/>
                </a:pPr>
                <a:r>
                  <a:rPr lang="en-GB" sz="1100" b="0" i="0" u="none" strike="noStrike" cap="none" spc="0">
                    <a:ln>
                      <a:noFill/>
                    </a:ln>
                    <a:solidFill>
                      <a:schemeClr val="tx1"/>
                    </a:solidFill>
                    <a:latin typeface="Calibri"/>
                    <a:cs typeface="Calibri"/>
                  </a:rPr>
                  <a:t>Text level down</a:t>
                </a:r>
                <a:endParaRPr/>
              </a:p>
            </p:txBody>
          </p:sp>
          <p:sp>
            <p:nvSpPr>
              <p:cNvPr id="151658302" name="Rechthoek 309"/>
              <p:cNvSpPr>
                <a:spLocks noAdjustHandles="1" noChangeArrowheads="1" noChangeShapeType="1" noEditPoints="1" noGrp="1" noMove="1" noResize="1" noRot="1"/>
              </p:cNvSpPr>
              <p:nvPr userDrawn="1"/>
            </p:nvSpPr>
            <p:spPr bwMode="auto">
              <a:xfrm>
                <a:off x="-2559902" y="819561"/>
                <a:ext cx="2189043" cy="142201"/>
              </a:xfrm>
              <a:prstGeom prst="rect">
                <a:avLst/>
              </a:prstGeom>
              <a:noFill/>
              <a:ln w="25400" cap="flat" cmpd="sng" algn="ctr">
                <a:noFill/>
                <a:prstDash val="solid"/>
              </a:ln>
              <a:effectLst/>
            </p:spPr>
            <p:txBody>
              <a:bodyPr lIns="0" tIns="0" rIns="0" bIns="0" rtlCol="0" anchor="ctr"/>
              <a:lstStyle/>
              <a:p>
                <a:pPr marL="0" marR="0" lvl="0" indent="0" defTabSz="914400">
                  <a:lnSpc>
                    <a:spcPct val="90000"/>
                  </a:lnSpc>
                  <a:spcBef>
                    <a:spcPts val="599"/>
                  </a:spcBef>
                  <a:spcAft>
                    <a:spcPts val="599"/>
                  </a:spcAft>
                  <a:buClrTx/>
                  <a:buSzTx/>
                  <a:buFontTx/>
                  <a:buNone/>
                  <a:defRPr/>
                </a:pPr>
                <a:r>
                  <a:rPr lang="en-GB" sz="1100" b="0" i="0" u="none" strike="noStrike" cap="none" spc="0">
                    <a:ln>
                      <a:noFill/>
                    </a:ln>
                    <a:solidFill>
                      <a:schemeClr val="tx1"/>
                    </a:solidFill>
                    <a:latin typeface="Calibri"/>
                    <a:cs typeface="Calibri"/>
                  </a:rPr>
                  <a:t>Text level up</a:t>
                </a:r>
                <a:endParaRPr/>
              </a:p>
            </p:txBody>
          </p:sp>
          <p:grpSp>
            <p:nvGrpSpPr>
              <p:cNvPr id="1861357268" name="Groep 310"/>
              <p:cNvGrpSpPr>
                <a:grpSpLocks noGrp="1" noMove="1" noResize="1" noRot="1" noUngrp="1"/>
              </p:cNvGrpSpPr>
              <p:nvPr userDrawn="1"/>
            </p:nvGrpSpPr>
            <p:grpSpPr bwMode="auto">
              <a:xfrm>
                <a:off x="-2916762" y="769167"/>
                <a:ext cx="268737" cy="248380"/>
                <a:chOff x="-2916762" y="769167"/>
                <a:chExt cx="268737" cy="248380"/>
              </a:xfrm>
            </p:grpSpPr>
            <p:sp>
              <p:nvSpPr>
                <p:cNvPr id="1026970231" name="Rechthoek 320"/>
                <p:cNvSpPr>
                  <a:spLocks noAdjustHandles="1" noChangeArrowheads="1" noChangeShapeType="1" noEditPoints="1" noGrp="1" noMove="1" noResize="1" noRot="1"/>
                </p:cNvSpPr>
                <p:nvPr userDrawn="1"/>
              </p:nvSpPr>
              <p:spPr bwMode="auto">
                <a:xfrm>
                  <a:off x="-2916762" y="769167"/>
                  <a:ext cx="268737" cy="248380"/>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noAutofit/>
                </a:bodyPr>
                <a:lstStyle/>
                <a:p>
                  <a:pPr algn="ctr">
                    <a:defRPr/>
                  </a:pPr>
                  <a:endParaRPr lang="en-GB" sz="1050" b="0">
                    <a:solidFill>
                      <a:srgbClr val="211F26"/>
                    </a:solidFill>
                    <a:latin typeface="Calibri"/>
                    <a:cs typeface="Calibri"/>
                  </a:endParaRPr>
                </a:p>
              </p:txBody>
            </p:sp>
            <p:grpSp>
              <p:nvGrpSpPr>
                <p:cNvPr id="2054002410" name="Groep 321"/>
                <p:cNvGrpSpPr>
                  <a:grpSpLocks noGrp="1" noMove="1" noResize="1" noRot="1" noUngrp="1"/>
                </p:cNvGrpSpPr>
                <p:nvPr userDrawn="1"/>
              </p:nvGrpSpPr>
              <p:grpSpPr bwMode="auto">
                <a:xfrm>
                  <a:off x="-2866743" y="827070"/>
                  <a:ext cx="168700" cy="132574"/>
                  <a:chOff x="-2866743" y="827070"/>
                  <a:chExt cx="168700" cy="132574"/>
                </a:xfrm>
              </p:grpSpPr>
              <p:cxnSp>
                <p:nvCxnSpPr>
                  <p:cNvPr id="1781006103" name="Rechte verbindingslijn 323"/>
                  <p:cNvCxnSpPr>
                    <a:cxnSpLocks noAdjustHandles="1" noChangeArrowheads="1" noChangeShapeType="1" noEditPoints="1" noGrp="1" noMove="1" noResize="1" noRot="1"/>
                  </p:cNvCxnSpPr>
                  <p:nvPr userDrawn="1"/>
                </p:nvCxnSpPr>
                <p:spPr bwMode="auto">
                  <a:xfrm>
                    <a:off x="-2866743" y="827070"/>
                    <a:ext cx="168700" cy="0"/>
                  </a:xfrm>
                  <a:prstGeom prst="line">
                    <a:avLst/>
                  </a:prstGeom>
                  <a:solidFill>
                    <a:schemeClr val="bg1"/>
                  </a:solidFill>
                  <a:ln w="12700" cap="flat" cmpd="sng" algn="ctr">
                    <a:solidFill>
                      <a:srgbClr val="9D9FA1"/>
                    </a:solidFill>
                    <a:prstDash val="solid"/>
                  </a:ln>
                  <a:effectLst/>
                </p:spPr>
              </p:cxnSp>
              <p:cxnSp>
                <p:nvCxnSpPr>
                  <p:cNvPr id="317955816" name="Rechte verbindingslijn 324"/>
                  <p:cNvCxnSpPr>
                    <a:cxnSpLocks noAdjustHandles="1" noChangeArrowheads="1" noChangeShapeType="1" noEditPoints="1" noGrp="1" noMove="1" noResize="1" noRot="1"/>
                  </p:cNvCxnSpPr>
                  <p:nvPr userDrawn="1"/>
                </p:nvCxnSpPr>
                <p:spPr bwMode="auto">
                  <a:xfrm>
                    <a:off x="-2866743" y="959645"/>
                    <a:ext cx="168700" cy="0"/>
                  </a:xfrm>
                  <a:prstGeom prst="line">
                    <a:avLst/>
                  </a:prstGeom>
                  <a:solidFill>
                    <a:schemeClr val="bg1"/>
                  </a:solidFill>
                  <a:ln w="12700" cap="flat" cmpd="sng" algn="ctr">
                    <a:solidFill>
                      <a:srgbClr val="9D9FA1"/>
                    </a:solidFill>
                    <a:prstDash val="solid"/>
                  </a:ln>
                  <a:effectLst/>
                </p:spPr>
              </p:cxnSp>
              <p:cxnSp>
                <p:nvCxnSpPr>
                  <p:cNvPr id="295706132" name="Rechte verbindingslijn 325"/>
                  <p:cNvCxnSpPr>
                    <a:cxnSpLocks noAdjustHandles="1" noChangeArrowheads="1" noChangeShapeType="1" noEditPoints="1" noGrp="1" noMove="1" noResize="1" noRot="1"/>
                  </p:cNvCxnSpPr>
                  <p:nvPr userDrawn="1"/>
                </p:nvCxnSpPr>
                <p:spPr bwMode="auto">
                  <a:xfrm>
                    <a:off x="-2773989" y="926502"/>
                    <a:ext cx="75946" cy="0"/>
                  </a:xfrm>
                  <a:prstGeom prst="line">
                    <a:avLst/>
                  </a:prstGeom>
                  <a:solidFill>
                    <a:schemeClr val="bg1"/>
                  </a:solidFill>
                  <a:ln w="12700" cap="flat" cmpd="sng" algn="ctr">
                    <a:solidFill>
                      <a:srgbClr val="9D9FA1"/>
                    </a:solidFill>
                    <a:prstDash val="solid"/>
                  </a:ln>
                  <a:effectLst/>
                </p:spPr>
              </p:cxnSp>
              <p:cxnSp>
                <p:nvCxnSpPr>
                  <p:cNvPr id="396335480" name="Rechte verbindingslijn 326"/>
                  <p:cNvCxnSpPr>
                    <a:cxnSpLocks noAdjustHandles="1" noChangeArrowheads="1" noChangeShapeType="1" noEditPoints="1" noGrp="1" noMove="1" noResize="1" noRot="1"/>
                  </p:cNvCxnSpPr>
                  <p:nvPr userDrawn="1"/>
                </p:nvCxnSpPr>
                <p:spPr bwMode="auto">
                  <a:xfrm>
                    <a:off x="-2773989" y="893358"/>
                    <a:ext cx="75946" cy="0"/>
                  </a:xfrm>
                  <a:prstGeom prst="line">
                    <a:avLst/>
                  </a:prstGeom>
                  <a:solidFill>
                    <a:schemeClr val="bg1"/>
                  </a:solidFill>
                  <a:ln w="12700" cap="flat" cmpd="sng" algn="ctr">
                    <a:solidFill>
                      <a:srgbClr val="9D9FA1"/>
                    </a:solidFill>
                    <a:prstDash val="solid"/>
                  </a:ln>
                  <a:effectLst/>
                </p:spPr>
              </p:cxnSp>
              <p:cxnSp>
                <p:nvCxnSpPr>
                  <p:cNvPr id="432344520" name="Rechte verbindingslijn 327"/>
                  <p:cNvCxnSpPr>
                    <a:cxnSpLocks noAdjustHandles="1" noChangeArrowheads="1" noChangeShapeType="1" noEditPoints="1" noGrp="1" noMove="1" noResize="1" noRot="1"/>
                  </p:cNvCxnSpPr>
                  <p:nvPr userDrawn="1"/>
                </p:nvCxnSpPr>
                <p:spPr bwMode="auto">
                  <a:xfrm>
                    <a:off x="-2773989" y="860214"/>
                    <a:ext cx="75946" cy="0"/>
                  </a:xfrm>
                  <a:prstGeom prst="line">
                    <a:avLst/>
                  </a:prstGeom>
                  <a:solidFill>
                    <a:schemeClr val="bg1"/>
                  </a:solidFill>
                  <a:ln w="12700" cap="flat" cmpd="sng" algn="ctr">
                    <a:solidFill>
                      <a:srgbClr val="9D9FA1"/>
                    </a:solidFill>
                    <a:prstDash val="solid"/>
                  </a:ln>
                  <a:effectLst/>
                </p:spPr>
              </p:cxnSp>
            </p:grpSp>
            <p:sp>
              <p:nvSpPr>
                <p:cNvPr id="1215613833" name="Pijl: rechts 322"/>
                <p:cNvSpPr>
                  <a:spLocks noAdjustHandles="1" noChangeArrowheads="1" noChangeShapeType="1" noEditPoints="1" noGrp="1" noMove="1" noResize="1" noRot="1"/>
                </p:cNvSpPr>
                <p:nvPr userDrawn="1"/>
              </p:nvSpPr>
              <p:spPr bwMode="auto">
                <a:xfrm>
                  <a:off x="-2866743" y="858736"/>
                  <a:ext cx="70675" cy="67901"/>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noAutofit/>
                </a:bodyPr>
                <a:lstStyle/>
                <a:p>
                  <a:pPr algn="l">
                    <a:defRPr/>
                  </a:pPr>
                  <a:endParaRPr lang="en-GB" sz="1000" b="1">
                    <a:solidFill>
                      <a:srgbClr val="211F26"/>
                    </a:solidFill>
                    <a:latin typeface="Calibri"/>
                    <a:cs typeface="Calibri"/>
                  </a:endParaRPr>
                </a:p>
              </p:txBody>
            </p:sp>
          </p:grpSp>
          <p:grpSp>
            <p:nvGrpSpPr>
              <p:cNvPr id="628457467" name="Groep 311"/>
              <p:cNvGrpSpPr>
                <a:grpSpLocks noGrp="1" noMove="1" noResize="1" noRot="1" noUngrp="1"/>
              </p:cNvGrpSpPr>
              <p:nvPr userDrawn="1"/>
            </p:nvGrpSpPr>
            <p:grpSpPr bwMode="auto">
              <a:xfrm>
                <a:off x="-2916762" y="460170"/>
                <a:ext cx="268737" cy="248380"/>
                <a:chOff x="-2916762" y="460170"/>
                <a:chExt cx="268737" cy="248380"/>
              </a:xfrm>
            </p:grpSpPr>
            <p:sp>
              <p:nvSpPr>
                <p:cNvPr id="1793457784" name="Rechthoek 312"/>
                <p:cNvSpPr>
                  <a:spLocks noAdjustHandles="1" noChangeArrowheads="1" noChangeShapeType="1" noEditPoints="1" noGrp="1" noMove="1" noResize="1" noRot="1"/>
                </p:cNvSpPr>
                <p:nvPr userDrawn="1"/>
              </p:nvSpPr>
              <p:spPr bwMode="auto">
                <a:xfrm>
                  <a:off x="-2916762" y="460170"/>
                  <a:ext cx="268737" cy="248380"/>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noAutofit/>
                </a:bodyPr>
                <a:lstStyle/>
                <a:p>
                  <a:pPr algn="ctr">
                    <a:defRPr/>
                  </a:pPr>
                  <a:endParaRPr lang="en-GB" sz="1050" b="0">
                    <a:solidFill>
                      <a:srgbClr val="211F26"/>
                    </a:solidFill>
                    <a:latin typeface="Calibri"/>
                    <a:cs typeface="Calibri"/>
                  </a:endParaRPr>
                </a:p>
              </p:txBody>
            </p:sp>
            <p:grpSp>
              <p:nvGrpSpPr>
                <p:cNvPr id="1334060070" name="Groep 313"/>
                <p:cNvGrpSpPr>
                  <a:grpSpLocks noGrp="1" noMove="1" noResize="1" noRot="1" noUngrp="1"/>
                </p:cNvGrpSpPr>
                <p:nvPr userDrawn="1"/>
              </p:nvGrpSpPr>
              <p:grpSpPr bwMode="auto">
                <a:xfrm>
                  <a:off x="-2866743" y="518073"/>
                  <a:ext cx="168700" cy="132574"/>
                  <a:chOff x="-2866743" y="518073"/>
                  <a:chExt cx="168700" cy="132574"/>
                </a:xfrm>
              </p:grpSpPr>
              <p:cxnSp>
                <p:nvCxnSpPr>
                  <p:cNvPr id="896665665" name="Rechte verbindingslijn 315"/>
                  <p:cNvCxnSpPr>
                    <a:cxnSpLocks noAdjustHandles="1" noChangeArrowheads="1" noChangeShapeType="1" noEditPoints="1" noGrp="1" noMove="1" noResize="1" noRot="1"/>
                  </p:cNvCxnSpPr>
                  <p:nvPr userDrawn="1"/>
                </p:nvCxnSpPr>
                <p:spPr bwMode="auto">
                  <a:xfrm>
                    <a:off x="-2866743" y="518073"/>
                    <a:ext cx="168700" cy="0"/>
                  </a:xfrm>
                  <a:prstGeom prst="line">
                    <a:avLst/>
                  </a:prstGeom>
                  <a:solidFill>
                    <a:schemeClr val="bg1"/>
                  </a:solidFill>
                  <a:ln w="12700" cap="flat" cmpd="sng" algn="ctr">
                    <a:solidFill>
                      <a:srgbClr val="9D9FA1"/>
                    </a:solidFill>
                    <a:prstDash val="solid"/>
                  </a:ln>
                  <a:effectLst/>
                </p:spPr>
              </p:cxnSp>
              <p:cxnSp>
                <p:nvCxnSpPr>
                  <p:cNvPr id="230645000" name="Rechte verbindingslijn 316"/>
                  <p:cNvCxnSpPr>
                    <a:cxnSpLocks noAdjustHandles="1" noChangeArrowheads="1" noChangeShapeType="1" noEditPoints="1" noGrp="1" noMove="1" noResize="1" noRot="1"/>
                  </p:cNvCxnSpPr>
                  <p:nvPr userDrawn="1"/>
                </p:nvCxnSpPr>
                <p:spPr bwMode="auto">
                  <a:xfrm>
                    <a:off x="-2866743" y="650648"/>
                    <a:ext cx="168700" cy="0"/>
                  </a:xfrm>
                  <a:prstGeom prst="line">
                    <a:avLst/>
                  </a:prstGeom>
                  <a:solidFill>
                    <a:schemeClr val="bg1"/>
                  </a:solidFill>
                  <a:ln w="12700" cap="flat" cmpd="sng" algn="ctr">
                    <a:solidFill>
                      <a:srgbClr val="9D9FA1"/>
                    </a:solidFill>
                    <a:prstDash val="solid"/>
                  </a:ln>
                  <a:effectLst/>
                </p:spPr>
              </p:cxnSp>
              <p:cxnSp>
                <p:nvCxnSpPr>
                  <p:cNvPr id="2036283467" name="Rechte verbindingslijn 317"/>
                  <p:cNvCxnSpPr>
                    <a:cxnSpLocks noAdjustHandles="1" noChangeArrowheads="1" noChangeShapeType="1" noEditPoints="1" noGrp="1" noMove="1" noResize="1" noRot="1"/>
                  </p:cNvCxnSpPr>
                  <p:nvPr userDrawn="1"/>
                </p:nvCxnSpPr>
                <p:spPr bwMode="auto">
                  <a:xfrm>
                    <a:off x="-2773989" y="617505"/>
                    <a:ext cx="75946" cy="0"/>
                  </a:xfrm>
                  <a:prstGeom prst="line">
                    <a:avLst/>
                  </a:prstGeom>
                  <a:solidFill>
                    <a:schemeClr val="bg1"/>
                  </a:solidFill>
                  <a:ln w="12700" cap="flat" cmpd="sng" algn="ctr">
                    <a:solidFill>
                      <a:srgbClr val="9D9FA1"/>
                    </a:solidFill>
                    <a:prstDash val="solid"/>
                  </a:ln>
                  <a:effectLst/>
                </p:spPr>
              </p:cxnSp>
              <p:cxnSp>
                <p:nvCxnSpPr>
                  <p:cNvPr id="975672497" name="Rechte verbindingslijn 318"/>
                  <p:cNvCxnSpPr>
                    <a:cxnSpLocks noAdjustHandles="1" noChangeArrowheads="1" noChangeShapeType="1" noEditPoints="1" noGrp="1" noMove="1" noResize="1" noRot="1"/>
                  </p:cNvCxnSpPr>
                  <p:nvPr userDrawn="1"/>
                </p:nvCxnSpPr>
                <p:spPr bwMode="auto">
                  <a:xfrm>
                    <a:off x="-2773989" y="584361"/>
                    <a:ext cx="75946" cy="0"/>
                  </a:xfrm>
                  <a:prstGeom prst="line">
                    <a:avLst/>
                  </a:prstGeom>
                  <a:solidFill>
                    <a:schemeClr val="bg1"/>
                  </a:solidFill>
                  <a:ln w="12700" cap="flat" cmpd="sng" algn="ctr">
                    <a:solidFill>
                      <a:srgbClr val="9D9FA1"/>
                    </a:solidFill>
                    <a:prstDash val="solid"/>
                  </a:ln>
                  <a:effectLst/>
                </p:spPr>
              </p:cxnSp>
              <p:cxnSp>
                <p:nvCxnSpPr>
                  <p:cNvPr id="132853993" name="Rechte verbindingslijn 319"/>
                  <p:cNvCxnSpPr>
                    <a:cxnSpLocks noAdjustHandles="1" noChangeArrowheads="1" noChangeShapeType="1" noEditPoints="1" noGrp="1" noMove="1" noResize="1" noRot="1"/>
                  </p:cNvCxnSpPr>
                  <p:nvPr userDrawn="1"/>
                </p:nvCxnSpPr>
                <p:spPr bwMode="auto">
                  <a:xfrm>
                    <a:off x="-2773989" y="551217"/>
                    <a:ext cx="75946" cy="0"/>
                  </a:xfrm>
                  <a:prstGeom prst="line">
                    <a:avLst/>
                  </a:prstGeom>
                  <a:solidFill>
                    <a:schemeClr val="bg1"/>
                  </a:solidFill>
                  <a:ln w="12700" cap="flat" cmpd="sng" algn="ctr">
                    <a:solidFill>
                      <a:srgbClr val="9D9FA1"/>
                    </a:solidFill>
                    <a:prstDash val="solid"/>
                  </a:ln>
                  <a:effectLst/>
                </p:spPr>
              </p:cxnSp>
            </p:grpSp>
            <p:sp>
              <p:nvSpPr>
                <p:cNvPr id="1589190645" name="Pijl: rechts 314"/>
                <p:cNvSpPr>
                  <a:spLocks noAdjustHandles="1" noChangeArrowheads="1" noChangeShapeType="1" noEditPoints="1" noGrp="1" noMove="1" noResize="1" noRot="1"/>
                </p:cNvSpPr>
                <p:nvPr userDrawn="1"/>
              </p:nvSpPr>
              <p:spPr bwMode="auto">
                <a:xfrm flipH="1">
                  <a:off x="-2866743" y="549739"/>
                  <a:ext cx="70675" cy="67901"/>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noAutofit/>
                </a:bodyPr>
                <a:lstStyle/>
                <a:p>
                  <a:pPr algn="l">
                    <a:defRPr/>
                  </a:pPr>
                  <a:endParaRPr lang="en-GB" sz="1000" b="1">
                    <a:solidFill>
                      <a:srgbClr val="211F26"/>
                    </a:solidFill>
                    <a:latin typeface="Calibri"/>
                    <a:cs typeface="Calibri"/>
                  </a:endParaRPr>
                </a:p>
              </p:txBody>
            </p:sp>
          </p:grpSp>
        </p:grpSp>
        <p:grpSp>
          <p:nvGrpSpPr>
            <p:cNvPr id="1380823765" name="Groep 296"/>
            <p:cNvGrpSpPr>
              <a:grpSpLocks noGrp="1" noMove="1" noResize="1" noRot="1" noUngrp="1"/>
            </p:cNvGrpSpPr>
            <p:nvPr userDrawn="1"/>
          </p:nvGrpSpPr>
          <p:grpSpPr bwMode="auto">
            <a:xfrm>
              <a:off x="-938433" y="4663036"/>
              <a:ext cx="627797" cy="576693"/>
              <a:chOff x="-1753861" y="6112774"/>
              <a:chExt cx="759634" cy="697797"/>
            </a:xfrm>
          </p:grpSpPr>
          <p:grpSp>
            <p:nvGrpSpPr>
              <p:cNvPr id="349498450" name="Inspireren"/>
              <p:cNvGrpSpPr>
                <a:grpSpLocks noChangeAspect="1" noGrp="1" noMove="1" noResize="1" noRot="1" noUngrp="1"/>
              </p:cNvGrpSpPr>
              <p:nvPr userDrawn="1"/>
            </p:nvGrpSpPr>
            <p:grpSpPr bwMode="auto">
              <a:xfrm>
                <a:off x="-1484857" y="6112774"/>
                <a:ext cx="205430" cy="293285"/>
                <a:chOff x="4767" y="2782"/>
                <a:chExt cx="787" cy="1125"/>
              </a:xfrm>
              <a:gradFill>
                <a:gsLst>
                  <a:gs pos="0">
                    <a:srgbClr val="9D9FA1"/>
                  </a:gs>
                  <a:gs pos="70000">
                    <a:srgbClr val="211F26"/>
                  </a:gs>
                </a:gsLst>
                <a:lin ang="2700000" scaled="0"/>
              </a:gradFill>
            </p:grpSpPr>
            <p:sp>
              <p:nvSpPr>
                <p:cNvPr id="1513215170" name="Freeform 12"/>
                <p:cNvSpPr>
                  <a:spLocks noAdjustHandles="1" noChangeArrowheads="1" noChangeShapeType="1" noEditPoints="1" noGrp="1" noMove="1" noResize="1" noRot="1"/>
                </p:cNvSpPr>
                <p:nvPr/>
              </p:nvSpPr>
              <p:spPr bwMode="auto">
                <a:xfrm>
                  <a:off x="5000" y="3186"/>
                  <a:ext cx="318" cy="288"/>
                </a:xfrm>
                <a:custGeom>
                  <a:avLst/>
                  <a:gdLst>
                    <a:gd name="T0" fmla="*/ 220 w 319"/>
                    <a:gd name="T1" fmla="*/ 288 h 288"/>
                    <a:gd name="T2" fmla="*/ 107 w 319"/>
                    <a:gd name="T3" fmla="*/ 288 h 288"/>
                    <a:gd name="T4" fmla="*/ 0 w 319"/>
                    <a:gd name="T5" fmla="*/ 0 h 288"/>
                    <a:gd name="T6" fmla="*/ 319 w 319"/>
                    <a:gd name="T7" fmla="*/ 0 h 288"/>
                    <a:gd name="T8" fmla="*/ 220 w 319"/>
                    <a:gd name="T9" fmla="*/ 288 h 288"/>
                  </a:gdLst>
                  <a:ahLst/>
                  <a:cxnLst>
                    <a:cxn ang="0">
                      <a:pos x="T0" y="T1"/>
                    </a:cxn>
                    <a:cxn ang="0">
                      <a:pos x="T2" y="T3"/>
                    </a:cxn>
                    <a:cxn ang="0">
                      <a:pos x="T4" y="T5"/>
                    </a:cxn>
                    <a:cxn ang="0">
                      <a:pos x="T6" y="T7"/>
                    </a:cxn>
                    <a:cxn ang="0">
                      <a:pos x="T8" y="T9"/>
                    </a:cxn>
                  </a:cxnLst>
                  <a:rect l="0" t="0" r="r" b="b"/>
                  <a:pathLst>
                    <a:path w="319" h="288" fill="norm" stroke="1" extrusionOk="0">
                      <a:moveTo>
                        <a:pt x="220" y="288"/>
                      </a:moveTo>
                      <a:lnTo>
                        <a:pt x="107" y="288"/>
                      </a:lnTo>
                      <a:lnTo>
                        <a:pt x="0" y="0"/>
                      </a:lnTo>
                      <a:lnTo>
                        <a:pt x="319" y="0"/>
                      </a:lnTo>
                      <a:lnTo>
                        <a:pt x="220" y="288"/>
                      </a:lnTo>
                      <a:close/>
                    </a:path>
                  </a:pathLst>
                </a:custGeom>
                <a:solidFill>
                  <a:srgbClr val="1FF524"/>
                </a:solidFill>
                <a:ln>
                  <a:noFill/>
                </a:ln>
              </p:spPr>
              <p:txBody>
                <a:bodyPr vert="horz" wrap="square" lIns="91440" tIns="45720" rIns="91440" bIns="45720" numCol="1" anchor="t" anchorCtr="0" compatLnSpc="1">
                  <a:prstTxWarp prst="textNoShape"/>
                </a:bodyPr>
                <a:lstStyle/>
                <a:p>
                  <a:pPr marL="0" marR="0" lvl="0" indent="0" defTabSz="995468">
                    <a:lnSpc>
                      <a:spcPct val="100000"/>
                    </a:lnSpc>
                    <a:spcBef>
                      <a:spcPts val="0"/>
                    </a:spcBef>
                    <a:spcAft>
                      <a:spcPts val="0"/>
                    </a:spcAft>
                    <a:buClrTx/>
                    <a:buSzTx/>
                    <a:buFontTx/>
                    <a:buNone/>
                    <a:defRPr/>
                  </a:pPr>
                  <a:endParaRPr lang="en-GB" sz="300" b="0" i="0" u="none" strike="noStrike" cap="none" spc="0">
                    <a:ln>
                      <a:noFill/>
                    </a:ln>
                    <a:solidFill>
                      <a:srgbClr val="211F26"/>
                    </a:solidFill>
                    <a:latin typeface="Arial"/>
                  </a:endParaRPr>
                </a:p>
              </p:txBody>
            </p:sp>
            <p:sp>
              <p:nvSpPr>
                <p:cNvPr id="127117299" name="Freeform 13"/>
                <p:cNvSpPr>
                  <a:spLocks noAdjustHandles="1" noChangeArrowheads="1" noChangeShapeType="1" noEditPoints="1" noGrp="1" noMove="1" noResize="1" noRot="1"/>
                </p:cNvSpPr>
                <p:nvPr/>
              </p:nvSpPr>
              <p:spPr bwMode="auto">
                <a:xfrm>
                  <a:off x="5022" y="3795"/>
                  <a:ext cx="281" cy="111"/>
                </a:xfrm>
                <a:custGeom>
                  <a:avLst/>
                  <a:gdLst>
                    <a:gd name="T0" fmla="*/ 229 w 251"/>
                    <a:gd name="T1" fmla="*/ 70 h 100"/>
                    <a:gd name="T2" fmla="*/ 229 w 251"/>
                    <a:gd name="T3" fmla="*/ 69 h 100"/>
                    <a:gd name="T4" fmla="*/ 251 w 251"/>
                    <a:gd name="T5" fmla="*/ 0 h 100"/>
                    <a:gd name="T6" fmla="*/ 0 w 251"/>
                    <a:gd name="T7" fmla="*/ 0 h 100"/>
                    <a:gd name="T8" fmla="*/ 22 w 251"/>
                    <a:gd name="T9" fmla="*/ 69 h 100"/>
                    <a:gd name="T10" fmla="*/ 63 w 251"/>
                    <a:gd name="T11" fmla="*/ 100 h 100"/>
                    <a:gd name="T12" fmla="*/ 188 w 251"/>
                    <a:gd name="T13" fmla="*/ 100 h 100"/>
                    <a:gd name="T14" fmla="*/ 229 w 251"/>
                    <a:gd name="T15" fmla="*/ 71 h 100"/>
                    <a:gd name="T16" fmla="*/ 229 w 251"/>
                    <a:gd name="T17" fmla="*/ 71 h 100"/>
                    <a:gd name="T18" fmla="*/ 229 w 251"/>
                    <a:gd name="T19" fmla="*/ 7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1" h="100" fill="norm" stroke="1" extrusionOk="0">
                      <a:moveTo>
                        <a:pt x="229" y="70"/>
                      </a:moveTo>
                      <a:cubicBezTo>
                        <a:pt x="229" y="70"/>
                        <a:pt x="229" y="69"/>
                        <a:pt x="229" y="69"/>
                      </a:cubicBezTo>
                      <a:cubicBezTo>
                        <a:pt x="251" y="0"/>
                        <a:pt x="251" y="0"/>
                        <a:pt x="251" y="0"/>
                      </a:cubicBezTo>
                      <a:cubicBezTo>
                        <a:pt x="0" y="0"/>
                        <a:pt x="0" y="0"/>
                        <a:pt x="0" y="0"/>
                      </a:cubicBezTo>
                      <a:cubicBezTo>
                        <a:pt x="22" y="69"/>
                        <a:pt x="22" y="69"/>
                        <a:pt x="22" y="69"/>
                      </a:cubicBezTo>
                      <a:cubicBezTo>
                        <a:pt x="27" y="87"/>
                        <a:pt x="44" y="100"/>
                        <a:pt x="63" y="100"/>
                      </a:cubicBezTo>
                      <a:cubicBezTo>
                        <a:pt x="188" y="100"/>
                        <a:pt x="188" y="100"/>
                        <a:pt x="188" y="100"/>
                      </a:cubicBezTo>
                      <a:cubicBezTo>
                        <a:pt x="207" y="100"/>
                        <a:pt x="223" y="88"/>
                        <a:pt x="229" y="71"/>
                      </a:cubicBezTo>
                      <a:cubicBezTo>
                        <a:pt x="229" y="71"/>
                        <a:pt x="229" y="71"/>
                        <a:pt x="229" y="71"/>
                      </a:cubicBezTo>
                      <a:lnTo>
                        <a:pt x="229" y="70"/>
                      </a:lnTo>
                      <a:close/>
                    </a:path>
                  </a:pathLst>
                </a:custGeom>
                <a:grpFill/>
                <a:ln>
                  <a:noFill/>
                </a:ln>
              </p:spPr>
              <p:txBody>
                <a:bodyPr vert="horz" wrap="square" lIns="91440" tIns="45720" rIns="91440" bIns="45720" numCol="1" anchor="t" anchorCtr="0" compatLnSpc="1">
                  <a:prstTxWarp prst="textNoShape"/>
                </a:bodyPr>
                <a:lstStyle/>
                <a:p>
                  <a:pPr marL="0" marR="0" lvl="0" indent="0" defTabSz="995468">
                    <a:lnSpc>
                      <a:spcPct val="100000"/>
                    </a:lnSpc>
                    <a:spcBef>
                      <a:spcPts val="0"/>
                    </a:spcBef>
                    <a:spcAft>
                      <a:spcPts val="0"/>
                    </a:spcAft>
                    <a:buClrTx/>
                    <a:buSzTx/>
                    <a:buFontTx/>
                    <a:buNone/>
                    <a:defRPr/>
                  </a:pPr>
                  <a:endParaRPr lang="en-GB" sz="300" b="0" i="0" u="none" strike="noStrike" cap="none" spc="0">
                    <a:ln>
                      <a:noFill/>
                    </a:ln>
                    <a:solidFill>
                      <a:srgbClr val="211F26"/>
                    </a:solidFill>
                    <a:latin typeface="Arial"/>
                  </a:endParaRPr>
                </a:p>
              </p:txBody>
            </p:sp>
            <p:sp>
              <p:nvSpPr>
                <p:cNvPr id="400096119" name="Freeform 14"/>
                <p:cNvSpPr>
                  <a:spLocks noAdjustHandles="1" noChangeArrowheads="1" noChangeShapeType="1" noEditPoints="1" noGrp="1" noMove="1" noResize="1" noRot="1"/>
                </p:cNvSpPr>
                <p:nvPr/>
              </p:nvSpPr>
              <p:spPr bwMode="auto">
                <a:xfrm>
                  <a:off x="4767" y="2782"/>
                  <a:ext cx="787" cy="965"/>
                </a:xfrm>
                <a:custGeom>
                  <a:avLst/>
                  <a:gdLst>
                    <a:gd name="T0" fmla="*/ 351 w 702"/>
                    <a:gd name="T1" fmla="*/ 0 h 860"/>
                    <a:gd name="T2" fmla="*/ 0 w 702"/>
                    <a:gd name="T3" fmla="*/ 351 h 860"/>
                    <a:gd name="T4" fmla="*/ 134 w 702"/>
                    <a:gd name="T5" fmla="*/ 627 h 860"/>
                    <a:gd name="T6" fmla="*/ 165 w 702"/>
                    <a:gd name="T7" fmla="*/ 718 h 860"/>
                    <a:gd name="T8" fmla="*/ 266 w 702"/>
                    <a:gd name="T9" fmla="*/ 718 h 860"/>
                    <a:gd name="T10" fmla="*/ 266 w 702"/>
                    <a:gd name="T11" fmla="*/ 718 h 860"/>
                    <a:gd name="T12" fmla="*/ 434 w 702"/>
                    <a:gd name="T13" fmla="*/ 718 h 860"/>
                    <a:gd name="T14" fmla="*/ 419 w 702"/>
                    <a:gd name="T15" fmla="*/ 760 h 860"/>
                    <a:gd name="T16" fmla="*/ 284 w 702"/>
                    <a:gd name="T17" fmla="*/ 760 h 860"/>
                    <a:gd name="T18" fmla="*/ 284 w 702"/>
                    <a:gd name="T19" fmla="*/ 760 h 860"/>
                    <a:gd name="T20" fmla="*/ 179 w 702"/>
                    <a:gd name="T21" fmla="*/ 760 h 860"/>
                    <a:gd name="T22" fmla="*/ 212 w 702"/>
                    <a:gd name="T23" fmla="*/ 860 h 860"/>
                    <a:gd name="T24" fmla="*/ 212 w 702"/>
                    <a:gd name="T25" fmla="*/ 860 h 860"/>
                    <a:gd name="T26" fmla="*/ 216 w 702"/>
                    <a:gd name="T27" fmla="*/ 860 h 860"/>
                    <a:gd name="T28" fmla="*/ 488 w 702"/>
                    <a:gd name="T29" fmla="*/ 860 h 860"/>
                    <a:gd name="T30" fmla="*/ 491 w 702"/>
                    <a:gd name="T31" fmla="*/ 860 h 860"/>
                    <a:gd name="T32" fmla="*/ 570 w 702"/>
                    <a:gd name="T33" fmla="*/ 625 h 860"/>
                    <a:gd name="T34" fmla="*/ 702 w 702"/>
                    <a:gd name="T35" fmla="*/ 351 h 860"/>
                    <a:gd name="T36" fmla="*/ 351 w 702"/>
                    <a:gd name="T37" fmla="*/ 0 h 860"/>
                    <a:gd name="T38" fmla="*/ 587 w 702"/>
                    <a:gd name="T39" fmla="*/ 438 h 860"/>
                    <a:gd name="T40" fmla="*/ 485 w 702"/>
                    <a:gd name="T41" fmla="*/ 563 h 860"/>
                    <a:gd name="T42" fmla="*/ 454 w 702"/>
                    <a:gd name="T43" fmla="*/ 658 h 860"/>
                    <a:gd name="T44" fmla="*/ 250 w 702"/>
                    <a:gd name="T45" fmla="*/ 658 h 860"/>
                    <a:gd name="T46" fmla="*/ 219 w 702"/>
                    <a:gd name="T47" fmla="*/ 565 h 860"/>
                    <a:gd name="T48" fmla="*/ 115 w 702"/>
                    <a:gd name="T49" fmla="*/ 439 h 860"/>
                    <a:gd name="T50" fmla="*/ 99 w 702"/>
                    <a:gd name="T51" fmla="*/ 351 h 860"/>
                    <a:gd name="T52" fmla="*/ 351 w 702"/>
                    <a:gd name="T53" fmla="*/ 99 h 860"/>
                    <a:gd name="T54" fmla="*/ 603 w 702"/>
                    <a:gd name="T55" fmla="*/ 351 h 860"/>
                    <a:gd name="T56" fmla="*/ 587 w 702"/>
                    <a:gd name="T57" fmla="*/ 438 h 8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702" h="860" fill="norm" stroke="1" extrusionOk="0">
                      <a:moveTo>
                        <a:pt x="351" y="0"/>
                      </a:moveTo>
                      <a:cubicBezTo>
                        <a:pt x="157" y="0"/>
                        <a:pt x="0" y="157"/>
                        <a:pt x="0" y="351"/>
                      </a:cubicBezTo>
                      <a:cubicBezTo>
                        <a:pt x="0" y="463"/>
                        <a:pt x="52" y="562"/>
                        <a:pt x="134" y="627"/>
                      </a:cubicBezTo>
                      <a:cubicBezTo>
                        <a:pt x="165" y="718"/>
                        <a:pt x="165" y="718"/>
                        <a:pt x="165" y="718"/>
                      </a:cubicBezTo>
                      <a:cubicBezTo>
                        <a:pt x="266" y="718"/>
                        <a:pt x="266" y="718"/>
                        <a:pt x="266" y="718"/>
                      </a:cubicBezTo>
                      <a:cubicBezTo>
                        <a:pt x="266" y="718"/>
                        <a:pt x="266" y="718"/>
                        <a:pt x="266" y="718"/>
                      </a:cubicBezTo>
                      <a:cubicBezTo>
                        <a:pt x="434" y="718"/>
                        <a:pt x="434" y="718"/>
                        <a:pt x="434" y="718"/>
                      </a:cubicBezTo>
                      <a:cubicBezTo>
                        <a:pt x="419" y="760"/>
                        <a:pt x="419" y="760"/>
                        <a:pt x="419" y="760"/>
                      </a:cubicBezTo>
                      <a:cubicBezTo>
                        <a:pt x="284" y="760"/>
                        <a:pt x="284" y="760"/>
                        <a:pt x="284" y="760"/>
                      </a:cubicBezTo>
                      <a:cubicBezTo>
                        <a:pt x="284" y="760"/>
                        <a:pt x="284" y="760"/>
                        <a:pt x="284" y="760"/>
                      </a:cubicBezTo>
                      <a:cubicBezTo>
                        <a:pt x="179" y="760"/>
                        <a:pt x="179" y="760"/>
                        <a:pt x="179" y="760"/>
                      </a:cubicBezTo>
                      <a:cubicBezTo>
                        <a:pt x="212" y="860"/>
                        <a:pt x="212" y="860"/>
                        <a:pt x="212" y="860"/>
                      </a:cubicBezTo>
                      <a:cubicBezTo>
                        <a:pt x="212" y="860"/>
                        <a:pt x="212" y="860"/>
                        <a:pt x="212" y="860"/>
                      </a:cubicBezTo>
                      <a:cubicBezTo>
                        <a:pt x="216" y="860"/>
                        <a:pt x="216" y="860"/>
                        <a:pt x="216" y="860"/>
                      </a:cubicBezTo>
                      <a:cubicBezTo>
                        <a:pt x="488" y="860"/>
                        <a:pt x="488" y="860"/>
                        <a:pt x="488" y="860"/>
                      </a:cubicBezTo>
                      <a:cubicBezTo>
                        <a:pt x="491" y="860"/>
                        <a:pt x="491" y="860"/>
                        <a:pt x="491" y="860"/>
                      </a:cubicBezTo>
                      <a:cubicBezTo>
                        <a:pt x="570" y="625"/>
                        <a:pt x="570" y="625"/>
                        <a:pt x="570" y="625"/>
                      </a:cubicBezTo>
                      <a:cubicBezTo>
                        <a:pt x="651" y="560"/>
                        <a:pt x="702" y="461"/>
                        <a:pt x="702" y="351"/>
                      </a:cubicBezTo>
                      <a:cubicBezTo>
                        <a:pt x="702" y="157"/>
                        <a:pt x="545" y="0"/>
                        <a:pt x="351" y="0"/>
                      </a:cubicBezTo>
                      <a:close/>
                      <a:moveTo>
                        <a:pt x="587" y="438"/>
                      </a:moveTo>
                      <a:cubicBezTo>
                        <a:pt x="568" y="490"/>
                        <a:pt x="531" y="534"/>
                        <a:pt x="485" y="563"/>
                      </a:cubicBezTo>
                      <a:cubicBezTo>
                        <a:pt x="454" y="658"/>
                        <a:pt x="454" y="658"/>
                        <a:pt x="454" y="658"/>
                      </a:cubicBezTo>
                      <a:cubicBezTo>
                        <a:pt x="250" y="658"/>
                        <a:pt x="250" y="658"/>
                        <a:pt x="250" y="658"/>
                      </a:cubicBezTo>
                      <a:cubicBezTo>
                        <a:pt x="219" y="565"/>
                        <a:pt x="219" y="565"/>
                        <a:pt x="219" y="565"/>
                      </a:cubicBezTo>
                      <a:cubicBezTo>
                        <a:pt x="172" y="536"/>
                        <a:pt x="135" y="491"/>
                        <a:pt x="115" y="439"/>
                      </a:cubicBezTo>
                      <a:cubicBezTo>
                        <a:pt x="105" y="411"/>
                        <a:pt x="99" y="382"/>
                        <a:pt x="99" y="351"/>
                      </a:cubicBezTo>
                      <a:cubicBezTo>
                        <a:pt x="99" y="212"/>
                        <a:pt x="212" y="99"/>
                        <a:pt x="351" y="99"/>
                      </a:cubicBezTo>
                      <a:cubicBezTo>
                        <a:pt x="490" y="99"/>
                        <a:pt x="603" y="212"/>
                        <a:pt x="603" y="351"/>
                      </a:cubicBezTo>
                      <a:cubicBezTo>
                        <a:pt x="603" y="381"/>
                        <a:pt x="597" y="411"/>
                        <a:pt x="587" y="438"/>
                      </a:cubicBezTo>
                      <a:close/>
                    </a:path>
                  </a:pathLst>
                </a:custGeom>
                <a:grpFill/>
                <a:ln>
                  <a:noFill/>
                </a:ln>
              </p:spPr>
              <p:txBody>
                <a:bodyPr vert="horz" wrap="square" lIns="91440" tIns="45720" rIns="91440" bIns="45720" numCol="1" anchor="t" anchorCtr="0" compatLnSpc="1">
                  <a:prstTxWarp prst="textNoShape"/>
                </a:bodyPr>
                <a:lstStyle/>
                <a:p>
                  <a:pPr marL="0" marR="0" lvl="0" indent="0" defTabSz="995468">
                    <a:lnSpc>
                      <a:spcPct val="100000"/>
                    </a:lnSpc>
                    <a:spcBef>
                      <a:spcPts val="0"/>
                    </a:spcBef>
                    <a:spcAft>
                      <a:spcPts val="0"/>
                    </a:spcAft>
                    <a:buClrTx/>
                    <a:buSzTx/>
                    <a:buFontTx/>
                    <a:buNone/>
                    <a:defRPr/>
                  </a:pPr>
                  <a:endParaRPr lang="en-GB" sz="300" b="0" i="0" u="none" strike="noStrike" cap="none" spc="0">
                    <a:ln>
                      <a:noFill/>
                    </a:ln>
                    <a:solidFill>
                      <a:srgbClr val="211F26"/>
                    </a:solidFill>
                    <a:latin typeface="Arial"/>
                  </a:endParaRPr>
                </a:p>
              </p:txBody>
            </p:sp>
          </p:grpSp>
          <p:sp>
            <p:nvSpPr>
              <p:cNvPr id="314912303" name="Tekstvak 298"/>
              <p:cNvSpPr txBox="1">
                <a:spLocks noAdjustHandles="1" noChangeArrowheads="1" noChangeShapeType="1" noEditPoints="1" noGrp="1" noMove="1" noResize="1" noRot="1"/>
              </p:cNvSpPr>
              <p:nvPr userDrawn="1"/>
            </p:nvSpPr>
            <p:spPr bwMode="auto">
              <a:xfrm>
                <a:off x="-1753861" y="6420663"/>
                <a:ext cx="759634" cy="389908"/>
              </a:xfrm>
              <a:prstGeom prst="rect">
                <a:avLst/>
              </a:prstGeom>
              <a:noFill/>
            </p:spPr>
            <p:txBody>
              <a:bodyPr wrap="square" lIns="0" tIns="0" rIns="0" bIns="0" rtlCol="0" anchor="ctr">
                <a:noAutofit/>
              </a:bodyPr>
              <a:lstStyle/>
              <a:p>
                <a:pPr marL="0" marR="0" lvl="0" indent="0" algn="ctr" defTabSz="914400">
                  <a:lnSpc>
                    <a:spcPct val="90000"/>
                  </a:lnSpc>
                  <a:spcBef>
                    <a:spcPts val="599"/>
                  </a:spcBef>
                  <a:spcAft>
                    <a:spcPts val="599"/>
                  </a:spcAft>
                  <a:buClrTx/>
                  <a:buSzTx/>
                  <a:buFontTx/>
                  <a:buNone/>
                  <a:defRPr/>
                </a:pPr>
                <a:r>
                  <a:rPr lang="en-GB" sz="1000" b="0" i="0" u="none" strike="noStrike" cap="none" spc="0">
                    <a:ln>
                      <a:noFill/>
                    </a:ln>
                    <a:solidFill>
                      <a:srgbClr val="211F26"/>
                    </a:solidFill>
                    <a:latin typeface="Calibri"/>
                    <a:ea typeface="Arial"/>
                    <a:cs typeface="Calibri"/>
                  </a:rPr>
                  <a:t>Inspiration</a:t>
                </a:r>
                <a:endParaRPr/>
              </a:p>
            </p:txBody>
          </p:sp>
        </p:grpSp>
      </p:grpSp>
      <p:sp>
        <p:nvSpPr>
          <p:cNvPr id="221842964" name=""/>
          <p:cNvSpPr txBox="1"/>
          <p:nvPr/>
        </p:nvSpPr>
        <p:spPr bwMode="auto">
          <a:xfrm flipH="0" flipV="0">
            <a:off x="6893775" y="5399372"/>
            <a:ext cx="4509608" cy="914760"/>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ctr">
              <a:defRPr/>
            </a:pPr>
            <a:r>
              <a:rPr lang="en-US" b="0" i="1" u="none" strike="noStrike" cap="none" spc="0">
                <a:solidFill>
                  <a:schemeClr val="tx1"/>
                </a:solidFill>
                <a:latin typeface="Arial"/>
                <a:ea typeface="Arial"/>
                <a:cs typeface="Arial"/>
              </a:rPr>
              <a:t>Prescribed Wake LLM setup: the number of points and wake</a:t>
            </a:r>
            <a:endParaRPr sz="1800" b="0" i="1" u="none" strike="noStrike" cap="none" spc="0">
              <a:solidFill>
                <a:schemeClr val="tx1"/>
              </a:solidFill>
              <a:latin typeface="Times New Roman"/>
              <a:cs typeface="Times New Roman"/>
            </a:endParaRPr>
          </a:p>
          <a:p>
            <a:pPr algn="ctr">
              <a:defRPr/>
            </a:pPr>
            <a:r>
              <a:rPr lang="en-US" b="0" i="1" u="none" strike="noStrike" cap="none" spc="0">
                <a:solidFill>
                  <a:schemeClr val="tx1"/>
                </a:solidFill>
                <a:latin typeface="Arial"/>
                <a:ea typeface="Arial"/>
                <a:cs typeface="Arial"/>
              </a:rPr>
              <a:t>lengths are reduced for image clarity</a:t>
            </a:r>
            <a:endParaRPr i="1"/>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med" p14:dur="700" advClick="1">
        <p:fade thruBlk="0"/>
      </p:transition>
    </mc:Choice>
    <mc:Fallback>
      <p:transition spd="med" advClick="1">
        <p:fade thruBlk="0"/>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2126420022" name="Tijdelijke aanduiding voor datum 4"/>
          <p:cNvSpPr>
            <a:spLocks noGrp="1"/>
          </p:cNvSpPr>
          <p:nvPr>
            <p:ph type="dt" sz="half" idx="18"/>
          </p:nvPr>
        </p:nvSpPr>
        <p:spPr bwMode="auto"/>
        <p:txBody>
          <a:bodyPr/>
          <a:lstStyle/>
          <a:p>
            <a:pPr>
              <a:defRPr/>
            </a:pPr>
            <a:fld id="{B21AF6B8-0F9F-5588-432B-8BCCD10F5753}" type="datetime1">
              <a:rPr lang="nl-NL"/>
              <a:t/>
            </a:fld>
            <a:endParaRPr lang="en-GB"/>
          </a:p>
        </p:txBody>
      </p:sp>
      <p:sp>
        <p:nvSpPr>
          <p:cNvPr id="287978337" name="Titel 8"/>
          <p:cNvSpPr>
            <a:spLocks noGrp="1"/>
          </p:cNvSpPr>
          <p:nvPr>
            <p:ph type="title"/>
          </p:nvPr>
        </p:nvSpPr>
        <p:spPr bwMode="auto"/>
        <p:txBody>
          <a:bodyPr/>
          <a:lstStyle/>
          <a:p>
            <a:pPr>
              <a:defRPr/>
            </a:pPr>
            <a:r>
              <a:rPr lang="en-US"/>
              <a:t>Assumptions</a:t>
            </a:r>
            <a:endParaRPr/>
          </a:p>
        </p:txBody>
      </p:sp>
      <p:sp>
        <p:nvSpPr>
          <p:cNvPr id="293097984" name="Tijdelijke aanduiding voor dianummer 1"/>
          <p:cNvSpPr>
            <a:spLocks noGrp="1"/>
          </p:cNvSpPr>
          <p:nvPr>
            <p:ph type="sldNum" sz="quarter" idx="20"/>
          </p:nvPr>
        </p:nvSpPr>
        <p:spPr bwMode="auto"/>
        <p:txBody>
          <a:bodyPr/>
          <a:lstStyle/>
          <a:p>
            <a:pPr>
              <a:defRPr/>
            </a:pPr>
            <a:fld id="{51081708-FC45-E6B3-57EE-C819918ADF35}" type="slidenum">
              <a:rPr lang="en-GB"/>
              <a:t/>
            </a:fld>
            <a:endParaRPr lang="en-GB"/>
          </a:p>
        </p:txBody>
      </p:sp>
      <p:sp>
        <p:nvSpPr>
          <p:cNvPr id="1400493972" name="Tijdelijke aanduiding voor verticale tekst 33"/>
          <p:cNvSpPr txBox="1"/>
          <p:nvPr/>
        </p:nvSpPr>
        <p:spPr bwMode="auto">
          <a:xfrm>
            <a:off x="719137" y="1569103"/>
            <a:ext cx="4655998" cy="4431645"/>
          </a:xfrm>
          <a:prstGeom prst="rect">
            <a:avLst/>
          </a:prstGeom>
        </p:spPr>
        <p:txBody>
          <a:bodyPr lIns="0" tIns="0" rIns="0" bIns="0"/>
          <a:lstStyle>
            <a:lvl1pPr marL="361949" indent="-361949" algn="l" defTabSz="914400">
              <a:lnSpc>
                <a:spcPct val="90000"/>
              </a:lnSpc>
              <a:spcBef>
                <a:spcPts val="599"/>
              </a:spcBef>
              <a:spcAft>
                <a:spcPts val="599"/>
              </a:spcAft>
              <a:buClr>
                <a:schemeClr val="accent1"/>
              </a:buClr>
              <a:buSzPct val="120000"/>
              <a:buFont typeface="Arial"/>
              <a:buChar char="•"/>
              <a:defRPr sz="2000">
                <a:solidFill>
                  <a:schemeClr val="tx2"/>
                </a:solidFill>
                <a:latin typeface="+mn-lt"/>
                <a:ea typeface="+mn-ea"/>
                <a:cs typeface="+mn-cs"/>
              </a:defRPr>
            </a:lvl1pPr>
            <a:lvl2pPr marL="712787" indent="-350838" algn="l" defTabSz="914400">
              <a:lnSpc>
                <a:spcPct val="90000"/>
              </a:lnSpc>
              <a:spcBef>
                <a:spcPts val="599"/>
              </a:spcBef>
              <a:spcAft>
                <a:spcPts val="599"/>
              </a:spcAft>
              <a:buClr>
                <a:schemeClr val="accent1"/>
              </a:buClr>
              <a:buSzPct val="120000"/>
              <a:buFont typeface="Arial"/>
              <a:buChar char="•"/>
              <a:tabLst>
                <a:tab pos="712787" algn="l"/>
              </a:tabLst>
              <a:defRPr sz="2000">
                <a:solidFill>
                  <a:schemeClr val="tx2"/>
                </a:solidFill>
                <a:latin typeface="+mn-lt"/>
                <a:ea typeface="+mn-ea"/>
                <a:cs typeface="+mn-cs"/>
              </a:defRPr>
            </a:lvl2pPr>
            <a:lvl3pPr marL="0" indent="0" algn="l" defTabSz="914400">
              <a:lnSpc>
                <a:spcPct val="90000"/>
              </a:lnSpc>
              <a:spcBef>
                <a:spcPts val="599"/>
              </a:spcBef>
              <a:spcAft>
                <a:spcPts val="599"/>
              </a:spcAft>
              <a:buClr>
                <a:schemeClr val="accent3"/>
              </a:buClr>
              <a:buFont typeface="Segoe UI Light"/>
              <a:buNone/>
              <a:defRPr sz="2000">
                <a:solidFill>
                  <a:schemeClr val="tx2"/>
                </a:solidFill>
                <a:latin typeface="+mn-lt"/>
                <a:ea typeface="+mn-ea"/>
                <a:cs typeface="+mn-cs"/>
              </a:defRPr>
            </a:lvl3pPr>
            <a:lvl4pPr marL="0" indent="0" algn="l" defTabSz="914400">
              <a:lnSpc>
                <a:spcPct val="90000"/>
              </a:lnSpc>
              <a:spcBef>
                <a:spcPts val="599"/>
              </a:spcBef>
              <a:spcAft>
                <a:spcPts val="599"/>
              </a:spcAft>
              <a:buFont typeface="Arial"/>
              <a:buNone/>
              <a:defRPr sz="3600" b="1">
                <a:solidFill>
                  <a:schemeClr val="tx2"/>
                </a:solidFill>
                <a:latin typeface="+mj-lt"/>
                <a:ea typeface="+mn-ea"/>
                <a:cs typeface="+mn-cs"/>
              </a:defRPr>
            </a:lvl4pPr>
            <a:lvl5pPr marL="0" indent="0" algn="l" defTabSz="914400">
              <a:lnSpc>
                <a:spcPct val="90000"/>
              </a:lnSpc>
              <a:spcBef>
                <a:spcPts val="599"/>
              </a:spcBef>
              <a:spcAft>
                <a:spcPts val="599"/>
              </a:spcAft>
              <a:buFont typeface="Arial"/>
              <a:buNone/>
              <a:defRPr sz="2400" b="0">
                <a:solidFill>
                  <a:schemeClr val="accent1"/>
                </a:solidFill>
                <a:latin typeface="+mj-lt"/>
                <a:ea typeface="+mn-ea"/>
                <a:cs typeface="+mn-cs"/>
              </a:defRPr>
            </a:lvl5pPr>
            <a:lvl6pPr marL="0" indent="0" algn="l" defTabSz="914400">
              <a:lnSpc>
                <a:spcPct val="90000"/>
              </a:lnSpc>
              <a:spcBef>
                <a:spcPts val="599"/>
              </a:spcBef>
              <a:spcAft>
                <a:spcPts val="599"/>
              </a:spcAft>
              <a:buClr>
                <a:schemeClr val="accent1"/>
              </a:buClr>
              <a:buFont typeface="Arial"/>
              <a:buNone/>
              <a:defRPr sz="2000" b="0" cap="none">
                <a:solidFill>
                  <a:schemeClr val="tx1"/>
                </a:solidFill>
                <a:latin typeface="+mj-lt"/>
                <a:ea typeface="+mn-ea"/>
                <a:cs typeface="+mn-cs"/>
              </a:defRPr>
            </a:lvl6pPr>
            <a:lvl7pPr marL="361949" indent="-361949" algn="l" defTabSz="914400">
              <a:lnSpc>
                <a:spcPct val="90000"/>
              </a:lnSpc>
              <a:spcBef>
                <a:spcPts val="599"/>
              </a:spcBef>
              <a:spcAft>
                <a:spcPts val="599"/>
              </a:spcAft>
              <a:buClr>
                <a:schemeClr val="accent1"/>
              </a:buClr>
              <a:buFont typeface="+mj-lt"/>
              <a:buAutoNum type="arabicPeriod"/>
              <a:defRPr sz="2000">
                <a:solidFill>
                  <a:schemeClr val="tx1"/>
                </a:solidFill>
                <a:latin typeface="+mn-lt"/>
                <a:ea typeface="+mn-ea"/>
                <a:cs typeface="+mn-cs"/>
              </a:defRPr>
            </a:lvl7pPr>
            <a:lvl8pPr marL="361949" indent="-361949" algn="l" defTabSz="914400">
              <a:lnSpc>
                <a:spcPct val="90000"/>
              </a:lnSpc>
              <a:spcBef>
                <a:spcPts val="599"/>
              </a:spcBef>
              <a:spcAft>
                <a:spcPts val="599"/>
              </a:spcAft>
              <a:buClr>
                <a:schemeClr val="accent1"/>
              </a:buClr>
              <a:buFont typeface="+mj-lt"/>
              <a:buAutoNum type="alphaLcPeriod"/>
              <a:defRPr sz="2000">
                <a:solidFill>
                  <a:schemeClr val="tx1"/>
                </a:solidFill>
                <a:latin typeface="+mn-lt"/>
                <a:ea typeface="+mn-ea"/>
                <a:cs typeface="+mn-cs"/>
              </a:defRPr>
            </a:lvl8pPr>
            <a:lvl9pPr marL="0" indent="0" algn="l" defTabSz="914400">
              <a:lnSpc>
                <a:spcPct val="90000"/>
              </a:lnSpc>
              <a:spcBef>
                <a:spcPts val="599"/>
              </a:spcBef>
              <a:spcAft>
                <a:spcPts val="599"/>
              </a:spcAft>
              <a:buClr>
                <a:schemeClr val="accent1"/>
              </a:buClr>
              <a:buFont typeface="Arial"/>
              <a:buNone/>
              <a:defRPr sz="1600" i="1">
                <a:solidFill>
                  <a:schemeClr val="tx1"/>
                </a:solidFill>
                <a:latin typeface="+mn-lt"/>
                <a:ea typeface="+mn-ea"/>
                <a:cs typeface="+mn-cs"/>
              </a:defRPr>
            </a:lvl9pPr>
          </a:lstStyle>
          <a:p>
            <a:pPr>
              <a:defRPr/>
            </a:pPr>
            <a:r>
              <a:rPr lang="en-US"/>
              <a:t>Steady</a:t>
            </a:r>
            <a:endParaRPr lang="en-US"/>
          </a:p>
          <a:p>
            <a:pPr>
              <a:defRPr/>
            </a:pPr>
            <a:r>
              <a:rPr lang="en-US"/>
              <a:t>Incompressible </a:t>
            </a:r>
            <a:endParaRPr lang="en-US"/>
          </a:p>
          <a:p>
            <a:pPr>
              <a:defRPr/>
            </a:pPr>
            <a:r>
              <a:rPr lang="en-US"/>
              <a:t>Inviscid </a:t>
            </a:r>
            <a:endParaRPr lang="en-US"/>
          </a:p>
          <a:p>
            <a:pPr>
              <a:defRPr/>
            </a:pPr>
            <a:r>
              <a:rPr lang="en-US"/>
              <a:t>Tip-rotor wakes are unperturbed </a:t>
            </a:r>
            <a:endParaRPr lang="en-US"/>
          </a:p>
          <a:p>
            <a:pPr>
              <a:defRPr/>
            </a:pPr>
            <a:r>
              <a:rPr lang="en-US"/>
              <a:t>Small angles of attack </a:t>
            </a:r>
            <a:endParaRPr lang="en-US"/>
          </a:p>
          <a:p>
            <a:pPr>
              <a:defRPr/>
            </a:pPr>
            <a:endParaRPr lang="en-US"/>
          </a:p>
          <a:p>
            <a:pPr>
              <a:defRPr/>
            </a:pPr>
            <a:endParaRPr lang="en-US"/>
          </a:p>
          <a:p>
            <a:pPr>
              <a:defRPr/>
            </a:pPr>
            <a:endParaRPr lang="en-US"/>
          </a:p>
          <a:p>
            <a:pPr>
              <a:defRPr/>
            </a:pPr>
            <a:endParaRPr lang="en-US"/>
          </a:p>
          <a:p>
            <a:pPr>
              <a:defRPr/>
            </a:pPr>
            <a:endParaRPr/>
          </a:p>
        </p:txBody>
      </p:sp>
      <p:grpSp>
        <p:nvGrpSpPr>
          <p:cNvPr id="1188735167" name="INSTRUCTION"/>
          <p:cNvGrpSpPr>
            <a:grpSpLocks noGrp="1" noMove="1" noResize="1" noRot="1" noUngrp="1"/>
          </p:cNvGrpSpPr>
          <p:nvPr/>
        </p:nvGrpSpPr>
        <p:grpSpPr bwMode="auto">
          <a:xfrm>
            <a:off x="-3786436" y="0"/>
            <a:ext cx="3693385" cy="5359348"/>
            <a:chOff x="-3786436" y="0"/>
            <a:chExt cx="3693385" cy="5359348"/>
          </a:xfrm>
        </p:grpSpPr>
        <p:sp>
          <p:nvSpPr>
            <p:cNvPr id="783611375" name="Rechthoek 273"/>
            <p:cNvSpPr>
              <a:spLocks noAdjustHandles="1" noChangeArrowheads="1" noChangeShapeType="1" noEditPoints="1" noGrp="1" noMove="1" noResize="1" noRot="1"/>
            </p:cNvSpPr>
            <p:nvPr userDrawn="1"/>
          </p:nvSpPr>
          <p:spPr bwMode="auto">
            <a:xfrm>
              <a:off x="-3786165" y="0"/>
              <a:ext cx="3593090" cy="4641337"/>
            </a:xfrm>
            <a:prstGeom prst="rect">
              <a:avLst/>
            </a:prstGeom>
            <a:solidFill>
              <a:srgbClr val="FFFFFF"/>
            </a:solidFill>
            <a:ln w="6350">
              <a:solidFill>
                <a:srgbClr val="ECECEC"/>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noAutofit/>
            </a:bodyPr>
            <a:lstStyle/>
            <a:p>
              <a:pPr algn="l">
                <a:lnSpc>
                  <a:spcPct val="90000"/>
                </a:lnSpc>
                <a:spcBef>
                  <a:spcPts val="599"/>
                </a:spcBef>
                <a:spcAft>
                  <a:spcPts val="599"/>
                </a:spcAft>
                <a:defRPr/>
              </a:pPr>
              <a:r>
                <a:rPr lang="en-GB" sz="1400" b="1" cap="all">
                  <a:solidFill>
                    <a:schemeClr val="accent1"/>
                  </a:solidFill>
                  <a:latin typeface="Calibri"/>
                  <a:cs typeface="Calibri"/>
                </a:rPr>
                <a:t>Choosing text levels</a:t>
              </a:r>
              <a:endParaRPr/>
            </a:p>
          </p:txBody>
        </p:sp>
        <p:sp>
          <p:nvSpPr>
            <p:cNvPr id="264421793" name="Ovaal 274"/>
            <p:cNvSpPr>
              <a:spLocks noAdjustHandles="1" noChangeArrowheads="1" noChangeShapeType="1" noEditPoints="1" noGrp="1" noMove="1" noResize="1" noRot="1"/>
            </p:cNvSpPr>
            <p:nvPr userDrawn="1"/>
          </p:nvSpPr>
          <p:spPr bwMode="auto">
            <a:xfrm>
              <a:off x="-3604182" y="1837483"/>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1</a:t>
              </a:r>
              <a:endParaRPr/>
            </a:p>
          </p:txBody>
        </p:sp>
        <p:sp>
          <p:nvSpPr>
            <p:cNvPr id="1485435942" name="Rechthoek 275"/>
            <p:cNvSpPr>
              <a:spLocks noAdjustHandles="1" noChangeArrowheads="1" noChangeShapeType="1" noEditPoints="1" noGrp="1" noMove="1" noResize="1" noRot="1"/>
            </p:cNvSpPr>
            <p:nvPr userDrawn="1"/>
          </p:nvSpPr>
          <p:spPr bwMode="auto">
            <a:xfrm>
              <a:off x="-3319414" y="1837483"/>
              <a:ext cx="2949219" cy="180000"/>
            </a:xfrm>
            <a:prstGeom prst="rect">
              <a:avLst/>
            </a:prstGeom>
            <a:noFill/>
            <a:ln w="25400" cap="flat" cmpd="sng" algn="ctr">
              <a:noFill/>
              <a:prstDash val="solid"/>
            </a:ln>
            <a:effectLst/>
          </p:spPr>
          <p:txBody>
            <a:bodyPr lIns="0" tIns="0" rIns="0" bIns="0" rtlCol="0" anchor="ctr"/>
            <a:lstStyle/>
            <a:p>
              <a:pPr marL="357187" marR="0" lvl="0" indent="-357187" defTabSz="914400">
                <a:lnSpc>
                  <a:spcPct val="100000"/>
                </a:lnSpc>
                <a:spcBef>
                  <a:spcPts val="599"/>
                </a:spcBef>
                <a:spcAft>
                  <a:spcPts val="599"/>
                </a:spcAft>
                <a:buClr>
                  <a:schemeClr val="accent1"/>
                </a:buClr>
                <a:buSzTx/>
                <a:buFont typeface="Calibri"/>
                <a:buChar char="•"/>
                <a:defRPr/>
              </a:pPr>
              <a:r>
                <a:rPr lang="en-GB" sz="1400" b="0" i="0" u="none" strike="noStrike" cap="none" spc="0">
                  <a:ln>
                    <a:noFill/>
                  </a:ln>
                  <a:solidFill>
                    <a:srgbClr val="000000"/>
                  </a:solidFill>
                  <a:latin typeface="Arial"/>
                  <a:cs typeface="Calibri"/>
                </a:rPr>
                <a:t>Bullet</a:t>
              </a:r>
              <a:endParaRPr/>
            </a:p>
          </p:txBody>
        </p:sp>
        <p:sp>
          <p:nvSpPr>
            <p:cNvPr id="855032915" name="Ovaal 276"/>
            <p:cNvSpPr>
              <a:spLocks noAdjustHandles="1" noChangeArrowheads="1" noChangeShapeType="1" noEditPoints="1" noGrp="1" noMove="1" noResize="1" noRot="1"/>
            </p:cNvSpPr>
            <p:nvPr userDrawn="1"/>
          </p:nvSpPr>
          <p:spPr bwMode="auto">
            <a:xfrm>
              <a:off x="-3604182" y="2128767"/>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2</a:t>
              </a:r>
              <a:endParaRPr/>
            </a:p>
          </p:txBody>
        </p:sp>
        <p:sp>
          <p:nvSpPr>
            <p:cNvPr id="755803134" name="Rechthoek 277"/>
            <p:cNvSpPr>
              <a:spLocks noAdjustHandles="1" noChangeArrowheads="1" noChangeShapeType="1" noEditPoints="1" noGrp="1" noMove="1" noResize="1" noRot="1"/>
            </p:cNvSpPr>
            <p:nvPr userDrawn="1"/>
          </p:nvSpPr>
          <p:spPr bwMode="auto">
            <a:xfrm>
              <a:off x="-3604182" y="1196112"/>
              <a:ext cx="3229047" cy="459225"/>
            </a:xfrm>
            <a:prstGeom prst="rect">
              <a:avLst/>
            </a:prstGeom>
            <a:noFill/>
            <a:ln w="25400" cap="flat" cmpd="sng" algn="ctr">
              <a:noFill/>
              <a:prstDash val="solid"/>
            </a:ln>
            <a:effectLst/>
          </p:spPr>
          <p:txBody>
            <a:bodyPr lIns="0" tIns="0" rIns="0" bIns="0" rtlCol="0" anchor="t"/>
            <a:lstStyle/>
            <a:p>
              <a:pPr marL="0" marR="0" lvl="0" indent="0" defTabSz="914400">
                <a:lnSpc>
                  <a:spcPct val="90000"/>
                </a:lnSpc>
                <a:spcBef>
                  <a:spcPts val="599"/>
                </a:spcBef>
                <a:spcAft>
                  <a:spcPts val="599"/>
                </a:spcAft>
                <a:buClrTx/>
                <a:buSzTx/>
                <a:buFontTx/>
                <a:buNone/>
                <a:defRPr/>
              </a:pPr>
              <a:r>
                <a:rPr lang="en-GB" sz="1200" b="0" i="0" u="none" strike="noStrike" cap="none" spc="0">
                  <a:ln>
                    <a:noFill/>
                  </a:ln>
                  <a:solidFill>
                    <a:srgbClr val="000000"/>
                  </a:solidFill>
                  <a:latin typeface="Calibri"/>
                  <a:cs typeface="Calibri"/>
                </a:rPr>
                <a:t>Under the tab </a:t>
              </a:r>
              <a:r>
                <a:rPr lang="en-GB" sz="1200" b="1" i="0" u="none" strike="noStrike" cap="none" spc="0">
                  <a:ln>
                    <a:noFill/>
                  </a:ln>
                  <a:solidFill>
                    <a:srgbClr val="000000"/>
                  </a:solidFill>
                  <a:latin typeface="Calibri"/>
                  <a:cs typeface="Calibri"/>
                </a:rPr>
                <a:t>‘Home’</a:t>
              </a:r>
              <a:r>
                <a:rPr lang="en-GB" sz="1200" b="0" i="0" u="none" strike="noStrike" cap="none" spc="0">
                  <a:ln>
                    <a:noFill/>
                  </a:ln>
                  <a:solidFill>
                    <a:srgbClr val="000000"/>
                  </a:solidFill>
                  <a:latin typeface="Calibri"/>
                  <a:cs typeface="Calibri"/>
                </a:rPr>
                <a:t>, use the </a:t>
              </a:r>
              <a:r>
                <a:rPr lang="en-GB" sz="1200" b="1" i="0" u="none" strike="noStrike" cap="none" spc="0">
                  <a:ln>
                    <a:noFill/>
                  </a:ln>
                  <a:solidFill>
                    <a:srgbClr val="000000"/>
                  </a:solidFill>
                  <a:latin typeface="Calibri"/>
                  <a:cs typeface="Calibri"/>
                </a:rPr>
                <a:t>list level-buttons</a:t>
              </a:r>
              <a:r>
                <a:rPr lang="en-GB" sz="1200" b="0" i="0" u="none" strike="noStrike" cap="none" spc="0">
                  <a:ln>
                    <a:noFill/>
                  </a:ln>
                  <a:solidFill>
                    <a:srgbClr val="000000"/>
                  </a:solidFill>
                  <a:latin typeface="Calibri"/>
                  <a:cs typeface="Calibri"/>
                </a:rPr>
                <a:t> to choose a text level. </a:t>
              </a:r>
              <a:br>
                <a:rPr lang="en-GB" sz="1200" b="0" i="0" u="none" strike="noStrike" cap="none" spc="0">
                  <a:ln>
                    <a:noFill/>
                  </a:ln>
                  <a:solidFill>
                    <a:srgbClr val="000000"/>
                  </a:solidFill>
                  <a:latin typeface="Calibri"/>
                  <a:cs typeface="Calibri"/>
                </a:rPr>
              </a:br>
              <a:r>
                <a:rPr lang="en-GB" sz="1200" b="0" i="0" u="none" strike="noStrike" cap="none" spc="0">
                  <a:ln>
                    <a:noFill/>
                  </a:ln>
                  <a:solidFill>
                    <a:srgbClr val="000000"/>
                  </a:solidFill>
                  <a:latin typeface="Calibri"/>
                  <a:cs typeface="Calibri"/>
                </a:rPr>
                <a:t>Choose from:</a:t>
              </a:r>
              <a:endParaRPr/>
            </a:p>
          </p:txBody>
        </p:sp>
        <p:sp>
          <p:nvSpPr>
            <p:cNvPr id="1990702763" name="Rechthoek 278"/>
            <p:cNvSpPr>
              <a:spLocks noAdjustHandles="1" noChangeArrowheads="1" noChangeShapeType="1" noEditPoints="1" noGrp="1" noMove="1" noResize="1" noRot="1"/>
            </p:cNvSpPr>
            <p:nvPr userDrawn="1"/>
          </p:nvSpPr>
          <p:spPr bwMode="auto">
            <a:xfrm>
              <a:off x="-3319414" y="2128872"/>
              <a:ext cx="2949219" cy="180000"/>
            </a:xfrm>
            <a:prstGeom prst="rect">
              <a:avLst/>
            </a:prstGeom>
            <a:noFill/>
            <a:ln w="25400" cap="flat" cmpd="sng" algn="ctr">
              <a:noFill/>
              <a:prstDash val="solid"/>
            </a:ln>
            <a:effectLst/>
          </p:spPr>
          <p:txBody>
            <a:bodyPr lIns="0" tIns="0" rIns="0" bIns="0" rtlCol="0" anchor="ctr"/>
            <a:lstStyle/>
            <a:p>
              <a:pPr marL="715962" marR="0" lvl="0" indent="-358774" defTabSz="914400">
                <a:lnSpc>
                  <a:spcPct val="100000"/>
                </a:lnSpc>
                <a:spcBef>
                  <a:spcPts val="599"/>
                </a:spcBef>
                <a:spcAft>
                  <a:spcPts val="599"/>
                </a:spcAft>
                <a:buClr>
                  <a:schemeClr val="accent1"/>
                </a:buClr>
                <a:buSzTx/>
                <a:buFont typeface="Calibri"/>
                <a:buChar char="•"/>
                <a:defRPr/>
              </a:pPr>
              <a:r>
                <a:rPr lang="en-GB" sz="1400" b="0" i="0" u="none" strike="noStrike" cap="none" spc="0">
                  <a:ln>
                    <a:noFill/>
                  </a:ln>
                  <a:solidFill>
                    <a:srgbClr val="000000"/>
                  </a:solidFill>
                  <a:latin typeface="Arial"/>
                  <a:cs typeface="Calibri"/>
                </a:rPr>
                <a:t>Sub-bullet </a:t>
              </a:r>
              <a:endParaRPr/>
            </a:p>
          </p:txBody>
        </p:sp>
        <p:sp>
          <p:nvSpPr>
            <p:cNvPr id="1050467361" name="Ovaal 279"/>
            <p:cNvSpPr>
              <a:spLocks noAdjustHandles="1" noChangeArrowheads="1" noChangeShapeType="1" noEditPoints="1" noGrp="1" noMove="1" noResize="1" noRot="1"/>
            </p:cNvSpPr>
            <p:nvPr userDrawn="1"/>
          </p:nvSpPr>
          <p:spPr bwMode="auto">
            <a:xfrm>
              <a:off x="-3604182" y="2420051"/>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3</a:t>
              </a:r>
              <a:endParaRPr/>
            </a:p>
          </p:txBody>
        </p:sp>
        <p:sp>
          <p:nvSpPr>
            <p:cNvPr id="1712104846" name="Rechthoek 280"/>
            <p:cNvSpPr>
              <a:spLocks noAdjustHandles="1" noChangeArrowheads="1" noChangeShapeType="1" noEditPoints="1" noGrp="1" noMove="1" noResize="1" noRot="1"/>
            </p:cNvSpPr>
            <p:nvPr userDrawn="1"/>
          </p:nvSpPr>
          <p:spPr bwMode="auto">
            <a:xfrm>
              <a:off x="-3319414" y="2420262"/>
              <a:ext cx="2949219" cy="180000"/>
            </a:xfrm>
            <a:prstGeom prst="rect">
              <a:avLst/>
            </a:prstGeom>
            <a:noFill/>
            <a:ln w="25400" cap="flat" cmpd="sng" algn="ctr">
              <a:noFill/>
              <a:prstDash val="solid"/>
            </a:ln>
            <a:effectLst/>
          </p:spPr>
          <p:txBody>
            <a:bodyPr lIns="0" tIns="0" rIns="0" bIns="0" rtlCol="0" anchor="ctr"/>
            <a:lstStyle/>
            <a:p>
              <a:pPr marL="0" marR="0" lvl="0" indent="0" defTabSz="914400">
                <a:lnSpc>
                  <a:spcPct val="100000"/>
                </a:lnSpc>
                <a:spcBef>
                  <a:spcPts val="599"/>
                </a:spcBef>
                <a:spcAft>
                  <a:spcPts val="599"/>
                </a:spcAft>
                <a:buClr>
                  <a:schemeClr val="accent1"/>
                </a:buClr>
                <a:buSzTx/>
                <a:buFont typeface="Calibri"/>
                <a:buNone/>
                <a:defRPr/>
              </a:pPr>
              <a:r>
                <a:rPr lang="en-GB" sz="1400" b="0" i="0" u="none" strike="noStrike" cap="none" spc="0">
                  <a:ln>
                    <a:noFill/>
                  </a:ln>
                  <a:solidFill>
                    <a:srgbClr val="000000"/>
                  </a:solidFill>
                  <a:latin typeface="Arial"/>
                  <a:cs typeface="Calibri"/>
                </a:rPr>
                <a:t>Default text</a:t>
              </a:r>
              <a:endParaRPr/>
            </a:p>
          </p:txBody>
        </p:sp>
        <p:sp>
          <p:nvSpPr>
            <p:cNvPr id="1268470341" name="Ovaal 281"/>
            <p:cNvSpPr>
              <a:spLocks noAdjustHandles="1" noChangeArrowheads="1" noChangeShapeType="1" noEditPoints="1" noGrp="1" noMove="1" noResize="1" noRot="1"/>
            </p:cNvSpPr>
            <p:nvPr userDrawn="1"/>
          </p:nvSpPr>
          <p:spPr bwMode="auto">
            <a:xfrm>
              <a:off x="-3604182" y="2711335"/>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4</a:t>
              </a:r>
              <a:endParaRPr/>
            </a:p>
          </p:txBody>
        </p:sp>
        <p:sp>
          <p:nvSpPr>
            <p:cNvPr id="889145535" name="Rechthoek 282"/>
            <p:cNvSpPr>
              <a:spLocks noAdjustHandles="1" noChangeArrowheads="1" noChangeShapeType="1" noEditPoints="1" noGrp="1" noMove="1" noResize="1" noRot="1"/>
            </p:cNvSpPr>
            <p:nvPr userDrawn="1"/>
          </p:nvSpPr>
          <p:spPr bwMode="auto">
            <a:xfrm>
              <a:off x="-3319414" y="2711650"/>
              <a:ext cx="2949219" cy="180000"/>
            </a:xfrm>
            <a:prstGeom prst="rect">
              <a:avLst/>
            </a:prstGeom>
            <a:noFill/>
            <a:ln w="25400" cap="flat" cmpd="sng" algn="ctr">
              <a:noFill/>
              <a:prstDash val="solid"/>
            </a:ln>
            <a:effectLst/>
          </p:spPr>
          <p:txBody>
            <a:bodyPr lIns="0" tIns="0" rIns="0" bIns="0" rtlCol="0" anchor="ctr"/>
            <a:lstStyle/>
            <a:p>
              <a:pPr marL="0" marR="0" lvl="0" indent="0" defTabSz="914400">
                <a:lnSpc>
                  <a:spcPct val="100000"/>
                </a:lnSpc>
                <a:spcBef>
                  <a:spcPts val="599"/>
                </a:spcBef>
                <a:spcAft>
                  <a:spcPts val="599"/>
                </a:spcAft>
                <a:buClr>
                  <a:schemeClr val="accent1"/>
                </a:buClr>
                <a:buSzTx/>
                <a:buFont typeface="Calibri"/>
                <a:buNone/>
                <a:defRPr/>
              </a:pPr>
              <a:r>
                <a:rPr lang="en-GB" sz="2400" b="1" i="0" u="none" strike="noStrike" cap="none" spc="0">
                  <a:ln>
                    <a:noFill/>
                  </a:ln>
                  <a:solidFill>
                    <a:schemeClr val="tx1"/>
                  </a:solidFill>
                  <a:latin typeface="Arial"/>
                  <a:cs typeface="Calibri"/>
                </a:rPr>
                <a:t>Title/Quote</a:t>
              </a:r>
              <a:endParaRPr/>
            </a:p>
          </p:txBody>
        </p:sp>
        <p:sp>
          <p:nvSpPr>
            <p:cNvPr id="628207469" name="Ovaal 283"/>
            <p:cNvSpPr>
              <a:spLocks noAdjustHandles="1" noChangeArrowheads="1" noChangeShapeType="1" noEditPoints="1" noGrp="1" noMove="1" noResize="1" noRot="1"/>
            </p:cNvSpPr>
            <p:nvPr userDrawn="1"/>
          </p:nvSpPr>
          <p:spPr bwMode="auto">
            <a:xfrm>
              <a:off x="-3604182" y="3002619"/>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5</a:t>
              </a:r>
              <a:endParaRPr/>
            </a:p>
          </p:txBody>
        </p:sp>
        <p:sp>
          <p:nvSpPr>
            <p:cNvPr id="1286951272" name="Rechthoek 284"/>
            <p:cNvSpPr>
              <a:spLocks noAdjustHandles="1" noChangeArrowheads="1" noChangeShapeType="1" noEditPoints="1" noGrp="1" noMove="1" noResize="1" noRot="1"/>
            </p:cNvSpPr>
            <p:nvPr userDrawn="1"/>
          </p:nvSpPr>
          <p:spPr bwMode="auto">
            <a:xfrm>
              <a:off x="-3319414" y="3003039"/>
              <a:ext cx="2949219" cy="180000"/>
            </a:xfrm>
            <a:prstGeom prst="rect">
              <a:avLst/>
            </a:prstGeom>
            <a:noFill/>
            <a:ln w="25400" cap="flat" cmpd="sng" algn="ctr">
              <a:noFill/>
              <a:prstDash val="solid"/>
            </a:ln>
            <a:effectLst/>
          </p:spPr>
          <p:txBody>
            <a:bodyPr lIns="0" tIns="0" rIns="0" bIns="0" rtlCol="0" anchor="ctr"/>
            <a:lstStyle/>
            <a:p>
              <a:pPr marL="0" marR="0" lvl="0" indent="0" defTabSz="914400">
                <a:lnSpc>
                  <a:spcPct val="100000"/>
                </a:lnSpc>
                <a:spcBef>
                  <a:spcPts val="599"/>
                </a:spcBef>
                <a:spcAft>
                  <a:spcPts val="599"/>
                </a:spcAft>
                <a:buClr>
                  <a:schemeClr val="accent1"/>
                </a:buClr>
                <a:buSzTx/>
                <a:buFont typeface="Calibri"/>
                <a:buNone/>
                <a:defRPr/>
              </a:pPr>
              <a:r>
                <a:rPr lang="en-GB" sz="1800" b="0" i="0" u="none" strike="noStrike" cap="none" spc="0">
                  <a:ln>
                    <a:noFill/>
                  </a:ln>
                  <a:solidFill>
                    <a:schemeClr val="accent1"/>
                  </a:solidFill>
                  <a:latin typeface="Arial"/>
                  <a:cs typeface="Calibri"/>
                </a:rPr>
                <a:t>Subtitle</a:t>
              </a:r>
              <a:endParaRPr/>
            </a:p>
          </p:txBody>
        </p:sp>
        <p:sp>
          <p:nvSpPr>
            <p:cNvPr id="512130989" name="Ovaal 285"/>
            <p:cNvSpPr>
              <a:spLocks noAdjustHandles="1" noChangeArrowheads="1" noChangeShapeType="1" noEditPoints="1" noGrp="1" noMove="1" noResize="1" noRot="1"/>
            </p:cNvSpPr>
            <p:nvPr userDrawn="1"/>
          </p:nvSpPr>
          <p:spPr bwMode="auto">
            <a:xfrm>
              <a:off x="-3604182" y="3293903"/>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6</a:t>
              </a:r>
              <a:endParaRPr/>
            </a:p>
          </p:txBody>
        </p:sp>
        <p:sp>
          <p:nvSpPr>
            <p:cNvPr id="1705016513" name="Rechthoek 286"/>
            <p:cNvSpPr>
              <a:spLocks noAdjustHandles="1" noChangeArrowheads="1" noChangeShapeType="1" noEditPoints="1" noGrp="1" noMove="1" noResize="1" noRot="1"/>
            </p:cNvSpPr>
            <p:nvPr userDrawn="1"/>
          </p:nvSpPr>
          <p:spPr bwMode="auto">
            <a:xfrm>
              <a:off x="-3319414" y="3585817"/>
              <a:ext cx="2949219" cy="180000"/>
            </a:xfrm>
            <a:prstGeom prst="rect">
              <a:avLst/>
            </a:prstGeom>
            <a:noFill/>
            <a:ln w="25400" cap="flat" cmpd="sng" algn="ctr">
              <a:noFill/>
              <a:prstDash val="solid"/>
            </a:ln>
            <a:effectLst/>
          </p:spPr>
          <p:txBody>
            <a:bodyPr lIns="0" tIns="0" rIns="0" bIns="0" rtlCol="0" anchor="ctr"/>
            <a:lstStyle/>
            <a:p>
              <a:pPr marL="357187" marR="0" lvl="0" indent="-357187" defTabSz="914400">
                <a:lnSpc>
                  <a:spcPct val="100000"/>
                </a:lnSpc>
                <a:spcBef>
                  <a:spcPts val="599"/>
                </a:spcBef>
                <a:spcAft>
                  <a:spcPts val="599"/>
                </a:spcAft>
                <a:buClr>
                  <a:schemeClr val="accent1"/>
                </a:buClr>
                <a:buSzTx/>
                <a:buFont typeface="+mj-lt"/>
                <a:buAutoNum type="arabicPeriod"/>
                <a:defRPr/>
              </a:pPr>
              <a:r>
                <a:rPr lang="en-GB" sz="1400" b="0" i="0" u="none" strike="noStrike" cap="none" spc="0">
                  <a:ln>
                    <a:noFill/>
                  </a:ln>
                  <a:solidFill>
                    <a:schemeClr val="tx1"/>
                  </a:solidFill>
                  <a:latin typeface="Arial"/>
                  <a:cs typeface="Calibri"/>
                </a:rPr>
                <a:t>Numerical bullet</a:t>
              </a:r>
              <a:endParaRPr/>
            </a:p>
          </p:txBody>
        </p:sp>
        <p:sp>
          <p:nvSpPr>
            <p:cNvPr id="1230308836" name="Ovaal 287"/>
            <p:cNvSpPr>
              <a:spLocks noAdjustHandles="1" noChangeArrowheads="1" noChangeShapeType="1" noEditPoints="1" noGrp="1" noMove="1" noResize="1" noRot="1"/>
            </p:cNvSpPr>
            <p:nvPr userDrawn="1"/>
          </p:nvSpPr>
          <p:spPr bwMode="auto">
            <a:xfrm>
              <a:off x="-3604182" y="3585187"/>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7</a:t>
              </a:r>
              <a:endParaRPr/>
            </a:p>
          </p:txBody>
        </p:sp>
        <p:sp>
          <p:nvSpPr>
            <p:cNvPr id="241109690" name="Rechthoek 288"/>
            <p:cNvSpPr>
              <a:spLocks noAdjustHandles="1" noChangeArrowheads="1" noChangeShapeType="1" noEditPoints="1" noGrp="1" noMove="1" noResize="1" noRot="1"/>
            </p:cNvSpPr>
            <p:nvPr userDrawn="1"/>
          </p:nvSpPr>
          <p:spPr bwMode="auto">
            <a:xfrm>
              <a:off x="-3325829" y="3877206"/>
              <a:ext cx="2949219" cy="180000"/>
            </a:xfrm>
            <a:prstGeom prst="rect">
              <a:avLst/>
            </a:prstGeom>
            <a:noFill/>
            <a:ln w="25400" cap="flat" cmpd="sng" algn="ctr">
              <a:noFill/>
              <a:prstDash val="solid"/>
            </a:ln>
            <a:effectLst/>
          </p:spPr>
          <p:txBody>
            <a:bodyPr lIns="0" tIns="0" rIns="0" bIns="0" rtlCol="0" anchor="ctr"/>
            <a:lstStyle/>
            <a:p>
              <a:pPr marL="342900" marR="0" lvl="0" indent="-342900" defTabSz="914400">
                <a:lnSpc>
                  <a:spcPct val="100000"/>
                </a:lnSpc>
                <a:spcBef>
                  <a:spcPts val="599"/>
                </a:spcBef>
                <a:spcAft>
                  <a:spcPts val="599"/>
                </a:spcAft>
                <a:buClr>
                  <a:schemeClr val="accent1"/>
                </a:buClr>
                <a:buSzTx/>
                <a:buFont typeface="+mj-lt"/>
                <a:buAutoNum type="alphaLcPeriod"/>
                <a:defRPr/>
              </a:pPr>
              <a:r>
                <a:rPr lang="en-GB" sz="1400" b="0" i="0" u="none" strike="noStrike" cap="none" spc="0">
                  <a:ln>
                    <a:noFill/>
                  </a:ln>
                  <a:solidFill>
                    <a:schemeClr val="tx1"/>
                  </a:solidFill>
                  <a:latin typeface="Arial"/>
                  <a:cs typeface="Calibri"/>
                </a:rPr>
                <a:t>Alphabetical bullet</a:t>
              </a:r>
              <a:endParaRPr/>
            </a:p>
          </p:txBody>
        </p:sp>
        <p:sp>
          <p:nvSpPr>
            <p:cNvPr id="1118433010" name="Ovaal 289"/>
            <p:cNvSpPr>
              <a:spLocks noAdjustHandles="1" noChangeArrowheads="1" noChangeShapeType="1" noEditPoints="1" noGrp="1" noMove="1" noResize="1" noRot="1"/>
            </p:cNvSpPr>
            <p:nvPr userDrawn="1"/>
          </p:nvSpPr>
          <p:spPr bwMode="auto">
            <a:xfrm>
              <a:off x="-3604182" y="3876471"/>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8</a:t>
              </a:r>
              <a:endParaRPr/>
            </a:p>
          </p:txBody>
        </p:sp>
        <p:sp>
          <p:nvSpPr>
            <p:cNvPr id="985853954" name="Rechthoek 290"/>
            <p:cNvSpPr>
              <a:spLocks noAdjustHandles="1" noChangeArrowheads="1" noChangeShapeType="1" noEditPoints="1" noGrp="1" noMove="1" noResize="1" noRot="1"/>
            </p:cNvSpPr>
            <p:nvPr userDrawn="1"/>
          </p:nvSpPr>
          <p:spPr bwMode="auto">
            <a:xfrm>
              <a:off x="-3319414" y="4168593"/>
              <a:ext cx="2949219" cy="180000"/>
            </a:xfrm>
            <a:prstGeom prst="rect">
              <a:avLst/>
            </a:prstGeom>
            <a:noFill/>
            <a:ln w="25400" cap="flat" cmpd="sng" algn="ctr">
              <a:noFill/>
              <a:prstDash val="solid"/>
            </a:ln>
            <a:effectLst/>
          </p:spPr>
          <p:txBody>
            <a:bodyPr lIns="0" tIns="0" rIns="0" bIns="0" rtlCol="0" anchor="ctr"/>
            <a:lstStyle/>
            <a:p>
              <a:pPr marL="0" marR="0" lvl="0" indent="0" defTabSz="914400">
                <a:lnSpc>
                  <a:spcPct val="100000"/>
                </a:lnSpc>
                <a:spcBef>
                  <a:spcPts val="599"/>
                </a:spcBef>
                <a:spcAft>
                  <a:spcPts val="599"/>
                </a:spcAft>
                <a:buClr>
                  <a:schemeClr val="tx1"/>
                </a:buClr>
                <a:buSzTx/>
                <a:buFont typeface="Calibri"/>
                <a:buNone/>
                <a:defRPr/>
              </a:pPr>
              <a:r>
                <a:rPr lang="en-GB" sz="1200" b="0" i="1" u="none" strike="noStrike" cap="none" spc="0">
                  <a:ln>
                    <a:noFill/>
                  </a:ln>
                  <a:solidFill>
                    <a:srgbClr val="000000"/>
                  </a:solidFill>
                  <a:latin typeface="Arial"/>
                  <a:cs typeface="Calibri"/>
                </a:rPr>
                <a:t>Source</a:t>
              </a:r>
              <a:endParaRPr/>
            </a:p>
          </p:txBody>
        </p:sp>
        <p:sp>
          <p:nvSpPr>
            <p:cNvPr id="182592996" name="Ovaal 291"/>
            <p:cNvSpPr>
              <a:spLocks noAdjustHandles="1" noChangeArrowheads="1" noChangeShapeType="1" noEditPoints="1" noGrp="1" noMove="1" noResize="1" noRot="1"/>
            </p:cNvSpPr>
            <p:nvPr userDrawn="1"/>
          </p:nvSpPr>
          <p:spPr bwMode="auto">
            <a:xfrm>
              <a:off x="-3604182" y="4168593"/>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9</a:t>
              </a:r>
              <a:endParaRPr/>
            </a:p>
          </p:txBody>
        </p:sp>
        <p:sp>
          <p:nvSpPr>
            <p:cNvPr id="679330318" name="Rechthoek 292"/>
            <p:cNvSpPr>
              <a:spLocks noAdjustHandles="1" noChangeArrowheads="1" noChangeShapeType="1" noEditPoints="1" noGrp="1" noMove="1" noResize="1" noRot="1"/>
            </p:cNvSpPr>
            <p:nvPr userDrawn="1"/>
          </p:nvSpPr>
          <p:spPr bwMode="auto">
            <a:xfrm>
              <a:off x="-3319414" y="3294428"/>
              <a:ext cx="2949219" cy="180000"/>
            </a:xfrm>
            <a:prstGeom prst="rect">
              <a:avLst/>
            </a:prstGeom>
            <a:noFill/>
            <a:ln w="25400" cap="flat" cmpd="sng" algn="ctr">
              <a:noFill/>
              <a:prstDash val="solid"/>
            </a:ln>
            <a:effectLst/>
          </p:spPr>
          <p:txBody>
            <a:bodyPr lIns="0" tIns="0" rIns="0" bIns="0" rtlCol="0" anchor="ctr"/>
            <a:lstStyle/>
            <a:p>
              <a:pPr marL="0" marR="0" lvl="0" indent="0" defTabSz="914400">
                <a:lnSpc>
                  <a:spcPct val="100000"/>
                </a:lnSpc>
                <a:spcBef>
                  <a:spcPts val="599"/>
                </a:spcBef>
                <a:spcAft>
                  <a:spcPts val="599"/>
                </a:spcAft>
                <a:buClr>
                  <a:schemeClr val="accent1"/>
                </a:buClr>
                <a:buSzTx/>
                <a:buFont typeface="Calibri"/>
                <a:buNone/>
                <a:defRPr/>
              </a:pPr>
              <a:r>
                <a:rPr lang="en-GB" sz="1400" b="0" i="0" u="none" strike="noStrike" cap="none" spc="0">
                  <a:ln>
                    <a:noFill/>
                  </a:ln>
                  <a:solidFill>
                    <a:srgbClr val="000000"/>
                  </a:solidFill>
                  <a:latin typeface="Arial"/>
                  <a:cs typeface="Calibri"/>
                </a:rPr>
                <a:t>Default text</a:t>
              </a:r>
              <a:endParaRPr/>
            </a:p>
          </p:txBody>
        </p:sp>
        <p:sp>
          <p:nvSpPr>
            <p:cNvPr id="1788911811" name="Rechthoek 293"/>
            <p:cNvSpPr>
              <a:spLocks noAdjustHandles="1" noChangeArrowheads="1" noChangeShapeType="1" noEditPoints="1" noGrp="1" noMove="1" noResize="1" noRot="1"/>
            </p:cNvSpPr>
            <p:nvPr userDrawn="1"/>
          </p:nvSpPr>
          <p:spPr bwMode="auto">
            <a:xfrm>
              <a:off x="-3786436" y="4531348"/>
              <a:ext cx="3593637" cy="828000"/>
            </a:xfrm>
            <a:prstGeom prst="rect">
              <a:avLst/>
            </a:prstGeom>
            <a:solidFill>
              <a:srgbClr val="ECECEC"/>
            </a:solidFill>
            <a:ln w="6350">
              <a:solidFill>
                <a:srgbClr val="ECECEC"/>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ctr" anchorCtr="0" forceAA="0" compatLnSpc="1">
              <a:prstTxWarp prst="textNoShape"/>
              <a:noAutofit/>
            </a:bodyPr>
            <a:lstStyle/>
            <a:p>
              <a:pPr algn="l">
                <a:lnSpc>
                  <a:spcPct val="90000"/>
                </a:lnSpc>
                <a:spcBef>
                  <a:spcPts val="599"/>
                </a:spcBef>
                <a:spcAft>
                  <a:spcPts val="599"/>
                </a:spcAft>
                <a:defRPr/>
              </a:pPr>
              <a:r>
                <a:rPr lang="en-GB" sz="1200" b="1" cap="all">
                  <a:solidFill>
                    <a:srgbClr val="211F26"/>
                  </a:solidFill>
                  <a:latin typeface="Calibri"/>
                  <a:cs typeface="Calibri"/>
                </a:rPr>
                <a:t>Want to know more?</a:t>
              </a:r>
              <a:br>
                <a:rPr lang="en-GB" sz="1200" b="1" cap="all">
                  <a:solidFill>
                    <a:srgbClr val="211F26"/>
                  </a:solidFill>
                  <a:latin typeface="Calibri"/>
                  <a:cs typeface="Calibri"/>
                </a:rPr>
              </a:br>
              <a:r>
                <a:rPr lang="en-GB" sz="1200" cap="none">
                  <a:solidFill>
                    <a:srgbClr val="211F26"/>
                  </a:solidFill>
                  <a:latin typeface="Calibri"/>
                  <a:cs typeface="Calibri"/>
                </a:rPr>
                <a:t>Go to the </a:t>
              </a:r>
              <a:r>
                <a:rPr lang="en-GB" sz="1200" cap="none">
                  <a:solidFill>
                    <a:srgbClr val="211F26"/>
                  </a:solidFill>
                  <a:latin typeface="Calibri"/>
                  <a:ea typeface="Arial"/>
                  <a:cs typeface="Calibri"/>
                </a:rPr>
                <a:t>tab</a:t>
              </a:r>
              <a:r>
                <a:rPr lang="en-GB" sz="1200" b="1" cap="all">
                  <a:solidFill>
                    <a:srgbClr val="211F26"/>
                  </a:solidFill>
                  <a:latin typeface="Calibri"/>
                  <a:cs typeface="Calibri"/>
                </a:rPr>
                <a:t> 'SLIDEBUILDER’ </a:t>
              </a:r>
              <a:r>
                <a:rPr lang="en-GB" sz="1200" cap="none">
                  <a:solidFill>
                    <a:srgbClr val="211F26"/>
                  </a:solidFill>
                  <a:latin typeface="Calibri"/>
                  <a:ea typeface="Arial"/>
                  <a:cs typeface="Calibri"/>
                </a:rPr>
                <a:t>and click</a:t>
              </a:r>
              <a:br>
                <a:rPr lang="en-GB" sz="1200" cap="none">
                  <a:solidFill>
                    <a:srgbClr val="211F26"/>
                  </a:solidFill>
                  <a:latin typeface="Calibri"/>
                  <a:ea typeface="Arial"/>
                  <a:cs typeface="Calibri"/>
                </a:rPr>
              </a:br>
              <a:r>
                <a:rPr lang="en-GB" sz="1200" cap="none">
                  <a:solidFill>
                    <a:srgbClr val="211F26"/>
                  </a:solidFill>
                  <a:latin typeface="Calibri"/>
                  <a:ea typeface="Arial"/>
                  <a:cs typeface="Calibri"/>
                </a:rPr>
                <a:t>on the button </a:t>
              </a:r>
              <a:r>
                <a:rPr lang="en-GB" sz="1200" b="1" cap="all">
                  <a:solidFill>
                    <a:srgbClr val="211F26"/>
                  </a:solidFill>
                  <a:latin typeface="Calibri"/>
                  <a:cs typeface="Calibri"/>
                </a:rPr>
                <a:t>‘Inspiration'</a:t>
              </a:r>
              <a:endParaRPr/>
            </a:p>
          </p:txBody>
        </p:sp>
        <p:grpSp>
          <p:nvGrpSpPr>
            <p:cNvPr id="1698374425" name="ICOON_info"/>
            <p:cNvGrpSpPr>
              <a:grpSpLocks noGrp="1" noMove="1" noResize="1" noRot="1" noUngrp="1"/>
            </p:cNvGrpSpPr>
            <p:nvPr userDrawn="1"/>
          </p:nvGrpSpPr>
          <p:grpSpPr bwMode="auto">
            <a:xfrm>
              <a:off x="-376734" y="4400185"/>
              <a:ext cx="283684" cy="283684"/>
              <a:chOff x="-510741" y="5913712"/>
              <a:chExt cx="267554" cy="267554"/>
            </a:xfrm>
          </p:grpSpPr>
          <p:sp>
            <p:nvSpPr>
              <p:cNvPr id="1412860776" name="Ovaal 342"/>
              <p:cNvSpPr>
                <a:spLocks noAdjustHandles="1" noChangeArrowheads="1" noChangeShapeType="1" noEditPoints="1" noGrp="1" noMove="1" noResize="1" noRot="1"/>
              </p:cNvSpPr>
              <p:nvPr userDrawn="1"/>
            </p:nvSpPr>
            <p:spPr bwMode="auto">
              <a:xfrm>
                <a:off x="-491852" y="5932071"/>
                <a:ext cx="230834" cy="230834"/>
              </a:xfrm>
              <a:prstGeom prst="ellipse">
                <a:avLst/>
              </a:prstGeom>
              <a:solidFill>
                <a:srgbClr val="211F2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noAutofit/>
              </a:bodyPr>
              <a:lstStyle/>
              <a:p>
                <a:pPr algn="ctr">
                  <a:lnSpc>
                    <a:spcPct val="90000"/>
                  </a:lnSpc>
                  <a:spcBef>
                    <a:spcPts val="599"/>
                  </a:spcBef>
                  <a:spcAft>
                    <a:spcPts val="599"/>
                  </a:spcAft>
                  <a:defRPr/>
                </a:pPr>
                <a:endParaRPr lang="en-GB" sz="1600" cap="all">
                  <a:latin typeface="Calibri"/>
                  <a:cs typeface="Calibri"/>
                </a:endParaRPr>
              </a:p>
            </p:txBody>
          </p:sp>
          <p:sp>
            <p:nvSpPr>
              <p:cNvPr id="378847849" name="Graphic 163" descr="Informatie"/>
              <p:cNvSpPr>
                <a:spLocks noAdjustHandles="1" noChangeArrowheads="1" noChangeShapeType="1" noEditPoints="1" noGrp="1" noMove="1" noResize="1" noRot="1"/>
              </p:cNvSpPr>
              <p:nvPr/>
            </p:nvSpPr>
            <p:spPr bwMode="auto">
              <a:xfrm>
                <a:off x="-510741" y="5913712"/>
                <a:ext cx="267554" cy="267554"/>
              </a:xfrm>
              <a:custGeom>
                <a:avLst/>
                <a:gdLst>
                  <a:gd name="connsiteX0" fmla="*/ 145860 w 291719"/>
                  <a:gd name="connsiteY0" fmla="*/ 0 h 291719"/>
                  <a:gd name="connsiteX1" fmla="*/ 0 w 291719"/>
                  <a:gd name="connsiteY1" fmla="*/ 145860 h 291719"/>
                  <a:gd name="connsiteX2" fmla="*/ 145860 w 291719"/>
                  <a:gd name="connsiteY2" fmla="*/ 291720 h 291719"/>
                  <a:gd name="connsiteX3" fmla="*/ 291720 w 291719"/>
                  <a:gd name="connsiteY3" fmla="*/ 145860 h 291719"/>
                  <a:gd name="connsiteX4" fmla="*/ 145860 w 291719"/>
                  <a:gd name="connsiteY4" fmla="*/ 0 h 291719"/>
                  <a:gd name="connsiteX5" fmla="*/ 138183 w 291719"/>
                  <a:gd name="connsiteY5" fmla="*/ 38384 h 291719"/>
                  <a:gd name="connsiteX6" fmla="*/ 157375 w 291719"/>
                  <a:gd name="connsiteY6" fmla="*/ 57576 h 291719"/>
                  <a:gd name="connsiteX7" fmla="*/ 138183 w 291719"/>
                  <a:gd name="connsiteY7" fmla="*/ 76768 h 291719"/>
                  <a:gd name="connsiteX8" fmla="*/ 118991 w 291719"/>
                  <a:gd name="connsiteY8" fmla="*/ 57576 h 291719"/>
                  <a:gd name="connsiteX9" fmla="*/ 138183 w 291719"/>
                  <a:gd name="connsiteY9" fmla="*/ 38384 h 291719"/>
                  <a:gd name="connsiteX10" fmla="*/ 184244 w 291719"/>
                  <a:gd name="connsiteY10" fmla="*/ 253336 h 291719"/>
                  <a:gd name="connsiteX11" fmla="*/ 107476 w 291719"/>
                  <a:gd name="connsiteY11" fmla="*/ 253336 h 291719"/>
                  <a:gd name="connsiteX12" fmla="*/ 107476 w 291719"/>
                  <a:gd name="connsiteY12" fmla="*/ 230305 h 291719"/>
                  <a:gd name="connsiteX13" fmla="*/ 134345 w 291719"/>
                  <a:gd name="connsiteY13" fmla="*/ 230305 h 291719"/>
                  <a:gd name="connsiteX14" fmla="*/ 134345 w 291719"/>
                  <a:gd name="connsiteY14" fmla="*/ 115153 h 291719"/>
                  <a:gd name="connsiteX15" fmla="*/ 111314 w 291719"/>
                  <a:gd name="connsiteY15" fmla="*/ 115153 h 291719"/>
                  <a:gd name="connsiteX16" fmla="*/ 111314 w 291719"/>
                  <a:gd name="connsiteY16" fmla="*/ 92122 h 291719"/>
                  <a:gd name="connsiteX17" fmla="*/ 157375 w 291719"/>
                  <a:gd name="connsiteY17" fmla="*/ 92122 h 291719"/>
                  <a:gd name="connsiteX18" fmla="*/ 157375 w 291719"/>
                  <a:gd name="connsiteY18" fmla="*/ 115153 h 291719"/>
                  <a:gd name="connsiteX19" fmla="*/ 157375 w 291719"/>
                  <a:gd name="connsiteY19" fmla="*/ 230305 h 291719"/>
                  <a:gd name="connsiteX20" fmla="*/ 184244 w 291719"/>
                  <a:gd name="connsiteY20" fmla="*/ 230305 h 291719"/>
                  <a:gd name="connsiteX21" fmla="*/ 184244 w 291719"/>
                  <a:gd name="connsiteY21" fmla="*/ 253336 h 291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1719" h="291719" fill="norm" stroke="1" extrusionOk="0">
                    <a:moveTo>
                      <a:pt x="145860" y="0"/>
                    </a:moveTo>
                    <a:cubicBezTo>
                      <a:pt x="65253" y="0"/>
                      <a:pt x="0" y="65253"/>
                      <a:pt x="0" y="145860"/>
                    </a:cubicBezTo>
                    <a:cubicBezTo>
                      <a:pt x="0" y="226467"/>
                      <a:pt x="65253" y="291720"/>
                      <a:pt x="145860" y="291720"/>
                    </a:cubicBezTo>
                    <a:cubicBezTo>
                      <a:pt x="226467" y="291720"/>
                      <a:pt x="291720" y="226467"/>
                      <a:pt x="291720" y="145860"/>
                    </a:cubicBezTo>
                    <a:cubicBezTo>
                      <a:pt x="291720" y="65253"/>
                      <a:pt x="226467" y="0"/>
                      <a:pt x="145860" y="0"/>
                    </a:cubicBezTo>
                    <a:close/>
                    <a:moveTo>
                      <a:pt x="138183" y="38384"/>
                    </a:moveTo>
                    <a:cubicBezTo>
                      <a:pt x="148931" y="38384"/>
                      <a:pt x="157375" y="46829"/>
                      <a:pt x="157375" y="57576"/>
                    </a:cubicBezTo>
                    <a:cubicBezTo>
                      <a:pt x="157375" y="68324"/>
                      <a:pt x="148931" y="76768"/>
                      <a:pt x="138183" y="76768"/>
                    </a:cubicBezTo>
                    <a:cubicBezTo>
                      <a:pt x="127435" y="76768"/>
                      <a:pt x="118991" y="68324"/>
                      <a:pt x="118991" y="57576"/>
                    </a:cubicBezTo>
                    <a:cubicBezTo>
                      <a:pt x="118991" y="46829"/>
                      <a:pt x="127435" y="38384"/>
                      <a:pt x="138183" y="38384"/>
                    </a:cubicBezTo>
                    <a:close/>
                    <a:moveTo>
                      <a:pt x="184244" y="253336"/>
                    </a:moveTo>
                    <a:lnTo>
                      <a:pt x="107476" y="253336"/>
                    </a:lnTo>
                    <a:lnTo>
                      <a:pt x="107476" y="230305"/>
                    </a:lnTo>
                    <a:lnTo>
                      <a:pt x="134345" y="230305"/>
                    </a:lnTo>
                    <a:lnTo>
                      <a:pt x="134345" y="115153"/>
                    </a:lnTo>
                    <a:lnTo>
                      <a:pt x="111314" y="115153"/>
                    </a:lnTo>
                    <a:lnTo>
                      <a:pt x="111314" y="92122"/>
                    </a:lnTo>
                    <a:lnTo>
                      <a:pt x="157375" y="92122"/>
                    </a:lnTo>
                    <a:lnTo>
                      <a:pt x="157375" y="115153"/>
                    </a:lnTo>
                    <a:lnTo>
                      <a:pt x="157375" y="230305"/>
                    </a:lnTo>
                    <a:lnTo>
                      <a:pt x="184244" y="230305"/>
                    </a:lnTo>
                    <a:lnTo>
                      <a:pt x="184244" y="253336"/>
                    </a:lnTo>
                    <a:close/>
                  </a:path>
                </a:pathLst>
              </a:custGeom>
              <a:solidFill>
                <a:srgbClr val="1FF524"/>
              </a:solidFill>
              <a:ln w="3770" cap="flat">
                <a:noFill/>
                <a:prstDash val="solid"/>
                <a:miter/>
              </a:ln>
            </p:spPr>
            <p:txBody>
              <a:bodyPr rtlCol="0" anchor="ctr"/>
              <a:lstStyle/>
              <a:p>
                <a:pPr>
                  <a:defRPr/>
                </a:pPr>
                <a:endParaRPr lang="en-GB" sz="2000">
                  <a:solidFill>
                    <a:srgbClr val="211F26"/>
                  </a:solidFill>
                  <a:latin typeface="Calibri"/>
                  <a:cs typeface="Calibri"/>
                </a:endParaRPr>
              </a:p>
            </p:txBody>
          </p:sp>
        </p:grpSp>
        <p:grpSp>
          <p:nvGrpSpPr>
            <p:cNvPr id="1096729330" name="VOORBEELD"/>
            <p:cNvGrpSpPr>
              <a:grpSpLocks noGrp="1" noMove="1" noResize="1" noRot="1" noUngrp="1"/>
            </p:cNvGrpSpPr>
            <p:nvPr userDrawn="1"/>
          </p:nvGrpSpPr>
          <p:grpSpPr bwMode="auto">
            <a:xfrm>
              <a:off x="-3605171" y="458673"/>
              <a:ext cx="3234310" cy="558874"/>
              <a:chOff x="-3605171" y="458673"/>
              <a:chExt cx="3234310" cy="558874"/>
            </a:xfrm>
          </p:grpSpPr>
          <p:sp>
            <p:nvSpPr>
              <p:cNvPr id="362744742" name="Rechthoek 302"/>
              <p:cNvSpPr>
                <a:spLocks noAdjustHandles="1" noChangeArrowheads="1" noChangeShapeType="1" noEditPoints="1" noGrp="1" noMove="1" noResize="1" noRot="1"/>
              </p:cNvSpPr>
              <p:nvPr userDrawn="1"/>
            </p:nvSpPr>
            <p:spPr bwMode="auto">
              <a:xfrm>
                <a:off x="-3604182" y="458673"/>
                <a:ext cx="393458" cy="184057"/>
              </a:xfrm>
              <a:prstGeom prst="rect">
                <a:avLst/>
              </a:prstGeom>
              <a:solidFill>
                <a:srgbClr val="F8F8F8"/>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18000" rIns="0" bIns="0" numCol="1" spcCol="0" rtlCol="0" fromWordArt="0" anchor="t" anchorCtr="0" forceAA="0" compatLnSpc="1">
                <a:prstTxWarp prst="textNoShape"/>
                <a:noAutofit/>
              </a:bodyPr>
              <a:lstStyle/>
              <a:p>
                <a:pPr algn="ctr">
                  <a:defRPr/>
                </a:pPr>
                <a:r>
                  <a:rPr lang="en-GB" sz="900" b="1">
                    <a:solidFill>
                      <a:srgbClr val="211F26"/>
                    </a:solidFill>
                    <a:latin typeface="Calibri"/>
                    <a:cs typeface="Calibri"/>
                  </a:rPr>
                  <a:t>Home</a:t>
                </a:r>
                <a:endParaRPr/>
              </a:p>
            </p:txBody>
          </p:sp>
          <p:sp>
            <p:nvSpPr>
              <p:cNvPr id="1373096975" name="Rechthoek 303"/>
              <p:cNvSpPr>
                <a:spLocks noAdjustHandles="1" noChangeArrowheads="1" noChangeShapeType="1" noEditPoints="1" noGrp="1" noMove="1" noResize="1" noRot="1"/>
              </p:cNvSpPr>
              <p:nvPr userDrawn="1"/>
            </p:nvSpPr>
            <p:spPr bwMode="auto">
              <a:xfrm>
                <a:off x="-3599183" y="621344"/>
                <a:ext cx="383781" cy="27171"/>
              </a:xfrm>
              <a:prstGeom prst="rect">
                <a:avLst/>
              </a:prstGeom>
              <a:solidFill>
                <a:srgbClr val="B7462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noAutofit/>
              </a:bodyPr>
              <a:lstStyle/>
              <a:p>
                <a:pPr algn="l">
                  <a:defRPr/>
                </a:pPr>
                <a:endParaRPr lang="en-GB" sz="1000" b="1">
                  <a:solidFill>
                    <a:srgbClr val="211F26"/>
                  </a:solidFill>
                  <a:latin typeface="Calibri"/>
                  <a:cs typeface="Calibri"/>
                </a:endParaRPr>
              </a:p>
            </p:txBody>
          </p:sp>
          <p:grpSp>
            <p:nvGrpSpPr>
              <p:cNvPr id="865978229" name="Groep 304"/>
              <p:cNvGrpSpPr>
                <a:grpSpLocks noGrp="1" noMove="1" noResize="1" noRot="1" noUngrp="1"/>
              </p:cNvGrpSpPr>
              <p:nvPr userDrawn="1"/>
            </p:nvGrpSpPr>
            <p:grpSpPr bwMode="auto">
              <a:xfrm>
                <a:off x="-3386246" y="830871"/>
                <a:ext cx="139422" cy="109566"/>
                <a:chOff x="-2866743" y="827069"/>
                <a:chExt cx="168700" cy="132574"/>
              </a:xfrm>
            </p:grpSpPr>
            <p:grpSp>
              <p:nvGrpSpPr>
                <p:cNvPr id="1005175380" name="Groep 335"/>
                <p:cNvGrpSpPr>
                  <a:grpSpLocks noGrp="1" noMove="1" noResize="1" noRot="1" noUngrp="1"/>
                </p:cNvGrpSpPr>
                <p:nvPr userDrawn="1"/>
              </p:nvGrpSpPr>
              <p:grpSpPr bwMode="auto">
                <a:xfrm>
                  <a:off x="-2866743" y="827069"/>
                  <a:ext cx="168700" cy="132574"/>
                  <a:chOff x="-2866743" y="827069"/>
                  <a:chExt cx="168700" cy="132574"/>
                </a:xfrm>
              </p:grpSpPr>
              <p:cxnSp>
                <p:nvCxnSpPr>
                  <p:cNvPr id="1294241900" name="Rechte verbindingslijn 337"/>
                  <p:cNvCxnSpPr>
                    <a:cxnSpLocks noAdjustHandles="1" noChangeArrowheads="1" noChangeShapeType="1" noEditPoints="1" noGrp="1" noMove="1" noResize="1" noRot="1"/>
                  </p:cNvCxnSpPr>
                  <p:nvPr userDrawn="1"/>
                </p:nvCxnSpPr>
                <p:spPr bwMode="auto">
                  <a:xfrm>
                    <a:off x="-2866743" y="827069"/>
                    <a:ext cx="168700" cy="0"/>
                  </a:xfrm>
                  <a:prstGeom prst="line">
                    <a:avLst/>
                  </a:prstGeom>
                  <a:solidFill>
                    <a:schemeClr val="bg1"/>
                  </a:solidFill>
                  <a:ln w="12700" cap="flat" cmpd="sng" algn="ctr">
                    <a:solidFill>
                      <a:srgbClr val="9D9FA1"/>
                    </a:solidFill>
                    <a:prstDash val="solid"/>
                  </a:ln>
                  <a:effectLst/>
                </p:spPr>
              </p:cxnSp>
              <p:cxnSp>
                <p:nvCxnSpPr>
                  <p:cNvPr id="928304639" name="Rechte verbindingslijn 338"/>
                  <p:cNvCxnSpPr>
                    <a:cxnSpLocks noAdjustHandles="1" noChangeArrowheads="1" noChangeShapeType="1" noEditPoints="1" noGrp="1" noMove="1" noResize="1" noRot="1"/>
                  </p:cNvCxnSpPr>
                  <p:nvPr userDrawn="1"/>
                </p:nvCxnSpPr>
                <p:spPr bwMode="auto">
                  <a:xfrm>
                    <a:off x="-2866743" y="959645"/>
                    <a:ext cx="168700" cy="0"/>
                  </a:xfrm>
                  <a:prstGeom prst="line">
                    <a:avLst/>
                  </a:prstGeom>
                  <a:solidFill>
                    <a:schemeClr val="bg1"/>
                  </a:solidFill>
                  <a:ln w="12700" cap="flat" cmpd="sng" algn="ctr">
                    <a:solidFill>
                      <a:srgbClr val="9D9FA1"/>
                    </a:solidFill>
                    <a:prstDash val="solid"/>
                  </a:ln>
                  <a:effectLst/>
                </p:spPr>
              </p:cxnSp>
              <p:cxnSp>
                <p:nvCxnSpPr>
                  <p:cNvPr id="11367368" name="Rechte verbindingslijn 339"/>
                  <p:cNvCxnSpPr>
                    <a:cxnSpLocks noAdjustHandles="1" noChangeArrowheads="1" noChangeShapeType="1" noEditPoints="1" noGrp="1" noMove="1" noResize="1" noRot="1"/>
                  </p:cNvCxnSpPr>
                  <p:nvPr userDrawn="1"/>
                </p:nvCxnSpPr>
                <p:spPr bwMode="auto">
                  <a:xfrm>
                    <a:off x="-2773989" y="926502"/>
                    <a:ext cx="75946" cy="0"/>
                  </a:xfrm>
                  <a:prstGeom prst="line">
                    <a:avLst/>
                  </a:prstGeom>
                  <a:solidFill>
                    <a:schemeClr val="bg1"/>
                  </a:solidFill>
                  <a:ln w="12700" cap="flat" cmpd="sng" algn="ctr">
                    <a:solidFill>
                      <a:srgbClr val="9D9FA1"/>
                    </a:solidFill>
                    <a:prstDash val="solid"/>
                  </a:ln>
                  <a:effectLst/>
                </p:spPr>
              </p:cxnSp>
              <p:cxnSp>
                <p:nvCxnSpPr>
                  <p:cNvPr id="1166123880" name="Rechte verbindingslijn 340"/>
                  <p:cNvCxnSpPr>
                    <a:cxnSpLocks noAdjustHandles="1" noChangeArrowheads="1" noChangeShapeType="1" noEditPoints="1" noGrp="1" noMove="1" noResize="1" noRot="1"/>
                  </p:cNvCxnSpPr>
                  <p:nvPr userDrawn="1"/>
                </p:nvCxnSpPr>
                <p:spPr bwMode="auto">
                  <a:xfrm>
                    <a:off x="-2773989" y="893358"/>
                    <a:ext cx="75946" cy="0"/>
                  </a:xfrm>
                  <a:prstGeom prst="line">
                    <a:avLst/>
                  </a:prstGeom>
                  <a:solidFill>
                    <a:schemeClr val="bg1"/>
                  </a:solidFill>
                  <a:ln w="12700" cap="flat" cmpd="sng" algn="ctr">
                    <a:solidFill>
                      <a:srgbClr val="9D9FA1"/>
                    </a:solidFill>
                    <a:prstDash val="solid"/>
                  </a:ln>
                  <a:effectLst/>
                </p:spPr>
              </p:cxnSp>
              <p:cxnSp>
                <p:nvCxnSpPr>
                  <p:cNvPr id="1077477666" name="Rechte verbindingslijn 341"/>
                  <p:cNvCxnSpPr>
                    <a:cxnSpLocks noAdjustHandles="1" noChangeArrowheads="1" noChangeShapeType="1" noEditPoints="1" noGrp="1" noMove="1" noResize="1" noRot="1"/>
                  </p:cNvCxnSpPr>
                  <p:nvPr userDrawn="1"/>
                </p:nvCxnSpPr>
                <p:spPr bwMode="auto">
                  <a:xfrm>
                    <a:off x="-2773989" y="860214"/>
                    <a:ext cx="75946" cy="0"/>
                  </a:xfrm>
                  <a:prstGeom prst="line">
                    <a:avLst/>
                  </a:prstGeom>
                  <a:solidFill>
                    <a:schemeClr val="bg1"/>
                  </a:solidFill>
                  <a:ln w="12700" cap="flat" cmpd="sng" algn="ctr">
                    <a:solidFill>
                      <a:srgbClr val="9D9FA1"/>
                    </a:solidFill>
                    <a:prstDash val="solid"/>
                  </a:ln>
                  <a:effectLst/>
                </p:spPr>
              </p:cxnSp>
            </p:grpSp>
            <p:sp>
              <p:nvSpPr>
                <p:cNvPr id="1190719036" name="Pijl: rechts 336"/>
                <p:cNvSpPr>
                  <a:spLocks noAdjustHandles="1" noChangeArrowheads="1" noChangeShapeType="1" noEditPoints="1" noGrp="1" noMove="1" noResize="1" noRot="1"/>
                </p:cNvSpPr>
                <p:nvPr userDrawn="1"/>
              </p:nvSpPr>
              <p:spPr bwMode="auto">
                <a:xfrm>
                  <a:off x="-2866743" y="858736"/>
                  <a:ext cx="70675" cy="67901"/>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noAutofit/>
                </a:bodyPr>
                <a:lstStyle/>
                <a:p>
                  <a:pPr algn="l">
                    <a:defRPr/>
                  </a:pPr>
                  <a:endParaRPr lang="en-GB" sz="1000" b="1">
                    <a:solidFill>
                      <a:srgbClr val="211F26"/>
                    </a:solidFill>
                    <a:latin typeface="Calibri"/>
                    <a:cs typeface="Calibri"/>
                  </a:endParaRPr>
                </a:p>
              </p:txBody>
            </p:sp>
          </p:grpSp>
          <p:grpSp>
            <p:nvGrpSpPr>
              <p:cNvPr id="2004784932" name="Groep 305"/>
              <p:cNvGrpSpPr>
                <a:grpSpLocks noGrp="1" noMove="1" noResize="1" noRot="1" noUngrp="1"/>
              </p:cNvGrpSpPr>
              <p:nvPr userDrawn="1"/>
            </p:nvGrpSpPr>
            <p:grpSpPr bwMode="auto">
              <a:xfrm>
                <a:off x="-3605171" y="830871"/>
                <a:ext cx="139422" cy="109566"/>
                <a:chOff x="-2866743" y="518073"/>
                <a:chExt cx="168700" cy="132574"/>
              </a:xfrm>
            </p:grpSpPr>
            <p:grpSp>
              <p:nvGrpSpPr>
                <p:cNvPr id="1154122456" name="Groep 328"/>
                <p:cNvGrpSpPr>
                  <a:grpSpLocks noGrp="1" noMove="1" noResize="1" noRot="1" noUngrp="1"/>
                </p:cNvGrpSpPr>
                <p:nvPr userDrawn="1"/>
              </p:nvGrpSpPr>
              <p:grpSpPr bwMode="auto">
                <a:xfrm>
                  <a:off x="-2866743" y="518073"/>
                  <a:ext cx="168700" cy="132574"/>
                  <a:chOff x="-2866743" y="518073"/>
                  <a:chExt cx="168700" cy="132574"/>
                </a:xfrm>
              </p:grpSpPr>
              <p:cxnSp>
                <p:nvCxnSpPr>
                  <p:cNvPr id="1999746049" name="Rechte verbindingslijn 330"/>
                  <p:cNvCxnSpPr>
                    <a:cxnSpLocks noAdjustHandles="1" noChangeArrowheads="1" noChangeShapeType="1" noEditPoints="1" noGrp="1" noMove="1" noResize="1" noRot="1"/>
                  </p:cNvCxnSpPr>
                  <p:nvPr userDrawn="1"/>
                </p:nvCxnSpPr>
                <p:spPr bwMode="auto">
                  <a:xfrm>
                    <a:off x="-2866743" y="518073"/>
                    <a:ext cx="168700" cy="0"/>
                  </a:xfrm>
                  <a:prstGeom prst="line">
                    <a:avLst/>
                  </a:prstGeom>
                  <a:solidFill>
                    <a:schemeClr val="bg1"/>
                  </a:solidFill>
                  <a:ln w="12700" cap="flat" cmpd="sng" algn="ctr">
                    <a:solidFill>
                      <a:srgbClr val="9D9FA1"/>
                    </a:solidFill>
                    <a:prstDash val="solid"/>
                  </a:ln>
                  <a:effectLst/>
                </p:spPr>
              </p:cxnSp>
              <p:cxnSp>
                <p:nvCxnSpPr>
                  <p:cNvPr id="741173923" name="Rechte verbindingslijn 331"/>
                  <p:cNvCxnSpPr>
                    <a:cxnSpLocks noAdjustHandles="1" noChangeArrowheads="1" noChangeShapeType="1" noEditPoints="1" noGrp="1" noMove="1" noResize="1" noRot="1"/>
                  </p:cNvCxnSpPr>
                  <p:nvPr userDrawn="1"/>
                </p:nvCxnSpPr>
                <p:spPr bwMode="auto">
                  <a:xfrm>
                    <a:off x="-2866743" y="650648"/>
                    <a:ext cx="168700" cy="0"/>
                  </a:xfrm>
                  <a:prstGeom prst="line">
                    <a:avLst/>
                  </a:prstGeom>
                  <a:solidFill>
                    <a:schemeClr val="bg1"/>
                  </a:solidFill>
                  <a:ln w="12700" cap="flat" cmpd="sng" algn="ctr">
                    <a:solidFill>
                      <a:srgbClr val="9D9FA1"/>
                    </a:solidFill>
                    <a:prstDash val="solid"/>
                  </a:ln>
                  <a:effectLst/>
                </p:spPr>
              </p:cxnSp>
              <p:cxnSp>
                <p:nvCxnSpPr>
                  <p:cNvPr id="508731493" name="Rechte verbindingslijn 332"/>
                  <p:cNvCxnSpPr>
                    <a:cxnSpLocks noAdjustHandles="1" noChangeArrowheads="1" noChangeShapeType="1" noEditPoints="1" noGrp="1" noMove="1" noResize="1" noRot="1"/>
                  </p:cNvCxnSpPr>
                  <p:nvPr userDrawn="1"/>
                </p:nvCxnSpPr>
                <p:spPr bwMode="auto">
                  <a:xfrm>
                    <a:off x="-2773989" y="617505"/>
                    <a:ext cx="75946" cy="0"/>
                  </a:xfrm>
                  <a:prstGeom prst="line">
                    <a:avLst/>
                  </a:prstGeom>
                  <a:solidFill>
                    <a:schemeClr val="bg1"/>
                  </a:solidFill>
                  <a:ln w="12700" cap="flat" cmpd="sng" algn="ctr">
                    <a:solidFill>
                      <a:srgbClr val="9D9FA1"/>
                    </a:solidFill>
                    <a:prstDash val="solid"/>
                  </a:ln>
                  <a:effectLst/>
                </p:spPr>
              </p:cxnSp>
              <p:cxnSp>
                <p:nvCxnSpPr>
                  <p:cNvPr id="850822180" name="Rechte verbindingslijn 333"/>
                  <p:cNvCxnSpPr>
                    <a:cxnSpLocks noAdjustHandles="1" noChangeArrowheads="1" noChangeShapeType="1" noEditPoints="1" noGrp="1" noMove="1" noResize="1" noRot="1"/>
                  </p:cNvCxnSpPr>
                  <p:nvPr userDrawn="1"/>
                </p:nvCxnSpPr>
                <p:spPr bwMode="auto">
                  <a:xfrm>
                    <a:off x="-2773989" y="584361"/>
                    <a:ext cx="75946" cy="0"/>
                  </a:xfrm>
                  <a:prstGeom prst="line">
                    <a:avLst/>
                  </a:prstGeom>
                  <a:solidFill>
                    <a:schemeClr val="bg1"/>
                  </a:solidFill>
                  <a:ln w="12700" cap="flat" cmpd="sng" algn="ctr">
                    <a:solidFill>
                      <a:srgbClr val="9D9FA1"/>
                    </a:solidFill>
                    <a:prstDash val="solid"/>
                  </a:ln>
                  <a:effectLst/>
                </p:spPr>
              </p:cxnSp>
              <p:cxnSp>
                <p:nvCxnSpPr>
                  <p:cNvPr id="747609734" name="Rechte verbindingslijn 334"/>
                  <p:cNvCxnSpPr>
                    <a:cxnSpLocks noAdjustHandles="1" noChangeArrowheads="1" noChangeShapeType="1" noEditPoints="1" noGrp="1" noMove="1" noResize="1" noRot="1"/>
                  </p:cNvCxnSpPr>
                  <p:nvPr userDrawn="1"/>
                </p:nvCxnSpPr>
                <p:spPr bwMode="auto">
                  <a:xfrm>
                    <a:off x="-2773989" y="551217"/>
                    <a:ext cx="75946" cy="0"/>
                  </a:xfrm>
                  <a:prstGeom prst="line">
                    <a:avLst/>
                  </a:prstGeom>
                  <a:solidFill>
                    <a:schemeClr val="bg1"/>
                  </a:solidFill>
                  <a:ln w="12700" cap="flat" cmpd="sng" algn="ctr">
                    <a:solidFill>
                      <a:srgbClr val="9D9FA1"/>
                    </a:solidFill>
                    <a:prstDash val="solid"/>
                  </a:ln>
                  <a:effectLst/>
                </p:spPr>
              </p:cxnSp>
            </p:grpSp>
            <p:sp>
              <p:nvSpPr>
                <p:cNvPr id="172208439" name="Pijl: rechts 329"/>
                <p:cNvSpPr>
                  <a:spLocks noAdjustHandles="1" noChangeArrowheads="1" noChangeShapeType="1" noEditPoints="1" noGrp="1" noMove="1" noResize="1" noRot="1"/>
                </p:cNvSpPr>
                <p:nvPr userDrawn="1"/>
              </p:nvSpPr>
              <p:spPr bwMode="auto">
                <a:xfrm flipH="1">
                  <a:off x="-2866743" y="549739"/>
                  <a:ext cx="70675" cy="67901"/>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noAutofit/>
                </a:bodyPr>
                <a:lstStyle/>
                <a:p>
                  <a:pPr algn="l">
                    <a:defRPr/>
                  </a:pPr>
                  <a:endParaRPr lang="en-GB" sz="1000" b="1">
                    <a:solidFill>
                      <a:srgbClr val="211F26"/>
                    </a:solidFill>
                    <a:latin typeface="Calibri"/>
                    <a:cs typeface="Calibri"/>
                  </a:endParaRPr>
                </a:p>
              </p:txBody>
            </p:sp>
          </p:grpSp>
          <p:cxnSp>
            <p:nvCxnSpPr>
              <p:cNvPr id="252605070" name="Rechte verbindingslijn 306"/>
              <p:cNvCxnSpPr>
                <a:cxnSpLocks noAdjustHandles="1" noChangeArrowheads="1" noChangeShapeType="1" noEditPoints="1" noGrp="1" noMove="1" noResize="1" noRot="1"/>
              </p:cNvCxnSpPr>
              <p:nvPr userDrawn="1"/>
            </p:nvCxnSpPr>
            <p:spPr bwMode="auto">
              <a:xfrm flipV="1">
                <a:off x="-3459956" y="588168"/>
                <a:ext cx="547686" cy="219075"/>
              </a:xfrm>
              <a:prstGeom prst="line">
                <a:avLst/>
              </a:prstGeom>
              <a:noFill/>
              <a:ln w="19050" cap="rnd" cmpd="sng" algn="ctr">
                <a:solidFill>
                  <a:schemeClr val="accent1"/>
                </a:solidFill>
                <a:prstDash val="solid"/>
                <a:headEnd type="oval"/>
              </a:ln>
              <a:effectLst/>
            </p:spPr>
          </p:cxnSp>
          <p:cxnSp>
            <p:nvCxnSpPr>
              <p:cNvPr id="1944856190" name="Rechte verbindingslijn 307"/>
              <p:cNvCxnSpPr>
                <a:cxnSpLocks noAdjustHandles="1" noChangeArrowheads="1" noChangeShapeType="1" noEditPoints="1" noGrp="1" noMove="1" noResize="1" noRot="1"/>
              </p:cNvCxnSpPr>
              <p:nvPr userDrawn="1"/>
            </p:nvCxnSpPr>
            <p:spPr bwMode="auto">
              <a:xfrm>
                <a:off x="-3224212" y="828675"/>
                <a:ext cx="319087" cy="0"/>
              </a:xfrm>
              <a:prstGeom prst="line">
                <a:avLst/>
              </a:prstGeom>
              <a:noFill/>
              <a:ln w="19050" cap="rnd" cmpd="sng" algn="ctr">
                <a:solidFill>
                  <a:schemeClr val="accent1"/>
                </a:solidFill>
                <a:prstDash val="solid"/>
                <a:headEnd type="oval"/>
              </a:ln>
              <a:effectLst/>
            </p:spPr>
          </p:cxnSp>
          <p:sp>
            <p:nvSpPr>
              <p:cNvPr id="322929580" name="Rechthoek 308"/>
              <p:cNvSpPr>
                <a:spLocks noAdjustHandles="1" noChangeArrowheads="1" noChangeShapeType="1" noEditPoints="1" noGrp="1" noMove="1" noResize="1" noRot="1"/>
              </p:cNvSpPr>
              <p:nvPr userDrawn="1"/>
            </p:nvSpPr>
            <p:spPr bwMode="auto">
              <a:xfrm>
                <a:off x="-2559902" y="512178"/>
                <a:ext cx="2189041" cy="151083"/>
              </a:xfrm>
              <a:prstGeom prst="rect">
                <a:avLst/>
              </a:prstGeom>
              <a:noFill/>
              <a:ln w="25400" cap="flat" cmpd="sng" algn="ctr">
                <a:noFill/>
                <a:prstDash val="solid"/>
              </a:ln>
              <a:effectLst/>
            </p:spPr>
            <p:txBody>
              <a:bodyPr lIns="0" tIns="0" rIns="0" bIns="0" rtlCol="0" anchor="ctr"/>
              <a:lstStyle/>
              <a:p>
                <a:pPr marL="0" marR="0" lvl="0" indent="0" defTabSz="914400">
                  <a:lnSpc>
                    <a:spcPct val="90000"/>
                  </a:lnSpc>
                  <a:spcBef>
                    <a:spcPts val="599"/>
                  </a:spcBef>
                  <a:spcAft>
                    <a:spcPts val="599"/>
                  </a:spcAft>
                  <a:buClrTx/>
                  <a:buSzTx/>
                  <a:buFontTx/>
                  <a:buNone/>
                  <a:defRPr/>
                </a:pPr>
                <a:r>
                  <a:rPr lang="en-GB" sz="1100" b="0" i="0" u="none" strike="noStrike" cap="none" spc="0">
                    <a:ln>
                      <a:noFill/>
                    </a:ln>
                    <a:solidFill>
                      <a:schemeClr val="tx1"/>
                    </a:solidFill>
                    <a:latin typeface="Calibri"/>
                    <a:cs typeface="Calibri"/>
                  </a:rPr>
                  <a:t>Text level down</a:t>
                </a:r>
                <a:endParaRPr/>
              </a:p>
            </p:txBody>
          </p:sp>
          <p:sp>
            <p:nvSpPr>
              <p:cNvPr id="885210402" name="Rechthoek 309"/>
              <p:cNvSpPr>
                <a:spLocks noAdjustHandles="1" noChangeArrowheads="1" noChangeShapeType="1" noEditPoints="1" noGrp="1" noMove="1" noResize="1" noRot="1"/>
              </p:cNvSpPr>
              <p:nvPr userDrawn="1"/>
            </p:nvSpPr>
            <p:spPr bwMode="auto">
              <a:xfrm>
                <a:off x="-2559902" y="819560"/>
                <a:ext cx="2189043" cy="142201"/>
              </a:xfrm>
              <a:prstGeom prst="rect">
                <a:avLst/>
              </a:prstGeom>
              <a:noFill/>
              <a:ln w="25400" cap="flat" cmpd="sng" algn="ctr">
                <a:noFill/>
                <a:prstDash val="solid"/>
              </a:ln>
              <a:effectLst/>
            </p:spPr>
            <p:txBody>
              <a:bodyPr lIns="0" tIns="0" rIns="0" bIns="0" rtlCol="0" anchor="ctr"/>
              <a:lstStyle/>
              <a:p>
                <a:pPr marL="0" marR="0" lvl="0" indent="0" defTabSz="914400">
                  <a:lnSpc>
                    <a:spcPct val="90000"/>
                  </a:lnSpc>
                  <a:spcBef>
                    <a:spcPts val="599"/>
                  </a:spcBef>
                  <a:spcAft>
                    <a:spcPts val="599"/>
                  </a:spcAft>
                  <a:buClrTx/>
                  <a:buSzTx/>
                  <a:buFontTx/>
                  <a:buNone/>
                  <a:defRPr/>
                </a:pPr>
                <a:r>
                  <a:rPr lang="en-GB" sz="1100" b="0" i="0" u="none" strike="noStrike" cap="none" spc="0">
                    <a:ln>
                      <a:noFill/>
                    </a:ln>
                    <a:solidFill>
                      <a:schemeClr val="tx1"/>
                    </a:solidFill>
                    <a:latin typeface="Calibri"/>
                    <a:cs typeface="Calibri"/>
                  </a:rPr>
                  <a:t>Text level up</a:t>
                </a:r>
                <a:endParaRPr/>
              </a:p>
            </p:txBody>
          </p:sp>
          <p:grpSp>
            <p:nvGrpSpPr>
              <p:cNvPr id="1971962657" name="Groep 310"/>
              <p:cNvGrpSpPr>
                <a:grpSpLocks noGrp="1" noMove="1" noResize="1" noRot="1" noUngrp="1"/>
              </p:cNvGrpSpPr>
              <p:nvPr userDrawn="1"/>
            </p:nvGrpSpPr>
            <p:grpSpPr bwMode="auto">
              <a:xfrm>
                <a:off x="-2916762" y="769167"/>
                <a:ext cx="268737" cy="248380"/>
                <a:chOff x="-2916762" y="769167"/>
                <a:chExt cx="268737" cy="248380"/>
              </a:xfrm>
            </p:grpSpPr>
            <p:sp>
              <p:nvSpPr>
                <p:cNvPr id="641346584" name="Rechthoek 320"/>
                <p:cNvSpPr>
                  <a:spLocks noAdjustHandles="1" noChangeArrowheads="1" noChangeShapeType="1" noEditPoints="1" noGrp="1" noMove="1" noResize="1" noRot="1"/>
                </p:cNvSpPr>
                <p:nvPr userDrawn="1"/>
              </p:nvSpPr>
              <p:spPr bwMode="auto">
                <a:xfrm>
                  <a:off x="-2916762" y="769167"/>
                  <a:ext cx="268737" cy="248380"/>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noAutofit/>
                </a:bodyPr>
                <a:lstStyle/>
                <a:p>
                  <a:pPr algn="ctr">
                    <a:defRPr/>
                  </a:pPr>
                  <a:endParaRPr lang="en-GB" sz="1050" b="0">
                    <a:solidFill>
                      <a:srgbClr val="211F26"/>
                    </a:solidFill>
                    <a:latin typeface="Calibri"/>
                    <a:cs typeface="Calibri"/>
                  </a:endParaRPr>
                </a:p>
              </p:txBody>
            </p:sp>
            <p:grpSp>
              <p:nvGrpSpPr>
                <p:cNvPr id="25186577" name="Groep 321"/>
                <p:cNvGrpSpPr>
                  <a:grpSpLocks noGrp="1" noMove="1" noResize="1" noRot="1" noUngrp="1"/>
                </p:cNvGrpSpPr>
                <p:nvPr userDrawn="1"/>
              </p:nvGrpSpPr>
              <p:grpSpPr bwMode="auto">
                <a:xfrm>
                  <a:off x="-2866743" y="827069"/>
                  <a:ext cx="168700" cy="132574"/>
                  <a:chOff x="-2866743" y="827069"/>
                  <a:chExt cx="168700" cy="132574"/>
                </a:xfrm>
              </p:grpSpPr>
              <p:cxnSp>
                <p:nvCxnSpPr>
                  <p:cNvPr id="1241127760" name="Rechte verbindingslijn 323"/>
                  <p:cNvCxnSpPr>
                    <a:cxnSpLocks noAdjustHandles="1" noChangeArrowheads="1" noChangeShapeType="1" noEditPoints="1" noGrp="1" noMove="1" noResize="1" noRot="1"/>
                  </p:cNvCxnSpPr>
                  <p:nvPr userDrawn="1"/>
                </p:nvCxnSpPr>
                <p:spPr bwMode="auto">
                  <a:xfrm>
                    <a:off x="-2866743" y="827069"/>
                    <a:ext cx="168700" cy="0"/>
                  </a:xfrm>
                  <a:prstGeom prst="line">
                    <a:avLst/>
                  </a:prstGeom>
                  <a:solidFill>
                    <a:schemeClr val="bg1"/>
                  </a:solidFill>
                  <a:ln w="12700" cap="flat" cmpd="sng" algn="ctr">
                    <a:solidFill>
                      <a:srgbClr val="9D9FA1"/>
                    </a:solidFill>
                    <a:prstDash val="solid"/>
                  </a:ln>
                  <a:effectLst/>
                </p:spPr>
              </p:cxnSp>
              <p:cxnSp>
                <p:nvCxnSpPr>
                  <p:cNvPr id="1594727561" name="Rechte verbindingslijn 324"/>
                  <p:cNvCxnSpPr>
                    <a:cxnSpLocks noAdjustHandles="1" noChangeArrowheads="1" noChangeShapeType="1" noEditPoints="1" noGrp="1" noMove="1" noResize="1" noRot="1"/>
                  </p:cNvCxnSpPr>
                  <p:nvPr userDrawn="1"/>
                </p:nvCxnSpPr>
                <p:spPr bwMode="auto">
                  <a:xfrm>
                    <a:off x="-2866743" y="959645"/>
                    <a:ext cx="168700" cy="0"/>
                  </a:xfrm>
                  <a:prstGeom prst="line">
                    <a:avLst/>
                  </a:prstGeom>
                  <a:solidFill>
                    <a:schemeClr val="bg1"/>
                  </a:solidFill>
                  <a:ln w="12700" cap="flat" cmpd="sng" algn="ctr">
                    <a:solidFill>
                      <a:srgbClr val="9D9FA1"/>
                    </a:solidFill>
                    <a:prstDash val="solid"/>
                  </a:ln>
                  <a:effectLst/>
                </p:spPr>
              </p:cxnSp>
              <p:cxnSp>
                <p:nvCxnSpPr>
                  <p:cNvPr id="337062349" name="Rechte verbindingslijn 325"/>
                  <p:cNvCxnSpPr>
                    <a:cxnSpLocks noAdjustHandles="1" noChangeArrowheads="1" noChangeShapeType="1" noEditPoints="1" noGrp="1" noMove="1" noResize="1" noRot="1"/>
                  </p:cNvCxnSpPr>
                  <p:nvPr userDrawn="1"/>
                </p:nvCxnSpPr>
                <p:spPr bwMode="auto">
                  <a:xfrm>
                    <a:off x="-2773989" y="926502"/>
                    <a:ext cx="75946" cy="0"/>
                  </a:xfrm>
                  <a:prstGeom prst="line">
                    <a:avLst/>
                  </a:prstGeom>
                  <a:solidFill>
                    <a:schemeClr val="bg1"/>
                  </a:solidFill>
                  <a:ln w="12700" cap="flat" cmpd="sng" algn="ctr">
                    <a:solidFill>
                      <a:srgbClr val="9D9FA1"/>
                    </a:solidFill>
                    <a:prstDash val="solid"/>
                  </a:ln>
                  <a:effectLst/>
                </p:spPr>
              </p:cxnSp>
              <p:cxnSp>
                <p:nvCxnSpPr>
                  <p:cNvPr id="377363733" name="Rechte verbindingslijn 326"/>
                  <p:cNvCxnSpPr>
                    <a:cxnSpLocks noAdjustHandles="1" noChangeArrowheads="1" noChangeShapeType="1" noEditPoints="1" noGrp="1" noMove="1" noResize="1" noRot="1"/>
                  </p:cNvCxnSpPr>
                  <p:nvPr userDrawn="1"/>
                </p:nvCxnSpPr>
                <p:spPr bwMode="auto">
                  <a:xfrm>
                    <a:off x="-2773989" y="893358"/>
                    <a:ext cx="75946" cy="0"/>
                  </a:xfrm>
                  <a:prstGeom prst="line">
                    <a:avLst/>
                  </a:prstGeom>
                  <a:solidFill>
                    <a:schemeClr val="bg1"/>
                  </a:solidFill>
                  <a:ln w="12700" cap="flat" cmpd="sng" algn="ctr">
                    <a:solidFill>
                      <a:srgbClr val="9D9FA1"/>
                    </a:solidFill>
                    <a:prstDash val="solid"/>
                  </a:ln>
                  <a:effectLst/>
                </p:spPr>
              </p:cxnSp>
              <p:cxnSp>
                <p:nvCxnSpPr>
                  <p:cNvPr id="2053627803" name="Rechte verbindingslijn 327"/>
                  <p:cNvCxnSpPr>
                    <a:cxnSpLocks noAdjustHandles="1" noChangeArrowheads="1" noChangeShapeType="1" noEditPoints="1" noGrp="1" noMove="1" noResize="1" noRot="1"/>
                  </p:cNvCxnSpPr>
                  <p:nvPr userDrawn="1"/>
                </p:nvCxnSpPr>
                <p:spPr bwMode="auto">
                  <a:xfrm>
                    <a:off x="-2773989" y="860214"/>
                    <a:ext cx="75946" cy="0"/>
                  </a:xfrm>
                  <a:prstGeom prst="line">
                    <a:avLst/>
                  </a:prstGeom>
                  <a:solidFill>
                    <a:schemeClr val="bg1"/>
                  </a:solidFill>
                  <a:ln w="12700" cap="flat" cmpd="sng" algn="ctr">
                    <a:solidFill>
                      <a:srgbClr val="9D9FA1"/>
                    </a:solidFill>
                    <a:prstDash val="solid"/>
                  </a:ln>
                  <a:effectLst/>
                </p:spPr>
              </p:cxnSp>
            </p:grpSp>
            <p:sp>
              <p:nvSpPr>
                <p:cNvPr id="1161986389" name="Pijl: rechts 322"/>
                <p:cNvSpPr>
                  <a:spLocks noAdjustHandles="1" noChangeArrowheads="1" noChangeShapeType="1" noEditPoints="1" noGrp="1" noMove="1" noResize="1" noRot="1"/>
                </p:cNvSpPr>
                <p:nvPr userDrawn="1"/>
              </p:nvSpPr>
              <p:spPr bwMode="auto">
                <a:xfrm>
                  <a:off x="-2866743" y="858736"/>
                  <a:ext cx="70675" cy="67901"/>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noAutofit/>
                </a:bodyPr>
                <a:lstStyle/>
                <a:p>
                  <a:pPr algn="l">
                    <a:defRPr/>
                  </a:pPr>
                  <a:endParaRPr lang="en-GB" sz="1000" b="1">
                    <a:solidFill>
                      <a:srgbClr val="211F26"/>
                    </a:solidFill>
                    <a:latin typeface="Calibri"/>
                    <a:cs typeface="Calibri"/>
                  </a:endParaRPr>
                </a:p>
              </p:txBody>
            </p:sp>
          </p:grpSp>
          <p:grpSp>
            <p:nvGrpSpPr>
              <p:cNvPr id="1441567770" name="Groep 311"/>
              <p:cNvGrpSpPr>
                <a:grpSpLocks noGrp="1" noMove="1" noResize="1" noRot="1" noUngrp="1"/>
              </p:cNvGrpSpPr>
              <p:nvPr userDrawn="1"/>
            </p:nvGrpSpPr>
            <p:grpSpPr bwMode="auto">
              <a:xfrm>
                <a:off x="-2916762" y="460170"/>
                <a:ext cx="268737" cy="248380"/>
                <a:chOff x="-2916762" y="460170"/>
                <a:chExt cx="268737" cy="248380"/>
              </a:xfrm>
            </p:grpSpPr>
            <p:sp>
              <p:nvSpPr>
                <p:cNvPr id="623396783" name="Rechthoek 312"/>
                <p:cNvSpPr>
                  <a:spLocks noAdjustHandles="1" noChangeArrowheads="1" noChangeShapeType="1" noEditPoints="1" noGrp="1" noMove="1" noResize="1" noRot="1"/>
                </p:cNvSpPr>
                <p:nvPr userDrawn="1"/>
              </p:nvSpPr>
              <p:spPr bwMode="auto">
                <a:xfrm>
                  <a:off x="-2916762" y="460170"/>
                  <a:ext cx="268737" cy="248380"/>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noAutofit/>
                </a:bodyPr>
                <a:lstStyle/>
                <a:p>
                  <a:pPr algn="ctr">
                    <a:defRPr/>
                  </a:pPr>
                  <a:endParaRPr lang="en-GB" sz="1050" b="0">
                    <a:solidFill>
                      <a:srgbClr val="211F26"/>
                    </a:solidFill>
                    <a:latin typeface="Calibri"/>
                    <a:cs typeface="Calibri"/>
                  </a:endParaRPr>
                </a:p>
              </p:txBody>
            </p:sp>
            <p:grpSp>
              <p:nvGrpSpPr>
                <p:cNvPr id="1053483559" name="Groep 313"/>
                <p:cNvGrpSpPr>
                  <a:grpSpLocks noGrp="1" noMove="1" noResize="1" noRot="1" noUngrp="1"/>
                </p:cNvGrpSpPr>
                <p:nvPr userDrawn="1"/>
              </p:nvGrpSpPr>
              <p:grpSpPr bwMode="auto">
                <a:xfrm>
                  <a:off x="-2866743" y="518073"/>
                  <a:ext cx="168700" cy="132574"/>
                  <a:chOff x="-2866743" y="518073"/>
                  <a:chExt cx="168700" cy="132574"/>
                </a:xfrm>
              </p:grpSpPr>
              <p:cxnSp>
                <p:nvCxnSpPr>
                  <p:cNvPr id="2104291264" name="Rechte verbindingslijn 315"/>
                  <p:cNvCxnSpPr>
                    <a:cxnSpLocks noAdjustHandles="1" noChangeArrowheads="1" noChangeShapeType="1" noEditPoints="1" noGrp="1" noMove="1" noResize="1" noRot="1"/>
                  </p:cNvCxnSpPr>
                  <p:nvPr userDrawn="1"/>
                </p:nvCxnSpPr>
                <p:spPr bwMode="auto">
                  <a:xfrm>
                    <a:off x="-2866743" y="518073"/>
                    <a:ext cx="168700" cy="0"/>
                  </a:xfrm>
                  <a:prstGeom prst="line">
                    <a:avLst/>
                  </a:prstGeom>
                  <a:solidFill>
                    <a:schemeClr val="bg1"/>
                  </a:solidFill>
                  <a:ln w="12700" cap="flat" cmpd="sng" algn="ctr">
                    <a:solidFill>
                      <a:srgbClr val="9D9FA1"/>
                    </a:solidFill>
                    <a:prstDash val="solid"/>
                  </a:ln>
                  <a:effectLst/>
                </p:spPr>
              </p:cxnSp>
              <p:cxnSp>
                <p:nvCxnSpPr>
                  <p:cNvPr id="1217689743" name="Rechte verbindingslijn 316"/>
                  <p:cNvCxnSpPr>
                    <a:cxnSpLocks noAdjustHandles="1" noChangeArrowheads="1" noChangeShapeType="1" noEditPoints="1" noGrp="1" noMove="1" noResize="1" noRot="1"/>
                  </p:cNvCxnSpPr>
                  <p:nvPr userDrawn="1"/>
                </p:nvCxnSpPr>
                <p:spPr bwMode="auto">
                  <a:xfrm>
                    <a:off x="-2866743" y="650648"/>
                    <a:ext cx="168700" cy="0"/>
                  </a:xfrm>
                  <a:prstGeom prst="line">
                    <a:avLst/>
                  </a:prstGeom>
                  <a:solidFill>
                    <a:schemeClr val="bg1"/>
                  </a:solidFill>
                  <a:ln w="12700" cap="flat" cmpd="sng" algn="ctr">
                    <a:solidFill>
                      <a:srgbClr val="9D9FA1"/>
                    </a:solidFill>
                    <a:prstDash val="solid"/>
                  </a:ln>
                  <a:effectLst/>
                </p:spPr>
              </p:cxnSp>
              <p:cxnSp>
                <p:nvCxnSpPr>
                  <p:cNvPr id="2122348476" name="Rechte verbindingslijn 317"/>
                  <p:cNvCxnSpPr>
                    <a:cxnSpLocks noAdjustHandles="1" noChangeArrowheads="1" noChangeShapeType="1" noEditPoints="1" noGrp="1" noMove="1" noResize="1" noRot="1"/>
                  </p:cNvCxnSpPr>
                  <p:nvPr userDrawn="1"/>
                </p:nvCxnSpPr>
                <p:spPr bwMode="auto">
                  <a:xfrm>
                    <a:off x="-2773989" y="617505"/>
                    <a:ext cx="75946" cy="0"/>
                  </a:xfrm>
                  <a:prstGeom prst="line">
                    <a:avLst/>
                  </a:prstGeom>
                  <a:solidFill>
                    <a:schemeClr val="bg1"/>
                  </a:solidFill>
                  <a:ln w="12700" cap="flat" cmpd="sng" algn="ctr">
                    <a:solidFill>
                      <a:srgbClr val="9D9FA1"/>
                    </a:solidFill>
                    <a:prstDash val="solid"/>
                  </a:ln>
                  <a:effectLst/>
                </p:spPr>
              </p:cxnSp>
              <p:cxnSp>
                <p:nvCxnSpPr>
                  <p:cNvPr id="125846708" name="Rechte verbindingslijn 318"/>
                  <p:cNvCxnSpPr>
                    <a:cxnSpLocks noAdjustHandles="1" noChangeArrowheads="1" noChangeShapeType="1" noEditPoints="1" noGrp="1" noMove="1" noResize="1" noRot="1"/>
                  </p:cNvCxnSpPr>
                  <p:nvPr userDrawn="1"/>
                </p:nvCxnSpPr>
                <p:spPr bwMode="auto">
                  <a:xfrm>
                    <a:off x="-2773989" y="584361"/>
                    <a:ext cx="75946" cy="0"/>
                  </a:xfrm>
                  <a:prstGeom prst="line">
                    <a:avLst/>
                  </a:prstGeom>
                  <a:solidFill>
                    <a:schemeClr val="bg1"/>
                  </a:solidFill>
                  <a:ln w="12700" cap="flat" cmpd="sng" algn="ctr">
                    <a:solidFill>
                      <a:srgbClr val="9D9FA1"/>
                    </a:solidFill>
                    <a:prstDash val="solid"/>
                  </a:ln>
                  <a:effectLst/>
                </p:spPr>
              </p:cxnSp>
              <p:cxnSp>
                <p:nvCxnSpPr>
                  <p:cNvPr id="790586452" name="Rechte verbindingslijn 319"/>
                  <p:cNvCxnSpPr>
                    <a:cxnSpLocks noAdjustHandles="1" noChangeArrowheads="1" noChangeShapeType="1" noEditPoints="1" noGrp="1" noMove="1" noResize="1" noRot="1"/>
                  </p:cNvCxnSpPr>
                  <p:nvPr userDrawn="1"/>
                </p:nvCxnSpPr>
                <p:spPr bwMode="auto">
                  <a:xfrm>
                    <a:off x="-2773989" y="551217"/>
                    <a:ext cx="75946" cy="0"/>
                  </a:xfrm>
                  <a:prstGeom prst="line">
                    <a:avLst/>
                  </a:prstGeom>
                  <a:solidFill>
                    <a:schemeClr val="bg1"/>
                  </a:solidFill>
                  <a:ln w="12700" cap="flat" cmpd="sng" algn="ctr">
                    <a:solidFill>
                      <a:srgbClr val="9D9FA1"/>
                    </a:solidFill>
                    <a:prstDash val="solid"/>
                  </a:ln>
                  <a:effectLst/>
                </p:spPr>
              </p:cxnSp>
            </p:grpSp>
            <p:sp>
              <p:nvSpPr>
                <p:cNvPr id="1332905177" name="Pijl: rechts 314"/>
                <p:cNvSpPr>
                  <a:spLocks noAdjustHandles="1" noChangeArrowheads="1" noChangeShapeType="1" noEditPoints="1" noGrp="1" noMove="1" noResize="1" noRot="1"/>
                </p:cNvSpPr>
                <p:nvPr userDrawn="1"/>
              </p:nvSpPr>
              <p:spPr bwMode="auto">
                <a:xfrm flipH="1">
                  <a:off x="-2866743" y="549739"/>
                  <a:ext cx="70675" cy="67901"/>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noAutofit/>
                </a:bodyPr>
                <a:lstStyle/>
                <a:p>
                  <a:pPr algn="l">
                    <a:defRPr/>
                  </a:pPr>
                  <a:endParaRPr lang="en-GB" sz="1000" b="1">
                    <a:solidFill>
                      <a:srgbClr val="211F26"/>
                    </a:solidFill>
                    <a:latin typeface="Calibri"/>
                    <a:cs typeface="Calibri"/>
                  </a:endParaRPr>
                </a:p>
              </p:txBody>
            </p:sp>
          </p:grpSp>
        </p:grpSp>
        <p:grpSp>
          <p:nvGrpSpPr>
            <p:cNvPr id="1547877852" name="Groep 296"/>
            <p:cNvGrpSpPr>
              <a:grpSpLocks noGrp="1" noMove="1" noResize="1" noRot="1" noUngrp="1"/>
            </p:cNvGrpSpPr>
            <p:nvPr userDrawn="1"/>
          </p:nvGrpSpPr>
          <p:grpSpPr bwMode="auto">
            <a:xfrm>
              <a:off x="-938433" y="4663036"/>
              <a:ext cx="627797" cy="576693"/>
              <a:chOff x="-1753861" y="6112774"/>
              <a:chExt cx="759634" cy="697797"/>
            </a:xfrm>
          </p:grpSpPr>
          <p:grpSp>
            <p:nvGrpSpPr>
              <p:cNvPr id="1749143699" name="Inspireren"/>
              <p:cNvGrpSpPr>
                <a:grpSpLocks noChangeAspect="1" noGrp="1" noMove="1" noResize="1" noRot="1" noUngrp="1"/>
              </p:cNvGrpSpPr>
              <p:nvPr userDrawn="1"/>
            </p:nvGrpSpPr>
            <p:grpSpPr bwMode="auto">
              <a:xfrm>
                <a:off x="-1484857" y="6112774"/>
                <a:ext cx="205430" cy="293285"/>
                <a:chOff x="4767" y="2782"/>
                <a:chExt cx="787" cy="1125"/>
              </a:xfrm>
              <a:gradFill>
                <a:gsLst>
                  <a:gs pos="0">
                    <a:srgbClr val="9D9FA1"/>
                  </a:gs>
                  <a:gs pos="70000">
                    <a:srgbClr val="211F26"/>
                  </a:gs>
                </a:gsLst>
                <a:lin ang="2700000" scaled="0"/>
              </a:gradFill>
            </p:grpSpPr>
            <p:sp>
              <p:nvSpPr>
                <p:cNvPr id="1312791820" name="Freeform 12"/>
                <p:cNvSpPr>
                  <a:spLocks noAdjustHandles="1" noChangeArrowheads="1" noChangeShapeType="1" noEditPoints="1" noGrp="1" noMove="1" noResize="1" noRot="1"/>
                </p:cNvSpPr>
                <p:nvPr/>
              </p:nvSpPr>
              <p:spPr bwMode="auto">
                <a:xfrm>
                  <a:off x="5000" y="3186"/>
                  <a:ext cx="318" cy="288"/>
                </a:xfrm>
                <a:custGeom>
                  <a:avLst/>
                  <a:gdLst>
                    <a:gd name="T0" fmla="*/ 220 w 319"/>
                    <a:gd name="T1" fmla="*/ 288 h 288"/>
                    <a:gd name="T2" fmla="*/ 107 w 319"/>
                    <a:gd name="T3" fmla="*/ 288 h 288"/>
                    <a:gd name="T4" fmla="*/ 0 w 319"/>
                    <a:gd name="T5" fmla="*/ 0 h 288"/>
                    <a:gd name="T6" fmla="*/ 319 w 319"/>
                    <a:gd name="T7" fmla="*/ 0 h 288"/>
                    <a:gd name="T8" fmla="*/ 220 w 319"/>
                    <a:gd name="T9" fmla="*/ 288 h 288"/>
                  </a:gdLst>
                  <a:ahLst/>
                  <a:cxnLst>
                    <a:cxn ang="0">
                      <a:pos x="T0" y="T1"/>
                    </a:cxn>
                    <a:cxn ang="0">
                      <a:pos x="T2" y="T3"/>
                    </a:cxn>
                    <a:cxn ang="0">
                      <a:pos x="T4" y="T5"/>
                    </a:cxn>
                    <a:cxn ang="0">
                      <a:pos x="T6" y="T7"/>
                    </a:cxn>
                    <a:cxn ang="0">
                      <a:pos x="T8" y="T9"/>
                    </a:cxn>
                  </a:cxnLst>
                  <a:rect l="0" t="0" r="r" b="b"/>
                  <a:pathLst>
                    <a:path w="319" h="288" fill="norm" stroke="1" extrusionOk="0">
                      <a:moveTo>
                        <a:pt x="220" y="288"/>
                      </a:moveTo>
                      <a:lnTo>
                        <a:pt x="107" y="288"/>
                      </a:lnTo>
                      <a:lnTo>
                        <a:pt x="0" y="0"/>
                      </a:lnTo>
                      <a:lnTo>
                        <a:pt x="319" y="0"/>
                      </a:lnTo>
                      <a:lnTo>
                        <a:pt x="220" y="288"/>
                      </a:lnTo>
                      <a:close/>
                    </a:path>
                  </a:pathLst>
                </a:custGeom>
                <a:solidFill>
                  <a:srgbClr val="1FF524"/>
                </a:solidFill>
                <a:ln>
                  <a:noFill/>
                </a:ln>
              </p:spPr>
              <p:txBody>
                <a:bodyPr vert="horz" wrap="square" lIns="91440" tIns="45720" rIns="91440" bIns="45720" numCol="1" anchor="t" anchorCtr="0" compatLnSpc="1">
                  <a:prstTxWarp prst="textNoShape"/>
                </a:bodyPr>
                <a:lstStyle/>
                <a:p>
                  <a:pPr marL="0" marR="0" lvl="0" indent="0" defTabSz="995467">
                    <a:lnSpc>
                      <a:spcPct val="100000"/>
                    </a:lnSpc>
                    <a:spcBef>
                      <a:spcPts val="0"/>
                    </a:spcBef>
                    <a:spcAft>
                      <a:spcPts val="0"/>
                    </a:spcAft>
                    <a:buClrTx/>
                    <a:buSzTx/>
                    <a:buFontTx/>
                    <a:buNone/>
                    <a:defRPr/>
                  </a:pPr>
                  <a:endParaRPr lang="en-GB" sz="300" b="0" i="0" u="none" strike="noStrike" cap="none" spc="0">
                    <a:ln>
                      <a:noFill/>
                    </a:ln>
                    <a:solidFill>
                      <a:srgbClr val="211F26"/>
                    </a:solidFill>
                    <a:latin typeface="Arial"/>
                  </a:endParaRPr>
                </a:p>
              </p:txBody>
            </p:sp>
            <p:sp>
              <p:nvSpPr>
                <p:cNvPr id="1000398860" name="Freeform 13"/>
                <p:cNvSpPr>
                  <a:spLocks noAdjustHandles="1" noChangeArrowheads="1" noChangeShapeType="1" noEditPoints="1" noGrp="1" noMove="1" noResize="1" noRot="1"/>
                </p:cNvSpPr>
                <p:nvPr/>
              </p:nvSpPr>
              <p:spPr bwMode="auto">
                <a:xfrm>
                  <a:off x="5022" y="3794"/>
                  <a:ext cx="281" cy="111"/>
                </a:xfrm>
                <a:custGeom>
                  <a:avLst/>
                  <a:gdLst>
                    <a:gd name="T0" fmla="*/ 229 w 251"/>
                    <a:gd name="T1" fmla="*/ 70 h 100"/>
                    <a:gd name="T2" fmla="*/ 229 w 251"/>
                    <a:gd name="T3" fmla="*/ 69 h 100"/>
                    <a:gd name="T4" fmla="*/ 251 w 251"/>
                    <a:gd name="T5" fmla="*/ 0 h 100"/>
                    <a:gd name="T6" fmla="*/ 0 w 251"/>
                    <a:gd name="T7" fmla="*/ 0 h 100"/>
                    <a:gd name="T8" fmla="*/ 22 w 251"/>
                    <a:gd name="T9" fmla="*/ 69 h 100"/>
                    <a:gd name="T10" fmla="*/ 63 w 251"/>
                    <a:gd name="T11" fmla="*/ 100 h 100"/>
                    <a:gd name="T12" fmla="*/ 188 w 251"/>
                    <a:gd name="T13" fmla="*/ 100 h 100"/>
                    <a:gd name="T14" fmla="*/ 229 w 251"/>
                    <a:gd name="T15" fmla="*/ 71 h 100"/>
                    <a:gd name="T16" fmla="*/ 229 w 251"/>
                    <a:gd name="T17" fmla="*/ 71 h 100"/>
                    <a:gd name="T18" fmla="*/ 229 w 251"/>
                    <a:gd name="T19" fmla="*/ 7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1" h="100" fill="norm" stroke="1" extrusionOk="0">
                      <a:moveTo>
                        <a:pt x="229" y="70"/>
                      </a:moveTo>
                      <a:cubicBezTo>
                        <a:pt x="229" y="70"/>
                        <a:pt x="229" y="69"/>
                        <a:pt x="229" y="69"/>
                      </a:cubicBezTo>
                      <a:cubicBezTo>
                        <a:pt x="251" y="0"/>
                        <a:pt x="251" y="0"/>
                        <a:pt x="251" y="0"/>
                      </a:cubicBezTo>
                      <a:cubicBezTo>
                        <a:pt x="0" y="0"/>
                        <a:pt x="0" y="0"/>
                        <a:pt x="0" y="0"/>
                      </a:cubicBezTo>
                      <a:cubicBezTo>
                        <a:pt x="22" y="69"/>
                        <a:pt x="22" y="69"/>
                        <a:pt x="22" y="69"/>
                      </a:cubicBezTo>
                      <a:cubicBezTo>
                        <a:pt x="27" y="87"/>
                        <a:pt x="44" y="100"/>
                        <a:pt x="63" y="100"/>
                      </a:cubicBezTo>
                      <a:cubicBezTo>
                        <a:pt x="188" y="100"/>
                        <a:pt x="188" y="100"/>
                        <a:pt x="188" y="100"/>
                      </a:cubicBezTo>
                      <a:cubicBezTo>
                        <a:pt x="207" y="100"/>
                        <a:pt x="223" y="88"/>
                        <a:pt x="229" y="71"/>
                      </a:cubicBezTo>
                      <a:cubicBezTo>
                        <a:pt x="229" y="71"/>
                        <a:pt x="229" y="71"/>
                        <a:pt x="229" y="71"/>
                      </a:cubicBezTo>
                      <a:lnTo>
                        <a:pt x="229" y="70"/>
                      </a:lnTo>
                      <a:close/>
                    </a:path>
                  </a:pathLst>
                </a:custGeom>
                <a:grpFill/>
                <a:ln>
                  <a:noFill/>
                </a:ln>
              </p:spPr>
              <p:txBody>
                <a:bodyPr vert="horz" wrap="square" lIns="91440" tIns="45720" rIns="91440" bIns="45720" numCol="1" anchor="t" anchorCtr="0" compatLnSpc="1">
                  <a:prstTxWarp prst="textNoShape"/>
                </a:bodyPr>
                <a:lstStyle/>
                <a:p>
                  <a:pPr marL="0" marR="0" lvl="0" indent="0" defTabSz="995467">
                    <a:lnSpc>
                      <a:spcPct val="100000"/>
                    </a:lnSpc>
                    <a:spcBef>
                      <a:spcPts val="0"/>
                    </a:spcBef>
                    <a:spcAft>
                      <a:spcPts val="0"/>
                    </a:spcAft>
                    <a:buClrTx/>
                    <a:buSzTx/>
                    <a:buFontTx/>
                    <a:buNone/>
                    <a:defRPr/>
                  </a:pPr>
                  <a:endParaRPr lang="en-GB" sz="300" b="0" i="0" u="none" strike="noStrike" cap="none" spc="0">
                    <a:ln>
                      <a:noFill/>
                    </a:ln>
                    <a:solidFill>
                      <a:srgbClr val="211F26"/>
                    </a:solidFill>
                    <a:latin typeface="Arial"/>
                  </a:endParaRPr>
                </a:p>
              </p:txBody>
            </p:sp>
            <p:sp>
              <p:nvSpPr>
                <p:cNvPr id="504218872" name="Freeform 14"/>
                <p:cNvSpPr>
                  <a:spLocks noAdjustHandles="1" noChangeArrowheads="1" noChangeShapeType="1" noEditPoints="1" noGrp="1" noMove="1" noResize="1" noRot="1"/>
                </p:cNvSpPr>
                <p:nvPr/>
              </p:nvSpPr>
              <p:spPr bwMode="auto">
                <a:xfrm>
                  <a:off x="4767" y="2782"/>
                  <a:ext cx="787" cy="965"/>
                </a:xfrm>
                <a:custGeom>
                  <a:avLst/>
                  <a:gdLst>
                    <a:gd name="T0" fmla="*/ 351 w 702"/>
                    <a:gd name="T1" fmla="*/ 0 h 860"/>
                    <a:gd name="T2" fmla="*/ 0 w 702"/>
                    <a:gd name="T3" fmla="*/ 351 h 860"/>
                    <a:gd name="T4" fmla="*/ 134 w 702"/>
                    <a:gd name="T5" fmla="*/ 627 h 860"/>
                    <a:gd name="T6" fmla="*/ 165 w 702"/>
                    <a:gd name="T7" fmla="*/ 718 h 860"/>
                    <a:gd name="T8" fmla="*/ 266 w 702"/>
                    <a:gd name="T9" fmla="*/ 718 h 860"/>
                    <a:gd name="T10" fmla="*/ 266 w 702"/>
                    <a:gd name="T11" fmla="*/ 718 h 860"/>
                    <a:gd name="T12" fmla="*/ 434 w 702"/>
                    <a:gd name="T13" fmla="*/ 718 h 860"/>
                    <a:gd name="T14" fmla="*/ 419 w 702"/>
                    <a:gd name="T15" fmla="*/ 760 h 860"/>
                    <a:gd name="T16" fmla="*/ 284 w 702"/>
                    <a:gd name="T17" fmla="*/ 760 h 860"/>
                    <a:gd name="T18" fmla="*/ 284 w 702"/>
                    <a:gd name="T19" fmla="*/ 760 h 860"/>
                    <a:gd name="T20" fmla="*/ 179 w 702"/>
                    <a:gd name="T21" fmla="*/ 760 h 860"/>
                    <a:gd name="T22" fmla="*/ 212 w 702"/>
                    <a:gd name="T23" fmla="*/ 860 h 860"/>
                    <a:gd name="T24" fmla="*/ 212 w 702"/>
                    <a:gd name="T25" fmla="*/ 860 h 860"/>
                    <a:gd name="T26" fmla="*/ 216 w 702"/>
                    <a:gd name="T27" fmla="*/ 860 h 860"/>
                    <a:gd name="T28" fmla="*/ 488 w 702"/>
                    <a:gd name="T29" fmla="*/ 860 h 860"/>
                    <a:gd name="T30" fmla="*/ 491 w 702"/>
                    <a:gd name="T31" fmla="*/ 860 h 860"/>
                    <a:gd name="T32" fmla="*/ 570 w 702"/>
                    <a:gd name="T33" fmla="*/ 625 h 860"/>
                    <a:gd name="T34" fmla="*/ 702 w 702"/>
                    <a:gd name="T35" fmla="*/ 351 h 860"/>
                    <a:gd name="T36" fmla="*/ 351 w 702"/>
                    <a:gd name="T37" fmla="*/ 0 h 860"/>
                    <a:gd name="T38" fmla="*/ 587 w 702"/>
                    <a:gd name="T39" fmla="*/ 438 h 860"/>
                    <a:gd name="T40" fmla="*/ 485 w 702"/>
                    <a:gd name="T41" fmla="*/ 563 h 860"/>
                    <a:gd name="T42" fmla="*/ 454 w 702"/>
                    <a:gd name="T43" fmla="*/ 658 h 860"/>
                    <a:gd name="T44" fmla="*/ 250 w 702"/>
                    <a:gd name="T45" fmla="*/ 658 h 860"/>
                    <a:gd name="T46" fmla="*/ 219 w 702"/>
                    <a:gd name="T47" fmla="*/ 565 h 860"/>
                    <a:gd name="T48" fmla="*/ 115 w 702"/>
                    <a:gd name="T49" fmla="*/ 439 h 860"/>
                    <a:gd name="T50" fmla="*/ 99 w 702"/>
                    <a:gd name="T51" fmla="*/ 351 h 860"/>
                    <a:gd name="T52" fmla="*/ 351 w 702"/>
                    <a:gd name="T53" fmla="*/ 99 h 860"/>
                    <a:gd name="T54" fmla="*/ 603 w 702"/>
                    <a:gd name="T55" fmla="*/ 351 h 860"/>
                    <a:gd name="T56" fmla="*/ 587 w 702"/>
                    <a:gd name="T57" fmla="*/ 438 h 8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702" h="860" fill="norm" stroke="1" extrusionOk="0">
                      <a:moveTo>
                        <a:pt x="351" y="0"/>
                      </a:moveTo>
                      <a:cubicBezTo>
                        <a:pt x="157" y="0"/>
                        <a:pt x="0" y="157"/>
                        <a:pt x="0" y="351"/>
                      </a:cubicBezTo>
                      <a:cubicBezTo>
                        <a:pt x="0" y="463"/>
                        <a:pt x="52" y="562"/>
                        <a:pt x="134" y="627"/>
                      </a:cubicBezTo>
                      <a:cubicBezTo>
                        <a:pt x="165" y="718"/>
                        <a:pt x="165" y="718"/>
                        <a:pt x="165" y="718"/>
                      </a:cubicBezTo>
                      <a:cubicBezTo>
                        <a:pt x="266" y="718"/>
                        <a:pt x="266" y="718"/>
                        <a:pt x="266" y="718"/>
                      </a:cubicBezTo>
                      <a:cubicBezTo>
                        <a:pt x="266" y="718"/>
                        <a:pt x="266" y="718"/>
                        <a:pt x="266" y="718"/>
                      </a:cubicBezTo>
                      <a:cubicBezTo>
                        <a:pt x="434" y="718"/>
                        <a:pt x="434" y="718"/>
                        <a:pt x="434" y="718"/>
                      </a:cubicBezTo>
                      <a:cubicBezTo>
                        <a:pt x="419" y="760"/>
                        <a:pt x="419" y="760"/>
                        <a:pt x="419" y="760"/>
                      </a:cubicBezTo>
                      <a:cubicBezTo>
                        <a:pt x="284" y="760"/>
                        <a:pt x="284" y="760"/>
                        <a:pt x="284" y="760"/>
                      </a:cubicBezTo>
                      <a:cubicBezTo>
                        <a:pt x="284" y="760"/>
                        <a:pt x="284" y="760"/>
                        <a:pt x="284" y="760"/>
                      </a:cubicBezTo>
                      <a:cubicBezTo>
                        <a:pt x="179" y="760"/>
                        <a:pt x="179" y="760"/>
                        <a:pt x="179" y="760"/>
                      </a:cubicBezTo>
                      <a:cubicBezTo>
                        <a:pt x="212" y="860"/>
                        <a:pt x="212" y="860"/>
                        <a:pt x="212" y="860"/>
                      </a:cubicBezTo>
                      <a:cubicBezTo>
                        <a:pt x="212" y="860"/>
                        <a:pt x="212" y="860"/>
                        <a:pt x="212" y="860"/>
                      </a:cubicBezTo>
                      <a:cubicBezTo>
                        <a:pt x="216" y="860"/>
                        <a:pt x="216" y="860"/>
                        <a:pt x="216" y="860"/>
                      </a:cubicBezTo>
                      <a:cubicBezTo>
                        <a:pt x="488" y="860"/>
                        <a:pt x="488" y="860"/>
                        <a:pt x="488" y="860"/>
                      </a:cubicBezTo>
                      <a:cubicBezTo>
                        <a:pt x="491" y="860"/>
                        <a:pt x="491" y="860"/>
                        <a:pt x="491" y="860"/>
                      </a:cubicBezTo>
                      <a:cubicBezTo>
                        <a:pt x="570" y="625"/>
                        <a:pt x="570" y="625"/>
                        <a:pt x="570" y="625"/>
                      </a:cubicBezTo>
                      <a:cubicBezTo>
                        <a:pt x="651" y="560"/>
                        <a:pt x="702" y="461"/>
                        <a:pt x="702" y="351"/>
                      </a:cubicBezTo>
                      <a:cubicBezTo>
                        <a:pt x="702" y="157"/>
                        <a:pt x="545" y="0"/>
                        <a:pt x="351" y="0"/>
                      </a:cubicBezTo>
                      <a:close/>
                      <a:moveTo>
                        <a:pt x="587" y="438"/>
                      </a:moveTo>
                      <a:cubicBezTo>
                        <a:pt x="568" y="490"/>
                        <a:pt x="531" y="534"/>
                        <a:pt x="485" y="563"/>
                      </a:cubicBezTo>
                      <a:cubicBezTo>
                        <a:pt x="454" y="658"/>
                        <a:pt x="454" y="658"/>
                        <a:pt x="454" y="658"/>
                      </a:cubicBezTo>
                      <a:cubicBezTo>
                        <a:pt x="250" y="658"/>
                        <a:pt x="250" y="658"/>
                        <a:pt x="250" y="658"/>
                      </a:cubicBezTo>
                      <a:cubicBezTo>
                        <a:pt x="219" y="565"/>
                        <a:pt x="219" y="565"/>
                        <a:pt x="219" y="565"/>
                      </a:cubicBezTo>
                      <a:cubicBezTo>
                        <a:pt x="172" y="536"/>
                        <a:pt x="135" y="491"/>
                        <a:pt x="115" y="439"/>
                      </a:cubicBezTo>
                      <a:cubicBezTo>
                        <a:pt x="105" y="411"/>
                        <a:pt x="99" y="382"/>
                        <a:pt x="99" y="351"/>
                      </a:cubicBezTo>
                      <a:cubicBezTo>
                        <a:pt x="99" y="212"/>
                        <a:pt x="212" y="99"/>
                        <a:pt x="351" y="99"/>
                      </a:cubicBezTo>
                      <a:cubicBezTo>
                        <a:pt x="490" y="99"/>
                        <a:pt x="603" y="212"/>
                        <a:pt x="603" y="351"/>
                      </a:cubicBezTo>
                      <a:cubicBezTo>
                        <a:pt x="603" y="381"/>
                        <a:pt x="597" y="411"/>
                        <a:pt x="587" y="438"/>
                      </a:cubicBezTo>
                      <a:close/>
                    </a:path>
                  </a:pathLst>
                </a:custGeom>
                <a:grpFill/>
                <a:ln>
                  <a:noFill/>
                </a:ln>
              </p:spPr>
              <p:txBody>
                <a:bodyPr vert="horz" wrap="square" lIns="91440" tIns="45720" rIns="91440" bIns="45720" numCol="1" anchor="t" anchorCtr="0" compatLnSpc="1">
                  <a:prstTxWarp prst="textNoShape"/>
                </a:bodyPr>
                <a:lstStyle/>
                <a:p>
                  <a:pPr marL="0" marR="0" lvl="0" indent="0" defTabSz="995467">
                    <a:lnSpc>
                      <a:spcPct val="100000"/>
                    </a:lnSpc>
                    <a:spcBef>
                      <a:spcPts val="0"/>
                    </a:spcBef>
                    <a:spcAft>
                      <a:spcPts val="0"/>
                    </a:spcAft>
                    <a:buClrTx/>
                    <a:buSzTx/>
                    <a:buFontTx/>
                    <a:buNone/>
                    <a:defRPr/>
                  </a:pPr>
                  <a:endParaRPr lang="en-GB" sz="300" b="0" i="0" u="none" strike="noStrike" cap="none" spc="0">
                    <a:ln>
                      <a:noFill/>
                    </a:ln>
                    <a:solidFill>
                      <a:srgbClr val="211F26"/>
                    </a:solidFill>
                    <a:latin typeface="Arial"/>
                  </a:endParaRPr>
                </a:p>
              </p:txBody>
            </p:sp>
          </p:grpSp>
          <p:sp>
            <p:nvSpPr>
              <p:cNvPr id="208075355" name="Tekstvak 298"/>
              <p:cNvSpPr txBox="1">
                <a:spLocks noAdjustHandles="1" noChangeArrowheads="1" noChangeShapeType="1" noEditPoints="1" noGrp="1" noMove="1" noResize="1" noRot="1"/>
              </p:cNvSpPr>
              <p:nvPr userDrawn="1"/>
            </p:nvSpPr>
            <p:spPr bwMode="auto">
              <a:xfrm>
                <a:off x="-1753861" y="6420663"/>
                <a:ext cx="759634" cy="389908"/>
              </a:xfrm>
              <a:prstGeom prst="rect">
                <a:avLst/>
              </a:prstGeom>
              <a:noFill/>
            </p:spPr>
            <p:txBody>
              <a:bodyPr wrap="square" lIns="0" tIns="0" rIns="0" bIns="0" rtlCol="0" anchor="ctr">
                <a:noAutofit/>
              </a:bodyPr>
              <a:lstStyle/>
              <a:p>
                <a:pPr marL="0" marR="0" lvl="0" indent="0" algn="ctr" defTabSz="914400">
                  <a:lnSpc>
                    <a:spcPct val="90000"/>
                  </a:lnSpc>
                  <a:spcBef>
                    <a:spcPts val="599"/>
                  </a:spcBef>
                  <a:spcAft>
                    <a:spcPts val="599"/>
                  </a:spcAft>
                  <a:buClrTx/>
                  <a:buSzTx/>
                  <a:buFontTx/>
                  <a:buNone/>
                  <a:defRPr/>
                </a:pPr>
                <a:r>
                  <a:rPr lang="en-GB" sz="1000" b="0" i="0" u="none" strike="noStrike" cap="none" spc="0">
                    <a:ln>
                      <a:noFill/>
                    </a:ln>
                    <a:solidFill>
                      <a:srgbClr val="211F26"/>
                    </a:solidFill>
                    <a:latin typeface="Calibri"/>
                    <a:ea typeface="Arial"/>
                    <a:cs typeface="Calibri"/>
                  </a:rPr>
                  <a:t>Inspiration</a:t>
                </a:r>
                <a:endParaRPr/>
              </a:p>
            </p:txBody>
          </p:sp>
        </p:grpSp>
      </p:gr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med" p14:dur="700" advClick="1">
        <p:fade thruBlk="0"/>
      </p:transition>
    </mc:Choice>
    <mc:Fallback>
      <p:transition spd="med" advClick="1">
        <p:fade thruBlk="0"/>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312674671" name="Tijdelijke aanduiding voor datum 4"/>
          <p:cNvSpPr>
            <a:spLocks noGrp="1"/>
          </p:cNvSpPr>
          <p:nvPr>
            <p:ph type="dt" sz="half" idx="18"/>
          </p:nvPr>
        </p:nvSpPr>
        <p:spPr bwMode="auto"/>
        <p:txBody>
          <a:bodyPr/>
          <a:lstStyle/>
          <a:p>
            <a:pPr>
              <a:defRPr/>
            </a:pPr>
            <a:fld id="{997C084B-F96D-8F9D-6D5E-3F8ADF3038BE}" type="datetime1">
              <a:rPr lang="nl-NL"/>
              <a:t/>
            </a:fld>
            <a:endParaRPr lang="en-GB"/>
          </a:p>
        </p:txBody>
      </p:sp>
      <p:sp>
        <p:nvSpPr>
          <p:cNvPr id="866464936" name="Titel 8"/>
          <p:cNvSpPr>
            <a:spLocks noGrp="1"/>
          </p:cNvSpPr>
          <p:nvPr>
            <p:ph type="title"/>
          </p:nvPr>
        </p:nvSpPr>
        <p:spPr bwMode="auto"/>
        <p:txBody>
          <a:bodyPr/>
          <a:lstStyle/>
          <a:p>
            <a:pPr>
              <a:defRPr/>
            </a:pPr>
            <a:r>
              <a:rPr lang="en-US"/>
              <a:t>Initial geometry</a:t>
            </a:r>
            <a:endParaRPr/>
          </a:p>
        </p:txBody>
      </p:sp>
      <p:sp>
        <p:nvSpPr>
          <p:cNvPr id="1840186816" name="Tijdelijke aanduiding voor dianummer 1"/>
          <p:cNvSpPr>
            <a:spLocks noGrp="1"/>
          </p:cNvSpPr>
          <p:nvPr>
            <p:ph type="sldNum" sz="quarter" idx="20"/>
          </p:nvPr>
        </p:nvSpPr>
        <p:spPr bwMode="auto"/>
        <p:txBody>
          <a:bodyPr/>
          <a:lstStyle/>
          <a:p>
            <a:pPr>
              <a:defRPr/>
            </a:pPr>
            <a:fld id="{CECDCB11-B3FB-8D5D-B163-C0AEFC34DA32}" type="slidenum">
              <a:rPr lang="en-GB"/>
              <a:t/>
            </a:fld>
            <a:endParaRPr lang="en-GB"/>
          </a:p>
        </p:txBody>
      </p:sp>
      <p:sp>
        <p:nvSpPr>
          <p:cNvPr id="1815778497" name="Tijdelijke aanduiding voor verticale tekst 33"/>
          <p:cNvSpPr txBox="1"/>
          <p:nvPr/>
        </p:nvSpPr>
        <p:spPr bwMode="auto">
          <a:xfrm flipH="0" flipV="0">
            <a:off x="719136" y="1569102"/>
            <a:ext cx="10459326" cy="4431645"/>
          </a:xfrm>
          <a:prstGeom prst="rect">
            <a:avLst/>
          </a:prstGeom>
        </p:spPr>
        <p:txBody>
          <a:bodyPr lIns="0" tIns="0" rIns="0" bIns="0"/>
          <a:lstStyle>
            <a:lvl1pPr marL="361948" indent="-361948" algn="l" defTabSz="914400">
              <a:lnSpc>
                <a:spcPct val="90000"/>
              </a:lnSpc>
              <a:spcBef>
                <a:spcPts val="598"/>
              </a:spcBef>
              <a:spcAft>
                <a:spcPts val="598"/>
              </a:spcAft>
              <a:buClr>
                <a:schemeClr val="accent1"/>
              </a:buClr>
              <a:buSzPct val="120000"/>
              <a:buFont typeface="Arial"/>
              <a:buChar char="•"/>
              <a:defRPr sz="2000">
                <a:solidFill>
                  <a:schemeClr val="tx2"/>
                </a:solidFill>
                <a:latin typeface="+mn-lt"/>
                <a:ea typeface="+mn-ea"/>
                <a:cs typeface="+mn-cs"/>
              </a:defRPr>
            </a:lvl1pPr>
            <a:lvl2pPr marL="712786" indent="-350838" algn="l" defTabSz="914400">
              <a:lnSpc>
                <a:spcPct val="90000"/>
              </a:lnSpc>
              <a:spcBef>
                <a:spcPts val="598"/>
              </a:spcBef>
              <a:spcAft>
                <a:spcPts val="598"/>
              </a:spcAft>
              <a:buClr>
                <a:schemeClr val="accent1"/>
              </a:buClr>
              <a:buSzPct val="120000"/>
              <a:buFont typeface="Arial"/>
              <a:buChar char="•"/>
              <a:tabLst>
                <a:tab pos="712786" algn="l"/>
              </a:tabLst>
              <a:defRPr sz="2000">
                <a:solidFill>
                  <a:schemeClr val="tx2"/>
                </a:solidFill>
                <a:latin typeface="+mn-lt"/>
                <a:ea typeface="+mn-ea"/>
                <a:cs typeface="+mn-cs"/>
              </a:defRPr>
            </a:lvl2pPr>
            <a:lvl3pPr marL="0" indent="0" algn="l" defTabSz="914400">
              <a:lnSpc>
                <a:spcPct val="90000"/>
              </a:lnSpc>
              <a:spcBef>
                <a:spcPts val="598"/>
              </a:spcBef>
              <a:spcAft>
                <a:spcPts val="598"/>
              </a:spcAft>
              <a:buClr>
                <a:schemeClr val="accent3"/>
              </a:buClr>
              <a:buFont typeface="Segoe UI Light"/>
              <a:buNone/>
              <a:defRPr sz="2000">
                <a:solidFill>
                  <a:schemeClr val="tx2"/>
                </a:solidFill>
                <a:latin typeface="+mn-lt"/>
                <a:ea typeface="+mn-ea"/>
                <a:cs typeface="+mn-cs"/>
              </a:defRPr>
            </a:lvl3pPr>
            <a:lvl4pPr marL="0" indent="0" algn="l" defTabSz="914400">
              <a:lnSpc>
                <a:spcPct val="90000"/>
              </a:lnSpc>
              <a:spcBef>
                <a:spcPts val="598"/>
              </a:spcBef>
              <a:spcAft>
                <a:spcPts val="598"/>
              </a:spcAft>
              <a:buFont typeface="Arial"/>
              <a:buNone/>
              <a:defRPr sz="3600" b="1">
                <a:solidFill>
                  <a:schemeClr val="tx2"/>
                </a:solidFill>
                <a:latin typeface="+mj-lt"/>
                <a:ea typeface="+mn-ea"/>
                <a:cs typeface="+mn-cs"/>
              </a:defRPr>
            </a:lvl4pPr>
            <a:lvl5pPr marL="0" indent="0" algn="l" defTabSz="914400">
              <a:lnSpc>
                <a:spcPct val="90000"/>
              </a:lnSpc>
              <a:spcBef>
                <a:spcPts val="598"/>
              </a:spcBef>
              <a:spcAft>
                <a:spcPts val="598"/>
              </a:spcAft>
              <a:buFont typeface="Arial"/>
              <a:buNone/>
              <a:defRPr sz="2400" b="0">
                <a:solidFill>
                  <a:schemeClr val="accent1"/>
                </a:solidFill>
                <a:latin typeface="+mj-lt"/>
                <a:ea typeface="+mn-ea"/>
                <a:cs typeface="+mn-cs"/>
              </a:defRPr>
            </a:lvl5pPr>
            <a:lvl6pPr marL="0" indent="0" algn="l" defTabSz="914400">
              <a:lnSpc>
                <a:spcPct val="90000"/>
              </a:lnSpc>
              <a:spcBef>
                <a:spcPts val="598"/>
              </a:spcBef>
              <a:spcAft>
                <a:spcPts val="598"/>
              </a:spcAft>
              <a:buClr>
                <a:schemeClr val="accent1"/>
              </a:buClr>
              <a:buFont typeface="Arial"/>
              <a:buNone/>
              <a:defRPr sz="2000" b="0" cap="none">
                <a:solidFill>
                  <a:schemeClr val="tx1"/>
                </a:solidFill>
                <a:latin typeface="+mj-lt"/>
                <a:ea typeface="+mn-ea"/>
                <a:cs typeface="+mn-cs"/>
              </a:defRPr>
            </a:lvl6pPr>
            <a:lvl7pPr marL="361948" indent="-361948" algn="l" defTabSz="914400">
              <a:lnSpc>
                <a:spcPct val="90000"/>
              </a:lnSpc>
              <a:spcBef>
                <a:spcPts val="598"/>
              </a:spcBef>
              <a:spcAft>
                <a:spcPts val="598"/>
              </a:spcAft>
              <a:buClr>
                <a:schemeClr val="accent1"/>
              </a:buClr>
              <a:buFont typeface="+mj-lt"/>
              <a:buAutoNum type="arabicPeriod"/>
              <a:defRPr sz="2000">
                <a:solidFill>
                  <a:schemeClr val="tx1"/>
                </a:solidFill>
                <a:latin typeface="+mn-lt"/>
                <a:ea typeface="+mn-ea"/>
                <a:cs typeface="+mn-cs"/>
              </a:defRPr>
            </a:lvl7pPr>
            <a:lvl8pPr marL="361948" indent="-361948" algn="l" defTabSz="914400">
              <a:lnSpc>
                <a:spcPct val="90000"/>
              </a:lnSpc>
              <a:spcBef>
                <a:spcPts val="598"/>
              </a:spcBef>
              <a:spcAft>
                <a:spcPts val="598"/>
              </a:spcAft>
              <a:buClr>
                <a:schemeClr val="accent1"/>
              </a:buClr>
              <a:buFont typeface="+mj-lt"/>
              <a:buAutoNum type="alphaLcPeriod"/>
              <a:defRPr sz="2000">
                <a:solidFill>
                  <a:schemeClr val="tx1"/>
                </a:solidFill>
                <a:latin typeface="+mn-lt"/>
                <a:ea typeface="+mn-ea"/>
                <a:cs typeface="+mn-cs"/>
              </a:defRPr>
            </a:lvl8pPr>
            <a:lvl9pPr marL="0" indent="0" algn="l" defTabSz="914400">
              <a:lnSpc>
                <a:spcPct val="90000"/>
              </a:lnSpc>
              <a:spcBef>
                <a:spcPts val="598"/>
              </a:spcBef>
              <a:spcAft>
                <a:spcPts val="598"/>
              </a:spcAft>
              <a:buClr>
                <a:schemeClr val="accent1"/>
              </a:buClr>
              <a:buFont typeface="Arial"/>
              <a:buNone/>
              <a:defRPr sz="1600" i="1">
                <a:solidFill>
                  <a:schemeClr val="tx1"/>
                </a:solidFill>
                <a:latin typeface="+mn-lt"/>
                <a:ea typeface="+mn-ea"/>
                <a:cs typeface="+mn-cs"/>
              </a:defRPr>
            </a:lvl9pPr>
          </a:lstStyle>
          <a:p>
            <a:pPr>
              <a:defRPr/>
            </a:pPr>
            <a:r>
              <a:rPr lang="en-US"/>
              <a:t>Initial sizing was done based on historical data of existing </a:t>
            </a:r>
            <a:r>
              <a:rPr lang="en-US"/>
              <a:t>helicopter-like drones. The objective was to keep it simple for model validation purposes</a:t>
            </a:r>
            <a:endParaRPr lang="en-US"/>
          </a:p>
          <a:p>
            <a:pPr>
              <a:defRPr/>
            </a:pPr>
            <a:endParaRPr lang="en-US"/>
          </a:p>
          <a:p>
            <a:pPr>
              <a:defRPr/>
            </a:pPr>
            <a:endParaRPr lang="en-US"/>
          </a:p>
          <a:p>
            <a:pPr>
              <a:defRPr/>
            </a:pPr>
            <a:endParaRPr lang="en-US"/>
          </a:p>
          <a:p>
            <a:pPr>
              <a:defRPr/>
            </a:pPr>
            <a:endParaRPr/>
          </a:p>
        </p:txBody>
      </p:sp>
      <p:grpSp>
        <p:nvGrpSpPr>
          <p:cNvPr id="95142485" name="INSTRUCTION"/>
          <p:cNvGrpSpPr>
            <a:grpSpLocks noGrp="1" noMove="1" noResize="1" noRot="1" noUngrp="1"/>
          </p:cNvGrpSpPr>
          <p:nvPr/>
        </p:nvGrpSpPr>
        <p:grpSpPr bwMode="auto">
          <a:xfrm>
            <a:off x="-3786435" y="0"/>
            <a:ext cx="3693384" cy="5359347"/>
            <a:chOff x="-3786435" y="0"/>
            <a:chExt cx="3693384" cy="5359347"/>
          </a:xfrm>
        </p:grpSpPr>
        <p:sp>
          <p:nvSpPr>
            <p:cNvPr id="972684727" name="Rechthoek 273"/>
            <p:cNvSpPr>
              <a:spLocks noAdjustHandles="1" noChangeArrowheads="1" noChangeShapeType="1" noEditPoints="1" noGrp="1" noMove="1" noResize="1" noRot="1"/>
            </p:cNvSpPr>
            <p:nvPr userDrawn="1"/>
          </p:nvSpPr>
          <p:spPr bwMode="auto">
            <a:xfrm>
              <a:off x="-3786165" y="0"/>
              <a:ext cx="3593089" cy="4641336"/>
            </a:xfrm>
            <a:prstGeom prst="rect">
              <a:avLst/>
            </a:prstGeom>
            <a:solidFill>
              <a:srgbClr val="FFFFFF"/>
            </a:solidFill>
            <a:ln w="6350">
              <a:solidFill>
                <a:srgbClr val="ECECEC"/>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noAutofit/>
            </a:bodyPr>
            <a:lstStyle/>
            <a:p>
              <a:pPr algn="l">
                <a:lnSpc>
                  <a:spcPct val="90000"/>
                </a:lnSpc>
                <a:spcBef>
                  <a:spcPts val="598"/>
                </a:spcBef>
                <a:spcAft>
                  <a:spcPts val="598"/>
                </a:spcAft>
                <a:defRPr/>
              </a:pPr>
              <a:r>
                <a:rPr lang="en-GB" sz="1400" b="1" cap="all">
                  <a:solidFill>
                    <a:schemeClr val="accent1"/>
                  </a:solidFill>
                  <a:latin typeface="Calibri"/>
                  <a:cs typeface="Calibri"/>
                </a:rPr>
                <a:t>Choosing text levels</a:t>
              </a:r>
              <a:endParaRPr/>
            </a:p>
          </p:txBody>
        </p:sp>
        <p:sp>
          <p:nvSpPr>
            <p:cNvPr id="1900600080" name="Ovaal 274"/>
            <p:cNvSpPr>
              <a:spLocks noAdjustHandles="1" noChangeArrowheads="1" noChangeShapeType="1" noEditPoints="1" noGrp="1" noMove="1" noResize="1" noRot="1"/>
            </p:cNvSpPr>
            <p:nvPr userDrawn="1"/>
          </p:nvSpPr>
          <p:spPr bwMode="auto">
            <a:xfrm>
              <a:off x="-3604181" y="1837482"/>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1</a:t>
              </a:r>
              <a:endParaRPr/>
            </a:p>
          </p:txBody>
        </p:sp>
        <p:sp>
          <p:nvSpPr>
            <p:cNvPr id="274627995" name="Rechthoek 275"/>
            <p:cNvSpPr>
              <a:spLocks noAdjustHandles="1" noChangeArrowheads="1" noChangeShapeType="1" noEditPoints="1" noGrp="1" noMove="1" noResize="1" noRot="1"/>
            </p:cNvSpPr>
            <p:nvPr userDrawn="1"/>
          </p:nvSpPr>
          <p:spPr bwMode="auto">
            <a:xfrm>
              <a:off x="-3319413" y="1837482"/>
              <a:ext cx="2949218" cy="180000"/>
            </a:xfrm>
            <a:prstGeom prst="rect">
              <a:avLst/>
            </a:prstGeom>
            <a:noFill/>
            <a:ln w="25400" cap="flat" cmpd="sng" algn="ctr">
              <a:noFill/>
              <a:prstDash val="solid"/>
            </a:ln>
            <a:effectLst/>
          </p:spPr>
          <p:txBody>
            <a:bodyPr lIns="0" tIns="0" rIns="0" bIns="0" rtlCol="0" anchor="ctr"/>
            <a:lstStyle/>
            <a:p>
              <a:pPr marL="357186" marR="0" lvl="0" indent="-357186" defTabSz="914400">
                <a:lnSpc>
                  <a:spcPct val="100000"/>
                </a:lnSpc>
                <a:spcBef>
                  <a:spcPts val="598"/>
                </a:spcBef>
                <a:spcAft>
                  <a:spcPts val="598"/>
                </a:spcAft>
                <a:buClr>
                  <a:schemeClr val="accent1"/>
                </a:buClr>
                <a:buSzTx/>
                <a:buFont typeface="Calibri"/>
                <a:buChar char="•"/>
                <a:defRPr/>
              </a:pPr>
              <a:r>
                <a:rPr lang="en-GB" sz="1400" b="0" i="0" u="none" strike="noStrike" cap="none" spc="0">
                  <a:ln>
                    <a:noFill/>
                  </a:ln>
                  <a:solidFill>
                    <a:srgbClr val="000000"/>
                  </a:solidFill>
                  <a:latin typeface="Arial"/>
                  <a:cs typeface="Calibri"/>
                </a:rPr>
                <a:t>Bullet</a:t>
              </a:r>
              <a:endParaRPr/>
            </a:p>
          </p:txBody>
        </p:sp>
        <p:sp>
          <p:nvSpPr>
            <p:cNvPr id="1212850283" name="Ovaal 276"/>
            <p:cNvSpPr>
              <a:spLocks noAdjustHandles="1" noChangeArrowheads="1" noChangeShapeType="1" noEditPoints="1" noGrp="1" noMove="1" noResize="1" noRot="1"/>
            </p:cNvSpPr>
            <p:nvPr userDrawn="1"/>
          </p:nvSpPr>
          <p:spPr bwMode="auto">
            <a:xfrm>
              <a:off x="-3604181" y="2128766"/>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2</a:t>
              </a:r>
              <a:endParaRPr/>
            </a:p>
          </p:txBody>
        </p:sp>
        <p:sp>
          <p:nvSpPr>
            <p:cNvPr id="796184313" name="Rechthoek 277"/>
            <p:cNvSpPr>
              <a:spLocks noAdjustHandles="1" noChangeArrowheads="1" noChangeShapeType="1" noEditPoints="1" noGrp="1" noMove="1" noResize="1" noRot="1"/>
            </p:cNvSpPr>
            <p:nvPr userDrawn="1"/>
          </p:nvSpPr>
          <p:spPr bwMode="auto">
            <a:xfrm>
              <a:off x="-3604181" y="1196111"/>
              <a:ext cx="3229047" cy="459225"/>
            </a:xfrm>
            <a:prstGeom prst="rect">
              <a:avLst/>
            </a:prstGeom>
            <a:noFill/>
            <a:ln w="25400" cap="flat" cmpd="sng" algn="ctr">
              <a:noFill/>
              <a:prstDash val="solid"/>
            </a:ln>
            <a:effectLst/>
          </p:spPr>
          <p:txBody>
            <a:bodyPr lIns="0" tIns="0" rIns="0" bIns="0" rtlCol="0" anchor="t"/>
            <a:lstStyle/>
            <a:p>
              <a:pPr marL="0" marR="0" lvl="0" indent="0" defTabSz="914400">
                <a:lnSpc>
                  <a:spcPct val="90000"/>
                </a:lnSpc>
                <a:spcBef>
                  <a:spcPts val="598"/>
                </a:spcBef>
                <a:spcAft>
                  <a:spcPts val="598"/>
                </a:spcAft>
                <a:buClrTx/>
                <a:buSzTx/>
                <a:buFontTx/>
                <a:buNone/>
                <a:defRPr/>
              </a:pPr>
              <a:r>
                <a:rPr lang="en-GB" sz="1200" b="0" i="0" u="none" strike="noStrike" cap="none" spc="0">
                  <a:ln>
                    <a:noFill/>
                  </a:ln>
                  <a:solidFill>
                    <a:srgbClr val="000000"/>
                  </a:solidFill>
                  <a:latin typeface="Calibri"/>
                  <a:cs typeface="Calibri"/>
                </a:rPr>
                <a:t>Under the tab </a:t>
              </a:r>
              <a:r>
                <a:rPr lang="en-GB" sz="1200" b="1" i="0" u="none" strike="noStrike" cap="none" spc="0">
                  <a:ln>
                    <a:noFill/>
                  </a:ln>
                  <a:solidFill>
                    <a:srgbClr val="000000"/>
                  </a:solidFill>
                  <a:latin typeface="Calibri"/>
                  <a:cs typeface="Calibri"/>
                </a:rPr>
                <a:t>‘Home’</a:t>
              </a:r>
              <a:r>
                <a:rPr lang="en-GB" sz="1200" b="0" i="0" u="none" strike="noStrike" cap="none" spc="0">
                  <a:ln>
                    <a:noFill/>
                  </a:ln>
                  <a:solidFill>
                    <a:srgbClr val="000000"/>
                  </a:solidFill>
                  <a:latin typeface="Calibri"/>
                  <a:cs typeface="Calibri"/>
                </a:rPr>
                <a:t>, use the </a:t>
              </a:r>
              <a:r>
                <a:rPr lang="en-GB" sz="1200" b="1" i="0" u="none" strike="noStrike" cap="none" spc="0">
                  <a:ln>
                    <a:noFill/>
                  </a:ln>
                  <a:solidFill>
                    <a:srgbClr val="000000"/>
                  </a:solidFill>
                  <a:latin typeface="Calibri"/>
                  <a:cs typeface="Calibri"/>
                </a:rPr>
                <a:t>list level-buttons</a:t>
              </a:r>
              <a:r>
                <a:rPr lang="en-GB" sz="1200" b="0" i="0" u="none" strike="noStrike" cap="none" spc="0">
                  <a:ln>
                    <a:noFill/>
                  </a:ln>
                  <a:solidFill>
                    <a:srgbClr val="000000"/>
                  </a:solidFill>
                  <a:latin typeface="Calibri"/>
                  <a:cs typeface="Calibri"/>
                </a:rPr>
                <a:t> to choose a text level. </a:t>
              </a:r>
              <a:br>
                <a:rPr lang="en-GB" sz="1200" b="0" i="0" u="none" strike="noStrike" cap="none" spc="0">
                  <a:ln>
                    <a:noFill/>
                  </a:ln>
                  <a:solidFill>
                    <a:srgbClr val="000000"/>
                  </a:solidFill>
                  <a:latin typeface="Calibri"/>
                  <a:cs typeface="Calibri"/>
                </a:rPr>
              </a:br>
              <a:r>
                <a:rPr lang="en-GB" sz="1200" b="0" i="0" u="none" strike="noStrike" cap="none" spc="0">
                  <a:ln>
                    <a:noFill/>
                  </a:ln>
                  <a:solidFill>
                    <a:srgbClr val="000000"/>
                  </a:solidFill>
                  <a:latin typeface="Calibri"/>
                  <a:cs typeface="Calibri"/>
                </a:rPr>
                <a:t>Choose from:</a:t>
              </a:r>
              <a:endParaRPr/>
            </a:p>
          </p:txBody>
        </p:sp>
        <p:sp>
          <p:nvSpPr>
            <p:cNvPr id="2045457681" name="Rechthoek 278"/>
            <p:cNvSpPr>
              <a:spLocks noAdjustHandles="1" noChangeArrowheads="1" noChangeShapeType="1" noEditPoints="1" noGrp="1" noMove="1" noResize="1" noRot="1"/>
            </p:cNvSpPr>
            <p:nvPr userDrawn="1"/>
          </p:nvSpPr>
          <p:spPr bwMode="auto">
            <a:xfrm>
              <a:off x="-3319413" y="2128871"/>
              <a:ext cx="2949218" cy="180000"/>
            </a:xfrm>
            <a:prstGeom prst="rect">
              <a:avLst/>
            </a:prstGeom>
            <a:noFill/>
            <a:ln w="25400" cap="flat" cmpd="sng" algn="ctr">
              <a:noFill/>
              <a:prstDash val="solid"/>
            </a:ln>
            <a:effectLst/>
          </p:spPr>
          <p:txBody>
            <a:bodyPr lIns="0" tIns="0" rIns="0" bIns="0" rtlCol="0" anchor="ctr"/>
            <a:lstStyle/>
            <a:p>
              <a:pPr marL="715961" marR="0" lvl="0" indent="-358773" defTabSz="914400">
                <a:lnSpc>
                  <a:spcPct val="100000"/>
                </a:lnSpc>
                <a:spcBef>
                  <a:spcPts val="598"/>
                </a:spcBef>
                <a:spcAft>
                  <a:spcPts val="598"/>
                </a:spcAft>
                <a:buClr>
                  <a:schemeClr val="accent1"/>
                </a:buClr>
                <a:buSzTx/>
                <a:buFont typeface="Calibri"/>
                <a:buChar char="•"/>
                <a:defRPr/>
              </a:pPr>
              <a:r>
                <a:rPr lang="en-GB" sz="1400" b="0" i="0" u="none" strike="noStrike" cap="none" spc="0">
                  <a:ln>
                    <a:noFill/>
                  </a:ln>
                  <a:solidFill>
                    <a:srgbClr val="000000"/>
                  </a:solidFill>
                  <a:latin typeface="Arial"/>
                  <a:cs typeface="Calibri"/>
                </a:rPr>
                <a:t>Sub-bullet </a:t>
              </a:r>
              <a:endParaRPr/>
            </a:p>
          </p:txBody>
        </p:sp>
        <p:sp>
          <p:nvSpPr>
            <p:cNvPr id="1754692807" name="Ovaal 279"/>
            <p:cNvSpPr>
              <a:spLocks noAdjustHandles="1" noChangeArrowheads="1" noChangeShapeType="1" noEditPoints="1" noGrp="1" noMove="1" noResize="1" noRot="1"/>
            </p:cNvSpPr>
            <p:nvPr userDrawn="1"/>
          </p:nvSpPr>
          <p:spPr bwMode="auto">
            <a:xfrm>
              <a:off x="-3604181" y="2420050"/>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3</a:t>
              </a:r>
              <a:endParaRPr/>
            </a:p>
          </p:txBody>
        </p:sp>
        <p:sp>
          <p:nvSpPr>
            <p:cNvPr id="1288730601" name="Rechthoek 280"/>
            <p:cNvSpPr>
              <a:spLocks noAdjustHandles="1" noChangeArrowheads="1" noChangeShapeType="1" noEditPoints="1" noGrp="1" noMove="1" noResize="1" noRot="1"/>
            </p:cNvSpPr>
            <p:nvPr userDrawn="1"/>
          </p:nvSpPr>
          <p:spPr bwMode="auto">
            <a:xfrm>
              <a:off x="-3319413" y="2420262"/>
              <a:ext cx="2949218" cy="180000"/>
            </a:xfrm>
            <a:prstGeom prst="rect">
              <a:avLst/>
            </a:prstGeom>
            <a:noFill/>
            <a:ln w="25400" cap="flat" cmpd="sng" algn="ctr">
              <a:noFill/>
              <a:prstDash val="solid"/>
            </a:ln>
            <a:effectLst/>
          </p:spPr>
          <p:txBody>
            <a:bodyPr lIns="0" tIns="0" rIns="0" bIns="0" rtlCol="0" anchor="ctr"/>
            <a:lstStyle/>
            <a:p>
              <a:pPr marL="0" marR="0" lvl="0" indent="0" defTabSz="914400">
                <a:lnSpc>
                  <a:spcPct val="100000"/>
                </a:lnSpc>
                <a:spcBef>
                  <a:spcPts val="598"/>
                </a:spcBef>
                <a:spcAft>
                  <a:spcPts val="598"/>
                </a:spcAft>
                <a:buClr>
                  <a:schemeClr val="accent1"/>
                </a:buClr>
                <a:buSzTx/>
                <a:buFont typeface="Calibri"/>
                <a:buNone/>
                <a:defRPr/>
              </a:pPr>
              <a:r>
                <a:rPr lang="en-GB" sz="1400" b="0" i="0" u="none" strike="noStrike" cap="none" spc="0">
                  <a:ln>
                    <a:noFill/>
                  </a:ln>
                  <a:solidFill>
                    <a:srgbClr val="000000"/>
                  </a:solidFill>
                  <a:latin typeface="Arial"/>
                  <a:cs typeface="Calibri"/>
                </a:rPr>
                <a:t>Default text</a:t>
              </a:r>
              <a:endParaRPr/>
            </a:p>
          </p:txBody>
        </p:sp>
        <p:sp>
          <p:nvSpPr>
            <p:cNvPr id="503801301" name="Ovaal 281"/>
            <p:cNvSpPr>
              <a:spLocks noAdjustHandles="1" noChangeArrowheads="1" noChangeShapeType="1" noEditPoints="1" noGrp="1" noMove="1" noResize="1" noRot="1"/>
            </p:cNvSpPr>
            <p:nvPr userDrawn="1"/>
          </p:nvSpPr>
          <p:spPr bwMode="auto">
            <a:xfrm>
              <a:off x="-3604181" y="271133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4</a:t>
              </a:r>
              <a:endParaRPr/>
            </a:p>
          </p:txBody>
        </p:sp>
        <p:sp>
          <p:nvSpPr>
            <p:cNvPr id="1652346846" name="Rechthoek 282"/>
            <p:cNvSpPr>
              <a:spLocks noAdjustHandles="1" noChangeArrowheads="1" noChangeShapeType="1" noEditPoints="1" noGrp="1" noMove="1" noResize="1" noRot="1"/>
            </p:cNvSpPr>
            <p:nvPr userDrawn="1"/>
          </p:nvSpPr>
          <p:spPr bwMode="auto">
            <a:xfrm>
              <a:off x="-3319413" y="2711649"/>
              <a:ext cx="2949218" cy="180000"/>
            </a:xfrm>
            <a:prstGeom prst="rect">
              <a:avLst/>
            </a:prstGeom>
            <a:noFill/>
            <a:ln w="25400" cap="flat" cmpd="sng" algn="ctr">
              <a:noFill/>
              <a:prstDash val="solid"/>
            </a:ln>
            <a:effectLst/>
          </p:spPr>
          <p:txBody>
            <a:bodyPr lIns="0" tIns="0" rIns="0" bIns="0" rtlCol="0" anchor="ctr"/>
            <a:lstStyle/>
            <a:p>
              <a:pPr marL="0" marR="0" lvl="0" indent="0" defTabSz="914400">
                <a:lnSpc>
                  <a:spcPct val="100000"/>
                </a:lnSpc>
                <a:spcBef>
                  <a:spcPts val="598"/>
                </a:spcBef>
                <a:spcAft>
                  <a:spcPts val="598"/>
                </a:spcAft>
                <a:buClr>
                  <a:schemeClr val="accent1"/>
                </a:buClr>
                <a:buSzTx/>
                <a:buFont typeface="Calibri"/>
                <a:buNone/>
                <a:defRPr/>
              </a:pPr>
              <a:r>
                <a:rPr lang="en-GB" sz="2400" b="1" i="0" u="none" strike="noStrike" cap="none" spc="0">
                  <a:ln>
                    <a:noFill/>
                  </a:ln>
                  <a:solidFill>
                    <a:schemeClr val="tx1"/>
                  </a:solidFill>
                  <a:latin typeface="Arial"/>
                  <a:cs typeface="Calibri"/>
                </a:rPr>
                <a:t>Title/Quote</a:t>
              </a:r>
              <a:endParaRPr/>
            </a:p>
          </p:txBody>
        </p:sp>
        <p:sp>
          <p:nvSpPr>
            <p:cNvPr id="201323482" name="Ovaal 283"/>
            <p:cNvSpPr>
              <a:spLocks noAdjustHandles="1" noChangeArrowheads="1" noChangeShapeType="1" noEditPoints="1" noGrp="1" noMove="1" noResize="1" noRot="1"/>
            </p:cNvSpPr>
            <p:nvPr userDrawn="1"/>
          </p:nvSpPr>
          <p:spPr bwMode="auto">
            <a:xfrm>
              <a:off x="-3604181" y="3002618"/>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5</a:t>
              </a:r>
              <a:endParaRPr/>
            </a:p>
          </p:txBody>
        </p:sp>
        <p:sp>
          <p:nvSpPr>
            <p:cNvPr id="782937490" name="Rechthoek 284"/>
            <p:cNvSpPr>
              <a:spLocks noAdjustHandles="1" noChangeArrowheads="1" noChangeShapeType="1" noEditPoints="1" noGrp="1" noMove="1" noResize="1" noRot="1"/>
            </p:cNvSpPr>
            <p:nvPr userDrawn="1"/>
          </p:nvSpPr>
          <p:spPr bwMode="auto">
            <a:xfrm>
              <a:off x="-3319413" y="3003039"/>
              <a:ext cx="2949218" cy="180000"/>
            </a:xfrm>
            <a:prstGeom prst="rect">
              <a:avLst/>
            </a:prstGeom>
            <a:noFill/>
            <a:ln w="25400" cap="flat" cmpd="sng" algn="ctr">
              <a:noFill/>
              <a:prstDash val="solid"/>
            </a:ln>
            <a:effectLst/>
          </p:spPr>
          <p:txBody>
            <a:bodyPr lIns="0" tIns="0" rIns="0" bIns="0" rtlCol="0" anchor="ctr"/>
            <a:lstStyle/>
            <a:p>
              <a:pPr marL="0" marR="0" lvl="0" indent="0" defTabSz="914400">
                <a:lnSpc>
                  <a:spcPct val="100000"/>
                </a:lnSpc>
                <a:spcBef>
                  <a:spcPts val="598"/>
                </a:spcBef>
                <a:spcAft>
                  <a:spcPts val="598"/>
                </a:spcAft>
                <a:buClr>
                  <a:schemeClr val="accent1"/>
                </a:buClr>
                <a:buSzTx/>
                <a:buFont typeface="Calibri"/>
                <a:buNone/>
                <a:defRPr/>
              </a:pPr>
              <a:r>
                <a:rPr lang="en-GB" sz="1800" b="0" i="0" u="none" strike="noStrike" cap="none" spc="0">
                  <a:ln>
                    <a:noFill/>
                  </a:ln>
                  <a:solidFill>
                    <a:schemeClr val="accent1"/>
                  </a:solidFill>
                  <a:latin typeface="Arial"/>
                  <a:cs typeface="Calibri"/>
                </a:rPr>
                <a:t>Subtitle</a:t>
              </a:r>
              <a:endParaRPr/>
            </a:p>
          </p:txBody>
        </p:sp>
        <p:sp>
          <p:nvSpPr>
            <p:cNvPr id="220488112" name="Ovaal 285"/>
            <p:cNvSpPr>
              <a:spLocks noAdjustHandles="1" noChangeArrowheads="1" noChangeShapeType="1" noEditPoints="1" noGrp="1" noMove="1" noResize="1" noRot="1"/>
            </p:cNvSpPr>
            <p:nvPr userDrawn="1"/>
          </p:nvSpPr>
          <p:spPr bwMode="auto">
            <a:xfrm>
              <a:off x="-3604181" y="3293902"/>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6</a:t>
              </a:r>
              <a:endParaRPr/>
            </a:p>
          </p:txBody>
        </p:sp>
        <p:sp>
          <p:nvSpPr>
            <p:cNvPr id="1587158516" name="Rechthoek 286"/>
            <p:cNvSpPr>
              <a:spLocks noAdjustHandles="1" noChangeArrowheads="1" noChangeShapeType="1" noEditPoints="1" noGrp="1" noMove="1" noResize="1" noRot="1"/>
            </p:cNvSpPr>
            <p:nvPr userDrawn="1"/>
          </p:nvSpPr>
          <p:spPr bwMode="auto">
            <a:xfrm>
              <a:off x="-3319413" y="3585816"/>
              <a:ext cx="2949218" cy="180000"/>
            </a:xfrm>
            <a:prstGeom prst="rect">
              <a:avLst/>
            </a:prstGeom>
            <a:noFill/>
            <a:ln w="25400" cap="flat" cmpd="sng" algn="ctr">
              <a:noFill/>
              <a:prstDash val="solid"/>
            </a:ln>
            <a:effectLst/>
          </p:spPr>
          <p:txBody>
            <a:bodyPr lIns="0" tIns="0" rIns="0" bIns="0" rtlCol="0" anchor="ctr"/>
            <a:lstStyle/>
            <a:p>
              <a:pPr marL="357186" marR="0" lvl="0" indent="-357186" defTabSz="914400">
                <a:lnSpc>
                  <a:spcPct val="100000"/>
                </a:lnSpc>
                <a:spcBef>
                  <a:spcPts val="598"/>
                </a:spcBef>
                <a:spcAft>
                  <a:spcPts val="598"/>
                </a:spcAft>
                <a:buClr>
                  <a:schemeClr val="accent1"/>
                </a:buClr>
                <a:buSzTx/>
                <a:buFont typeface="+mj-lt"/>
                <a:buAutoNum type="arabicPeriod"/>
                <a:defRPr/>
              </a:pPr>
              <a:r>
                <a:rPr lang="en-GB" sz="1400" b="0" i="0" u="none" strike="noStrike" cap="none" spc="0">
                  <a:ln>
                    <a:noFill/>
                  </a:ln>
                  <a:solidFill>
                    <a:schemeClr val="tx1"/>
                  </a:solidFill>
                  <a:latin typeface="Arial"/>
                  <a:cs typeface="Calibri"/>
                </a:rPr>
                <a:t>Numerical bullet</a:t>
              </a:r>
              <a:endParaRPr/>
            </a:p>
          </p:txBody>
        </p:sp>
        <p:sp>
          <p:nvSpPr>
            <p:cNvPr id="271353623" name="Ovaal 287"/>
            <p:cNvSpPr>
              <a:spLocks noAdjustHandles="1" noChangeArrowheads="1" noChangeShapeType="1" noEditPoints="1" noGrp="1" noMove="1" noResize="1" noRot="1"/>
            </p:cNvSpPr>
            <p:nvPr userDrawn="1"/>
          </p:nvSpPr>
          <p:spPr bwMode="auto">
            <a:xfrm>
              <a:off x="-3604181" y="3585186"/>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7</a:t>
              </a:r>
              <a:endParaRPr/>
            </a:p>
          </p:txBody>
        </p:sp>
        <p:sp>
          <p:nvSpPr>
            <p:cNvPr id="974349817" name="Rechthoek 288"/>
            <p:cNvSpPr>
              <a:spLocks noAdjustHandles="1" noChangeArrowheads="1" noChangeShapeType="1" noEditPoints="1" noGrp="1" noMove="1" noResize="1" noRot="1"/>
            </p:cNvSpPr>
            <p:nvPr userDrawn="1"/>
          </p:nvSpPr>
          <p:spPr bwMode="auto">
            <a:xfrm>
              <a:off x="-3325829" y="3877205"/>
              <a:ext cx="2949218" cy="180000"/>
            </a:xfrm>
            <a:prstGeom prst="rect">
              <a:avLst/>
            </a:prstGeom>
            <a:noFill/>
            <a:ln w="25400" cap="flat" cmpd="sng" algn="ctr">
              <a:noFill/>
              <a:prstDash val="solid"/>
            </a:ln>
            <a:effectLst/>
          </p:spPr>
          <p:txBody>
            <a:bodyPr lIns="0" tIns="0" rIns="0" bIns="0" rtlCol="0" anchor="ctr"/>
            <a:lstStyle/>
            <a:p>
              <a:pPr marL="342900" marR="0" lvl="0" indent="-342900" defTabSz="914400">
                <a:lnSpc>
                  <a:spcPct val="100000"/>
                </a:lnSpc>
                <a:spcBef>
                  <a:spcPts val="598"/>
                </a:spcBef>
                <a:spcAft>
                  <a:spcPts val="598"/>
                </a:spcAft>
                <a:buClr>
                  <a:schemeClr val="accent1"/>
                </a:buClr>
                <a:buSzTx/>
                <a:buFont typeface="+mj-lt"/>
                <a:buAutoNum type="alphaLcPeriod"/>
                <a:defRPr/>
              </a:pPr>
              <a:r>
                <a:rPr lang="en-GB" sz="1400" b="0" i="0" u="none" strike="noStrike" cap="none" spc="0">
                  <a:ln>
                    <a:noFill/>
                  </a:ln>
                  <a:solidFill>
                    <a:schemeClr val="tx1"/>
                  </a:solidFill>
                  <a:latin typeface="Arial"/>
                  <a:cs typeface="Calibri"/>
                </a:rPr>
                <a:t>Alphabetical bullet</a:t>
              </a:r>
              <a:endParaRPr/>
            </a:p>
          </p:txBody>
        </p:sp>
        <p:sp>
          <p:nvSpPr>
            <p:cNvPr id="116296873" name="Ovaal 289"/>
            <p:cNvSpPr>
              <a:spLocks noAdjustHandles="1" noChangeArrowheads="1" noChangeShapeType="1" noEditPoints="1" noGrp="1" noMove="1" noResize="1" noRot="1"/>
            </p:cNvSpPr>
            <p:nvPr userDrawn="1"/>
          </p:nvSpPr>
          <p:spPr bwMode="auto">
            <a:xfrm>
              <a:off x="-3604181" y="3876471"/>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8</a:t>
              </a:r>
              <a:endParaRPr/>
            </a:p>
          </p:txBody>
        </p:sp>
        <p:sp>
          <p:nvSpPr>
            <p:cNvPr id="1070532733" name="Rechthoek 290"/>
            <p:cNvSpPr>
              <a:spLocks noAdjustHandles="1" noChangeArrowheads="1" noChangeShapeType="1" noEditPoints="1" noGrp="1" noMove="1" noResize="1" noRot="1"/>
            </p:cNvSpPr>
            <p:nvPr userDrawn="1"/>
          </p:nvSpPr>
          <p:spPr bwMode="auto">
            <a:xfrm>
              <a:off x="-3319413" y="4168593"/>
              <a:ext cx="2949218" cy="180000"/>
            </a:xfrm>
            <a:prstGeom prst="rect">
              <a:avLst/>
            </a:prstGeom>
            <a:noFill/>
            <a:ln w="25400" cap="flat" cmpd="sng" algn="ctr">
              <a:noFill/>
              <a:prstDash val="solid"/>
            </a:ln>
            <a:effectLst/>
          </p:spPr>
          <p:txBody>
            <a:bodyPr lIns="0" tIns="0" rIns="0" bIns="0" rtlCol="0" anchor="ctr"/>
            <a:lstStyle/>
            <a:p>
              <a:pPr marL="0" marR="0" lvl="0" indent="0" defTabSz="914400">
                <a:lnSpc>
                  <a:spcPct val="100000"/>
                </a:lnSpc>
                <a:spcBef>
                  <a:spcPts val="598"/>
                </a:spcBef>
                <a:spcAft>
                  <a:spcPts val="598"/>
                </a:spcAft>
                <a:buClr>
                  <a:schemeClr val="tx1"/>
                </a:buClr>
                <a:buSzTx/>
                <a:buFont typeface="Calibri"/>
                <a:buNone/>
                <a:defRPr/>
              </a:pPr>
              <a:r>
                <a:rPr lang="en-GB" sz="1200" b="0" i="1" u="none" strike="noStrike" cap="none" spc="0">
                  <a:ln>
                    <a:noFill/>
                  </a:ln>
                  <a:solidFill>
                    <a:srgbClr val="000000"/>
                  </a:solidFill>
                  <a:latin typeface="Arial"/>
                  <a:cs typeface="Calibri"/>
                </a:rPr>
                <a:t>Source</a:t>
              </a:r>
              <a:endParaRPr/>
            </a:p>
          </p:txBody>
        </p:sp>
        <p:sp>
          <p:nvSpPr>
            <p:cNvPr id="356597668" name="Ovaal 291"/>
            <p:cNvSpPr>
              <a:spLocks noAdjustHandles="1" noChangeArrowheads="1" noChangeShapeType="1" noEditPoints="1" noGrp="1" noMove="1" noResize="1" noRot="1"/>
            </p:cNvSpPr>
            <p:nvPr userDrawn="1"/>
          </p:nvSpPr>
          <p:spPr bwMode="auto">
            <a:xfrm>
              <a:off x="-3604181" y="4168593"/>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9</a:t>
              </a:r>
              <a:endParaRPr/>
            </a:p>
          </p:txBody>
        </p:sp>
        <p:sp>
          <p:nvSpPr>
            <p:cNvPr id="570172545" name="Rechthoek 292"/>
            <p:cNvSpPr>
              <a:spLocks noAdjustHandles="1" noChangeArrowheads="1" noChangeShapeType="1" noEditPoints="1" noGrp="1" noMove="1" noResize="1" noRot="1"/>
            </p:cNvSpPr>
            <p:nvPr userDrawn="1"/>
          </p:nvSpPr>
          <p:spPr bwMode="auto">
            <a:xfrm>
              <a:off x="-3319413" y="3294427"/>
              <a:ext cx="2949218" cy="180000"/>
            </a:xfrm>
            <a:prstGeom prst="rect">
              <a:avLst/>
            </a:prstGeom>
            <a:noFill/>
            <a:ln w="25400" cap="flat" cmpd="sng" algn="ctr">
              <a:noFill/>
              <a:prstDash val="solid"/>
            </a:ln>
            <a:effectLst/>
          </p:spPr>
          <p:txBody>
            <a:bodyPr lIns="0" tIns="0" rIns="0" bIns="0" rtlCol="0" anchor="ctr"/>
            <a:lstStyle/>
            <a:p>
              <a:pPr marL="0" marR="0" lvl="0" indent="0" defTabSz="914400">
                <a:lnSpc>
                  <a:spcPct val="100000"/>
                </a:lnSpc>
                <a:spcBef>
                  <a:spcPts val="598"/>
                </a:spcBef>
                <a:spcAft>
                  <a:spcPts val="598"/>
                </a:spcAft>
                <a:buClr>
                  <a:schemeClr val="accent1"/>
                </a:buClr>
                <a:buSzTx/>
                <a:buFont typeface="Calibri"/>
                <a:buNone/>
                <a:defRPr/>
              </a:pPr>
              <a:r>
                <a:rPr lang="en-GB" sz="1400" b="0" i="0" u="none" strike="noStrike" cap="none" spc="0">
                  <a:ln>
                    <a:noFill/>
                  </a:ln>
                  <a:solidFill>
                    <a:srgbClr val="000000"/>
                  </a:solidFill>
                  <a:latin typeface="Arial"/>
                  <a:cs typeface="Calibri"/>
                </a:rPr>
                <a:t>Default text</a:t>
              </a:r>
              <a:endParaRPr/>
            </a:p>
          </p:txBody>
        </p:sp>
        <p:sp>
          <p:nvSpPr>
            <p:cNvPr id="872893907" name="Rechthoek 293"/>
            <p:cNvSpPr>
              <a:spLocks noAdjustHandles="1" noChangeArrowheads="1" noChangeShapeType="1" noEditPoints="1" noGrp="1" noMove="1" noResize="1" noRot="1"/>
            </p:cNvSpPr>
            <p:nvPr userDrawn="1"/>
          </p:nvSpPr>
          <p:spPr bwMode="auto">
            <a:xfrm>
              <a:off x="-3786435" y="4531347"/>
              <a:ext cx="3593637" cy="828000"/>
            </a:xfrm>
            <a:prstGeom prst="rect">
              <a:avLst/>
            </a:prstGeom>
            <a:solidFill>
              <a:srgbClr val="ECECEC"/>
            </a:solidFill>
            <a:ln w="6350">
              <a:solidFill>
                <a:srgbClr val="ECECEC"/>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ctr" anchorCtr="0" forceAA="0" compatLnSpc="1">
              <a:prstTxWarp prst="textNoShape"/>
              <a:noAutofit/>
            </a:bodyPr>
            <a:lstStyle/>
            <a:p>
              <a:pPr algn="l">
                <a:lnSpc>
                  <a:spcPct val="90000"/>
                </a:lnSpc>
                <a:spcBef>
                  <a:spcPts val="598"/>
                </a:spcBef>
                <a:spcAft>
                  <a:spcPts val="598"/>
                </a:spcAft>
                <a:defRPr/>
              </a:pPr>
              <a:r>
                <a:rPr lang="en-GB" sz="1200" b="1" cap="all">
                  <a:solidFill>
                    <a:srgbClr val="211F26"/>
                  </a:solidFill>
                  <a:latin typeface="Calibri"/>
                  <a:cs typeface="Calibri"/>
                </a:rPr>
                <a:t>Want to know more?</a:t>
              </a:r>
              <a:br>
                <a:rPr lang="en-GB" sz="1200" b="1" cap="all">
                  <a:solidFill>
                    <a:srgbClr val="211F26"/>
                  </a:solidFill>
                  <a:latin typeface="Calibri"/>
                  <a:cs typeface="Calibri"/>
                </a:rPr>
              </a:br>
              <a:r>
                <a:rPr lang="en-GB" sz="1200" cap="none">
                  <a:solidFill>
                    <a:srgbClr val="211F26"/>
                  </a:solidFill>
                  <a:latin typeface="Calibri"/>
                  <a:cs typeface="Calibri"/>
                </a:rPr>
                <a:t>Go to the </a:t>
              </a:r>
              <a:r>
                <a:rPr lang="en-GB" sz="1200" cap="none">
                  <a:solidFill>
                    <a:srgbClr val="211F26"/>
                  </a:solidFill>
                  <a:latin typeface="Calibri"/>
                  <a:ea typeface="Arial"/>
                  <a:cs typeface="Calibri"/>
                </a:rPr>
                <a:t>tab</a:t>
              </a:r>
              <a:r>
                <a:rPr lang="en-GB" sz="1200" b="1" cap="all">
                  <a:solidFill>
                    <a:srgbClr val="211F26"/>
                  </a:solidFill>
                  <a:latin typeface="Calibri"/>
                  <a:cs typeface="Calibri"/>
                </a:rPr>
                <a:t> 'SLIDEBUILDER’ </a:t>
              </a:r>
              <a:r>
                <a:rPr lang="en-GB" sz="1200" cap="none">
                  <a:solidFill>
                    <a:srgbClr val="211F26"/>
                  </a:solidFill>
                  <a:latin typeface="Calibri"/>
                  <a:ea typeface="Arial"/>
                  <a:cs typeface="Calibri"/>
                </a:rPr>
                <a:t>and click</a:t>
              </a:r>
              <a:br>
                <a:rPr lang="en-GB" sz="1200" cap="none">
                  <a:solidFill>
                    <a:srgbClr val="211F26"/>
                  </a:solidFill>
                  <a:latin typeface="Calibri"/>
                  <a:ea typeface="Arial"/>
                  <a:cs typeface="Calibri"/>
                </a:rPr>
              </a:br>
              <a:r>
                <a:rPr lang="en-GB" sz="1200" cap="none">
                  <a:solidFill>
                    <a:srgbClr val="211F26"/>
                  </a:solidFill>
                  <a:latin typeface="Calibri"/>
                  <a:ea typeface="Arial"/>
                  <a:cs typeface="Calibri"/>
                </a:rPr>
                <a:t>on the button </a:t>
              </a:r>
              <a:r>
                <a:rPr lang="en-GB" sz="1200" b="1" cap="all">
                  <a:solidFill>
                    <a:srgbClr val="211F26"/>
                  </a:solidFill>
                  <a:latin typeface="Calibri"/>
                  <a:cs typeface="Calibri"/>
                </a:rPr>
                <a:t>‘Inspiration'</a:t>
              </a:r>
              <a:endParaRPr/>
            </a:p>
          </p:txBody>
        </p:sp>
        <p:grpSp>
          <p:nvGrpSpPr>
            <p:cNvPr id="74876207" name="ICOON_info"/>
            <p:cNvGrpSpPr>
              <a:grpSpLocks noGrp="1" noMove="1" noResize="1" noRot="1" noUngrp="1"/>
            </p:cNvGrpSpPr>
            <p:nvPr userDrawn="1"/>
          </p:nvGrpSpPr>
          <p:grpSpPr bwMode="auto">
            <a:xfrm>
              <a:off x="-376733" y="4400184"/>
              <a:ext cx="283683" cy="283683"/>
              <a:chOff x="-510741" y="5913711"/>
              <a:chExt cx="267553" cy="267553"/>
            </a:xfrm>
          </p:grpSpPr>
          <p:sp>
            <p:nvSpPr>
              <p:cNvPr id="2141404258" name="Ovaal 342"/>
              <p:cNvSpPr>
                <a:spLocks noAdjustHandles="1" noChangeArrowheads="1" noChangeShapeType="1" noEditPoints="1" noGrp="1" noMove="1" noResize="1" noRot="1"/>
              </p:cNvSpPr>
              <p:nvPr userDrawn="1"/>
            </p:nvSpPr>
            <p:spPr bwMode="auto">
              <a:xfrm>
                <a:off x="-491851" y="5932071"/>
                <a:ext cx="230833" cy="230833"/>
              </a:xfrm>
              <a:prstGeom prst="ellipse">
                <a:avLst/>
              </a:prstGeom>
              <a:solidFill>
                <a:srgbClr val="211F2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noAutofit/>
              </a:bodyPr>
              <a:lstStyle/>
              <a:p>
                <a:pPr algn="ctr">
                  <a:lnSpc>
                    <a:spcPct val="90000"/>
                  </a:lnSpc>
                  <a:spcBef>
                    <a:spcPts val="598"/>
                  </a:spcBef>
                  <a:spcAft>
                    <a:spcPts val="598"/>
                  </a:spcAft>
                  <a:defRPr/>
                </a:pPr>
                <a:endParaRPr lang="en-GB" sz="1600" cap="all">
                  <a:latin typeface="Calibri"/>
                  <a:cs typeface="Calibri"/>
                </a:endParaRPr>
              </a:p>
            </p:txBody>
          </p:sp>
          <p:sp>
            <p:nvSpPr>
              <p:cNvPr id="2083288045" name="Graphic 163" descr="Informatie"/>
              <p:cNvSpPr>
                <a:spLocks noAdjustHandles="1" noChangeArrowheads="1" noChangeShapeType="1" noEditPoints="1" noGrp="1" noMove="1" noResize="1" noRot="1"/>
              </p:cNvSpPr>
              <p:nvPr/>
            </p:nvSpPr>
            <p:spPr bwMode="auto">
              <a:xfrm>
                <a:off x="-510741" y="5913711"/>
                <a:ext cx="267553" cy="267553"/>
              </a:xfrm>
              <a:custGeom>
                <a:avLst/>
                <a:gdLst>
                  <a:gd name="connsiteX0" fmla="*/ 145860 w 291719"/>
                  <a:gd name="connsiteY0" fmla="*/ 0 h 291719"/>
                  <a:gd name="connsiteX1" fmla="*/ 0 w 291719"/>
                  <a:gd name="connsiteY1" fmla="*/ 145860 h 291719"/>
                  <a:gd name="connsiteX2" fmla="*/ 145860 w 291719"/>
                  <a:gd name="connsiteY2" fmla="*/ 291720 h 291719"/>
                  <a:gd name="connsiteX3" fmla="*/ 291720 w 291719"/>
                  <a:gd name="connsiteY3" fmla="*/ 145860 h 291719"/>
                  <a:gd name="connsiteX4" fmla="*/ 145860 w 291719"/>
                  <a:gd name="connsiteY4" fmla="*/ 0 h 291719"/>
                  <a:gd name="connsiteX5" fmla="*/ 138183 w 291719"/>
                  <a:gd name="connsiteY5" fmla="*/ 38384 h 291719"/>
                  <a:gd name="connsiteX6" fmla="*/ 157375 w 291719"/>
                  <a:gd name="connsiteY6" fmla="*/ 57576 h 291719"/>
                  <a:gd name="connsiteX7" fmla="*/ 138183 w 291719"/>
                  <a:gd name="connsiteY7" fmla="*/ 76768 h 291719"/>
                  <a:gd name="connsiteX8" fmla="*/ 118991 w 291719"/>
                  <a:gd name="connsiteY8" fmla="*/ 57576 h 291719"/>
                  <a:gd name="connsiteX9" fmla="*/ 138183 w 291719"/>
                  <a:gd name="connsiteY9" fmla="*/ 38384 h 291719"/>
                  <a:gd name="connsiteX10" fmla="*/ 184244 w 291719"/>
                  <a:gd name="connsiteY10" fmla="*/ 253336 h 291719"/>
                  <a:gd name="connsiteX11" fmla="*/ 107476 w 291719"/>
                  <a:gd name="connsiteY11" fmla="*/ 253336 h 291719"/>
                  <a:gd name="connsiteX12" fmla="*/ 107476 w 291719"/>
                  <a:gd name="connsiteY12" fmla="*/ 230305 h 291719"/>
                  <a:gd name="connsiteX13" fmla="*/ 134345 w 291719"/>
                  <a:gd name="connsiteY13" fmla="*/ 230305 h 291719"/>
                  <a:gd name="connsiteX14" fmla="*/ 134345 w 291719"/>
                  <a:gd name="connsiteY14" fmla="*/ 115153 h 291719"/>
                  <a:gd name="connsiteX15" fmla="*/ 111314 w 291719"/>
                  <a:gd name="connsiteY15" fmla="*/ 115153 h 291719"/>
                  <a:gd name="connsiteX16" fmla="*/ 111314 w 291719"/>
                  <a:gd name="connsiteY16" fmla="*/ 92122 h 291719"/>
                  <a:gd name="connsiteX17" fmla="*/ 157375 w 291719"/>
                  <a:gd name="connsiteY17" fmla="*/ 92122 h 291719"/>
                  <a:gd name="connsiteX18" fmla="*/ 157375 w 291719"/>
                  <a:gd name="connsiteY18" fmla="*/ 115153 h 291719"/>
                  <a:gd name="connsiteX19" fmla="*/ 157375 w 291719"/>
                  <a:gd name="connsiteY19" fmla="*/ 230305 h 291719"/>
                  <a:gd name="connsiteX20" fmla="*/ 184244 w 291719"/>
                  <a:gd name="connsiteY20" fmla="*/ 230305 h 291719"/>
                  <a:gd name="connsiteX21" fmla="*/ 184244 w 291719"/>
                  <a:gd name="connsiteY21" fmla="*/ 253336 h 291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1719" h="291719" fill="norm" stroke="1" extrusionOk="0">
                    <a:moveTo>
                      <a:pt x="145860" y="0"/>
                    </a:moveTo>
                    <a:cubicBezTo>
                      <a:pt x="65253" y="0"/>
                      <a:pt x="0" y="65253"/>
                      <a:pt x="0" y="145860"/>
                    </a:cubicBezTo>
                    <a:cubicBezTo>
                      <a:pt x="0" y="226467"/>
                      <a:pt x="65253" y="291720"/>
                      <a:pt x="145860" y="291720"/>
                    </a:cubicBezTo>
                    <a:cubicBezTo>
                      <a:pt x="226467" y="291720"/>
                      <a:pt x="291720" y="226467"/>
                      <a:pt x="291720" y="145860"/>
                    </a:cubicBezTo>
                    <a:cubicBezTo>
                      <a:pt x="291720" y="65253"/>
                      <a:pt x="226467" y="0"/>
                      <a:pt x="145860" y="0"/>
                    </a:cubicBezTo>
                    <a:close/>
                    <a:moveTo>
                      <a:pt x="138183" y="38384"/>
                    </a:moveTo>
                    <a:cubicBezTo>
                      <a:pt x="148931" y="38384"/>
                      <a:pt x="157375" y="46829"/>
                      <a:pt x="157375" y="57576"/>
                    </a:cubicBezTo>
                    <a:cubicBezTo>
                      <a:pt x="157375" y="68324"/>
                      <a:pt x="148931" y="76768"/>
                      <a:pt x="138183" y="76768"/>
                    </a:cubicBezTo>
                    <a:cubicBezTo>
                      <a:pt x="127435" y="76768"/>
                      <a:pt x="118991" y="68324"/>
                      <a:pt x="118991" y="57576"/>
                    </a:cubicBezTo>
                    <a:cubicBezTo>
                      <a:pt x="118991" y="46829"/>
                      <a:pt x="127435" y="38384"/>
                      <a:pt x="138183" y="38384"/>
                    </a:cubicBezTo>
                    <a:close/>
                    <a:moveTo>
                      <a:pt x="184244" y="253336"/>
                    </a:moveTo>
                    <a:lnTo>
                      <a:pt x="107476" y="253336"/>
                    </a:lnTo>
                    <a:lnTo>
                      <a:pt x="107476" y="230305"/>
                    </a:lnTo>
                    <a:lnTo>
                      <a:pt x="134345" y="230305"/>
                    </a:lnTo>
                    <a:lnTo>
                      <a:pt x="134345" y="115153"/>
                    </a:lnTo>
                    <a:lnTo>
                      <a:pt x="111314" y="115153"/>
                    </a:lnTo>
                    <a:lnTo>
                      <a:pt x="111314" y="92122"/>
                    </a:lnTo>
                    <a:lnTo>
                      <a:pt x="157375" y="92122"/>
                    </a:lnTo>
                    <a:lnTo>
                      <a:pt x="157375" y="115153"/>
                    </a:lnTo>
                    <a:lnTo>
                      <a:pt x="157375" y="230305"/>
                    </a:lnTo>
                    <a:lnTo>
                      <a:pt x="184244" y="230305"/>
                    </a:lnTo>
                    <a:lnTo>
                      <a:pt x="184244" y="253336"/>
                    </a:lnTo>
                    <a:close/>
                  </a:path>
                </a:pathLst>
              </a:custGeom>
              <a:solidFill>
                <a:srgbClr val="1FF524"/>
              </a:solidFill>
              <a:ln w="3770" cap="flat">
                <a:noFill/>
                <a:prstDash val="solid"/>
                <a:miter/>
              </a:ln>
            </p:spPr>
            <p:txBody>
              <a:bodyPr rtlCol="0" anchor="ctr"/>
              <a:lstStyle/>
              <a:p>
                <a:pPr>
                  <a:defRPr/>
                </a:pPr>
                <a:endParaRPr lang="en-GB" sz="2000">
                  <a:solidFill>
                    <a:srgbClr val="211F26"/>
                  </a:solidFill>
                  <a:latin typeface="Calibri"/>
                  <a:cs typeface="Calibri"/>
                </a:endParaRPr>
              </a:p>
            </p:txBody>
          </p:sp>
        </p:grpSp>
        <p:grpSp>
          <p:nvGrpSpPr>
            <p:cNvPr id="1718188709" name="VOORBEELD"/>
            <p:cNvGrpSpPr>
              <a:grpSpLocks noGrp="1" noMove="1" noResize="1" noRot="1" noUngrp="1"/>
            </p:cNvGrpSpPr>
            <p:nvPr userDrawn="1"/>
          </p:nvGrpSpPr>
          <p:grpSpPr bwMode="auto">
            <a:xfrm>
              <a:off x="-3605171" y="458672"/>
              <a:ext cx="3234309" cy="558873"/>
              <a:chOff x="-3605171" y="458672"/>
              <a:chExt cx="3234309" cy="558873"/>
            </a:xfrm>
          </p:grpSpPr>
          <p:sp>
            <p:nvSpPr>
              <p:cNvPr id="853236125" name="Rechthoek 302"/>
              <p:cNvSpPr>
                <a:spLocks noAdjustHandles="1" noChangeArrowheads="1" noChangeShapeType="1" noEditPoints="1" noGrp="1" noMove="1" noResize="1" noRot="1"/>
              </p:cNvSpPr>
              <p:nvPr userDrawn="1"/>
            </p:nvSpPr>
            <p:spPr bwMode="auto">
              <a:xfrm>
                <a:off x="-3604181" y="458672"/>
                <a:ext cx="393457" cy="184056"/>
              </a:xfrm>
              <a:prstGeom prst="rect">
                <a:avLst/>
              </a:prstGeom>
              <a:solidFill>
                <a:srgbClr val="F8F8F8"/>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18000" rIns="0" bIns="0" numCol="1" spcCol="0" rtlCol="0" fromWordArt="0" anchor="t" anchorCtr="0" forceAA="0" compatLnSpc="1">
                <a:prstTxWarp prst="textNoShape"/>
                <a:noAutofit/>
              </a:bodyPr>
              <a:lstStyle/>
              <a:p>
                <a:pPr algn="ctr">
                  <a:defRPr/>
                </a:pPr>
                <a:r>
                  <a:rPr lang="en-GB" sz="900" b="1">
                    <a:solidFill>
                      <a:srgbClr val="211F26"/>
                    </a:solidFill>
                    <a:latin typeface="Calibri"/>
                    <a:cs typeface="Calibri"/>
                  </a:rPr>
                  <a:t>Home</a:t>
                </a:r>
                <a:endParaRPr/>
              </a:p>
            </p:txBody>
          </p:sp>
          <p:sp>
            <p:nvSpPr>
              <p:cNvPr id="1158501706" name="Rechthoek 303"/>
              <p:cNvSpPr>
                <a:spLocks noAdjustHandles="1" noChangeArrowheads="1" noChangeShapeType="1" noEditPoints="1" noGrp="1" noMove="1" noResize="1" noRot="1"/>
              </p:cNvSpPr>
              <p:nvPr userDrawn="1"/>
            </p:nvSpPr>
            <p:spPr bwMode="auto">
              <a:xfrm>
                <a:off x="-3599182" y="621343"/>
                <a:ext cx="383780" cy="27171"/>
              </a:xfrm>
              <a:prstGeom prst="rect">
                <a:avLst/>
              </a:prstGeom>
              <a:solidFill>
                <a:srgbClr val="B7462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noAutofit/>
              </a:bodyPr>
              <a:lstStyle/>
              <a:p>
                <a:pPr algn="l">
                  <a:defRPr/>
                </a:pPr>
                <a:endParaRPr lang="en-GB" sz="1000" b="1">
                  <a:solidFill>
                    <a:srgbClr val="211F26"/>
                  </a:solidFill>
                  <a:latin typeface="Calibri"/>
                  <a:cs typeface="Calibri"/>
                </a:endParaRPr>
              </a:p>
            </p:txBody>
          </p:sp>
          <p:grpSp>
            <p:nvGrpSpPr>
              <p:cNvPr id="1283806255" name="Groep 304"/>
              <p:cNvGrpSpPr>
                <a:grpSpLocks noGrp="1" noMove="1" noResize="1" noRot="1" noUngrp="1"/>
              </p:cNvGrpSpPr>
              <p:nvPr userDrawn="1"/>
            </p:nvGrpSpPr>
            <p:grpSpPr bwMode="auto">
              <a:xfrm>
                <a:off x="-3386246" y="830871"/>
                <a:ext cx="139421" cy="109566"/>
                <a:chOff x="-2866743" y="827068"/>
                <a:chExt cx="168699" cy="132573"/>
              </a:xfrm>
            </p:grpSpPr>
            <p:grpSp>
              <p:nvGrpSpPr>
                <p:cNvPr id="1746553817" name="Groep 335"/>
                <p:cNvGrpSpPr>
                  <a:grpSpLocks noGrp="1" noMove="1" noResize="1" noRot="1" noUngrp="1"/>
                </p:cNvGrpSpPr>
                <p:nvPr userDrawn="1"/>
              </p:nvGrpSpPr>
              <p:grpSpPr bwMode="auto">
                <a:xfrm>
                  <a:off x="-2866743" y="827068"/>
                  <a:ext cx="168699" cy="132573"/>
                  <a:chOff x="-2866743" y="827068"/>
                  <a:chExt cx="168699" cy="132573"/>
                </a:xfrm>
              </p:grpSpPr>
              <p:cxnSp>
                <p:nvCxnSpPr>
                  <p:cNvPr id="55230124" name="Rechte verbindingslijn 337"/>
                  <p:cNvCxnSpPr>
                    <a:cxnSpLocks noAdjustHandles="1" noChangeArrowheads="1" noChangeShapeType="1" noEditPoints="1" noGrp="1" noMove="1" noResize="1" noRot="1"/>
                  </p:cNvCxnSpPr>
                  <p:nvPr userDrawn="1"/>
                </p:nvCxnSpPr>
                <p:spPr bwMode="auto">
                  <a:xfrm>
                    <a:off x="-2866743" y="827068"/>
                    <a:ext cx="168699" cy="0"/>
                  </a:xfrm>
                  <a:prstGeom prst="line">
                    <a:avLst/>
                  </a:prstGeom>
                  <a:solidFill>
                    <a:schemeClr val="bg1"/>
                  </a:solidFill>
                  <a:ln w="12700" cap="flat" cmpd="sng" algn="ctr">
                    <a:solidFill>
                      <a:srgbClr val="9D9FA1"/>
                    </a:solidFill>
                    <a:prstDash val="solid"/>
                  </a:ln>
                  <a:effectLst/>
                </p:spPr>
              </p:cxnSp>
              <p:cxnSp>
                <p:nvCxnSpPr>
                  <p:cNvPr id="1143582366" name="Rechte verbindingslijn 338"/>
                  <p:cNvCxnSpPr>
                    <a:cxnSpLocks noAdjustHandles="1" noChangeArrowheads="1" noChangeShapeType="1" noEditPoints="1" noGrp="1" noMove="1" noResize="1" noRot="1"/>
                  </p:cNvCxnSpPr>
                  <p:nvPr userDrawn="1"/>
                </p:nvCxnSpPr>
                <p:spPr bwMode="auto">
                  <a:xfrm>
                    <a:off x="-2866743" y="959644"/>
                    <a:ext cx="168699" cy="0"/>
                  </a:xfrm>
                  <a:prstGeom prst="line">
                    <a:avLst/>
                  </a:prstGeom>
                  <a:solidFill>
                    <a:schemeClr val="bg1"/>
                  </a:solidFill>
                  <a:ln w="12700" cap="flat" cmpd="sng" algn="ctr">
                    <a:solidFill>
                      <a:srgbClr val="9D9FA1"/>
                    </a:solidFill>
                    <a:prstDash val="solid"/>
                  </a:ln>
                  <a:effectLst/>
                </p:spPr>
              </p:cxnSp>
              <p:cxnSp>
                <p:nvCxnSpPr>
                  <p:cNvPr id="1031883832" name="Rechte verbindingslijn 339"/>
                  <p:cNvCxnSpPr>
                    <a:cxnSpLocks noAdjustHandles="1" noChangeArrowheads="1" noChangeShapeType="1" noEditPoints="1" noGrp="1" noMove="1" noResize="1" noRot="1"/>
                  </p:cNvCxnSpPr>
                  <p:nvPr userDrawn="1"/>
                </p:nvCxnSpPr>
                <p:spPr bwMode="auto">
                  <a:xfrm>
                    <a:off x="-2773989" y="926501"/>
                    <a:ext cx="75945" cy="0"/>
                  </a:xfrm>
                  <a:prstGeom prst="line">
                    <a:avLst/>
                  </a:prstGeom>
                  <a:solidFill>
                    <a:schemeClr val="bg1"/>
                  </a:solidFill>
                  <a:ln w="12700" cap="flat" cmpd="sng" algn="ctr">
                    <a:solidFill>
                      <a:srgbClr val="9D9FA1"/>
                    </a:solidFill>
                    <a:prstDash val="solid"/>
                  </a:ln>
                  <a:effectLst/>
                </p:spPr>
              </p:cxnSp>
              <p:cxnSp>
                <p:nvCxnSpPr>
                  <p:cNvPr id="1954192515" name="Rechte verbindingslijn 340"/>
                  <p:cNvCxnSpPr>
                    <a:cxnSpLocks noAdjustHandles="1" noChangeArrowheads="1" noChangeShapeType="1" noEditPoints="1" noGrp="1" noMove="1" noResize="1" noRot="1"/>
                  </p:cNvCxnSpPr>
                  <p:nvPr userDrawn="1"/>
                </p:nvCxnSpPr>
                <p:spPr bwMode="auto">
                  <a:xfrm>
                    <a:off x="-2773989" y="893358"/>
                    <a:ext cx="75945" cy="0"/>
                  </a:xfrm>
                  <a:prstGeom prst="line">
                    <a:avLst/>
                  </a:prstGeom>
                  <a:solidFill>
                    <a:schemeClr val="bg1"/>
                  </a:solidFill>
                  <a:ln w="12700" cap="flat" cmpd="sng" algn="ctr">
                    <a:solidFill>
                      <a:srgbClr val="9D9FA1"/>
                    </a:solidFill>
                    <a:prstDash val="solid"/>
                  </a:ln>
                  <a:effectLst/>
                </p:spPr>
              </p:cxnSp>
              <p:cxnSp>
                <p:nvCxnSpPr>
                  <p:cNvPr id="459505166" name="Rechte verbindingslijn 341"/>
                  <p:cNvCxnSpPr>
                    <a:cxnSpLocks noAdjustHandles="1" noChangeArrowheads="1" noChangeShapeType="1" noEditPoints="1" noGrp="1" noMove="1" noResize="1" noRot="1"/>
                  </p:cNvCxnSpPr>
                  <p:nvPr userDrawn="1"/>
                </p:nvCxnSpPr>
                <p:spPr bwMode="auto">
                  <a:xfrm>
                    <a:off x="-2773989" y="860213"/>
                    <a:ext cx="75945" cy="0"/>
                  </a:xfrm>
                  <a:prstGeom prst="line">
                    <a:avLst/>
                  </a:prstGeom>
                  <a:solidFill>
                    <a:schemeClr val="bg1"/>
                  </a:solidFill>
                  <a:ln w="12700" cap="flat" cmpd="sng" algn="ctr">
                    <a:solidFill>
                      <a:srgbClr val="9D9FA1"/>
                    </a:solidFill>
                    <a:prstDash val="solid"/>
                  </a:ln>
                  <a:effectLst/>
                </p:spPr>
              </p:cxnSp>
            </p:grpSp>
            <p:sp>
              <p:nvSpPr>
                <p:cNvPr id="710827698" name="Pijl: rechts 336"/>
                <p:cNvSpPr>
                  <a:spLocks noAdjustHandles="1" noChangeArrowheads="1" noChangeShapeType="1" noEditPoints="1" noGrp="1" noMove="1" noResize="1" noRot="1"/>
                </p:cNvSpPr>
                <p:nvPr userDrawn="1"/>
              </p:nvSpPr>
              <p:spPr bwMode="auto">
                <a:xfrm>
                  <a:off x="-2866743" y="858735"/>
                  <a:ext cx="70674" cy="67900"/>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noAutofit/>
                </a:bodyPr>
                <a:lstStyle/>
                <a:p>
                  <a:pPr algn="l">
                    <a:defRPr/>
                  </a:pPr>
                  <a:endParaRPr lang="en-GB" sz="1000" b="1">
                    <a:solidFill>
                      <a:srgbClr val="211F26"/>
                    </a:solidFill>
                    <a:latin typeface="Calibri"/>
                    <a:cs typeface="Calibri"/>
                  </a:endParaRPr>
                </a:p>
              </p:txBody>
            </p:sp>
          </p:grpSp>
          <p:grpSp>
            <p:nvGrpSpPr>
              <p:cNvPr id="180534569" name="Groep 305"/>
              <p:cNvGrpSpPr>
                <a:grpSpLocks noGrp="1" noMove="1" noResize="1" noRot="1" noUngrp="1"/>
              </p:cNvGrpSpPr>
              <p:nvPr userDrawn="1"/>
            </p:nvGrpSpPr>
            <p:grpSpPr bwMode="auto">
              <a:xfrm>
                <a:off x="-3605171" y="830871"/>
                <a:ext cx="139421" cy="109566"/>
                <a:chOff x="-2866743" y="518072"/>
                <a:chExt cx="168699" cy="132573"/>
              </a:xfrm>
            </p:grpSpPr>
            <p:grpSp>
              <p:nvGrpSpPr>
                <p:cNvPr id="1833443521" name="Groep 328"/>
                <p:cNvGrpSpPr>
                  <a:grpSpLocks noGrp="1" noMove="1" noResize="1" noRot="1" noUngrp="1"/>
                </p:cNvGrpSpPr>
                <p:nvPr userDrawn="1"/>
              </p:nvGrpSpPr>
              <p:grpSpPr bwMode="auto">
                <a:xfrm>
                  <a:off x="-2866743" y="518072"/>
                  <a:ext cx="168699" cy="132573"/>
                  <a:chOff x="-2866743" y="518072"/>
                  <a:chExt cx="168699" cy="132573"/>
                </a:xfrm>
              </p:grpSpPr>
              <p:cxnSp>
                <p:nvCxnSpPr>
                  <p:cNvPr id="1021521486" name="Rechte verbindingslijn 330"/>
                  <p:cNvCxnSpPr>
                    <a:cxnSpLocks noAdjustHandles="1" noChangeArrowheads="1" noChangeShapeType="1" noEditPoints="1" noGrp="1" noMove="1" noResize="1" noRot="1"/>
                  </p:cNvCxnSpPr>
                  <p:nvPr userDrawn="1"/>
                </p:nvCxnSpPr>
                <p:spPr bwMode="auto">
                  <a:xfrm>
                    <a:off x="-2866743" y="518072"/>
                    <a:ext cx="168699" cy="0"/>
                  </a:xfrm>
                  <a:prstGeom prst="line">
                    <a:avLst/>
                  </a:prstGeom>
                  <a:solidFill>
                    <a:schemeClr val="bg1"/>
                  </a:solidFill>
                  <a:ln w="12700" cap="flat" cmpd="sng" algn="ctr">
                    <a:solidFill>
                      <a:srgbClr val="9D9FA1"/>
                    </a:solidFill>
                    <a:prstDash val="solid"/>
                  </a:ln>
                  <a:effectLst/>
                </p:spPr>
              </p:cxnSp>
              <p:cxnSp>
                <p:nvCxnSpPr>
                  <p:cNvPr id="1582827645" name="Rechte verbindingslijn 331"/>
                  <p:cNvCxnSpPr>
                    <a:cxnSpLocks noAdjustHandles="1" noChangeArrowheads="1" noChangeShapeType="1" noEditPoints="1" noGrp="1" noMove="1" noResize="1" noRot="1"/>
                  </p:cNvCxnSpPr>
                  <p:nvPr userDrawn="1"/>
                </p:nvCxnSpPr>
                <p:spPr bwMode="auto">
                  <a:xfrm>
                    <a:off x="-2866743" y="650647"/>
                    <a:ext cx="168699" cy="0"/>
                  </a:xfrm>
                  <a:prstGeom prst="line">
                    <a:avLst/>
                  </a:prstGeom>
                  <a:solidFill>
                    <a:schemeClr val="bg1"/>
                  </a:solidFill>
                  <a:ln w="12700" cap="flat" cmpd="sng" algn="ctr">
                    <a:solidFill>
                      <a:srgbClr val="9D9FA1"/>
                    </a:solidFill>
                    <a:prstDash val="solid"/>
                  </a:ln>
                  <a:effectLst/>
                </p:spPr>
              </p:cxnSp>
              <p:cxnSp>
                <p:nvCxnSpPr>
                  <p:cNvPr id="2126768616" name="Rechte verbindingslijn 332"/>
                  <p:cNvCxnSpPr>
                    <a:cxnSpLocks noAdjustHandles="1" noChangeArrowheads="1" noChangeShapeType="1" noEditPoints="1" noGrp="1" noMove="1" noResize="1" noRot="1"/>
                  </p:cNvCxnSpPr>
                  <p:nvPr userDrawn="1"/>
                </p:nvCxnSpPr>
                <p:spPr bwMode="auto">
                  <a:xfrm>
                    <a:off x="-2773989" y="617504"/>
                    <a:ext cx="75945" cy="0"/>
                  </a:xfrm>
                  <a:prstGeom prst="line">
                    <a:avLst/>
                  </a:prstGeom>
                  <a:solidFill>
                    <a:schemeClr val="bg1"/>
                  </a:solidFill>
                  <a:ln w="12700" cap="flat" cmpd="sng" algn="ctr">
                    <a:solidFill>
                      <a:srgbClr val="9D9FA1"/>
                    </a:solidFill>
                    <a:prstDash val="solid"/>
                  </a:ln>
                  <a:effectLst/>
                </p:spPr>
              </p:cxnSp>
              <p:cxnSp>
                <p:nvCxnSpPr>
                  <p:cNvPr id="143169142" name="Rechte verbindingslijn 333"/>
                  <p:cNvCxnSpPr>
                    <a:cxnSpLocks noAdjustHandles="1" noChangeArrowheads="1" noChangeShapeType="1" noEditPoints="1" noGrp="1" noMove="1" noResize="1" noRot="1"/>
                  </p:cNvCxnSpPr>
                  <p:nvPr userDrawn="1"/>
                </p:nvCxnSpPr>
                <p:spPr bwMode="auto">
                  <a:xfrm>
                    <a:off x="-2773989" y="584361"/>
                    <a:ext cx="75945" cy="0"/>
                  </a:xfrm>
                  <a:prstGeom prst="line">
                    <a:avLst/>
                  </a:prstGeom>
                  <a:solidFill>
                    <a:schemeClr val="bg1"/>
                  </a:solidFill>
                  <a:ln w="12700" cap="flat" cmpd="sng" algn="ctr">
                    <a:solidFill>
                      <a:srgbClr val="9D9FA1"/>
                    </a:solidFill>
                    <a:prstDash val="solid"/>
                  </a:ln>
                  <a:effectLst/>
                </p:spPr>
              </p:cxnSp>
              <p:cxnSp>
                <p:nvCxnSpPr>
                  <p:cNvPr id="608459296" name="Rechte verbindingslijn 334"/>
                  <p:cNvCxnSpPr>
                    <a:cxnSpLocks noAdjustHandles="1" noChangeArrowheads="1" noChangeShapeType="1" noEditPoints="1" noGrp="1" noMove="1" noResize="1" noRot="1"/>
                  </p:cNvCxnSpPr>
                  <p:nvPr userDrawn="1"/>
                </p:nvCxnSpPr>
                <p:spPr bwMode="auto">
                  <a:xfrm>
                    <a:off x="-2773989" y="551216"/>
                    <a:ext cx="75945" cy="0"/>
                  </a:xfrm>
                  <a:prstGeom prst="line">
                    <a:avLst/>
                  </a:prstGeom>
                  <a:solidFill>
                    <a:schemeClr val="bg1"/>
                  </a:solidFill>
                  <a:ln w="12700" cap="flat" cmpd="sng" algn="ctr">
                    <a:solidFill>
                      <a:srgbClr val="9D9FA1"/>
                    </a:solidFill>
                    <a:prstDash val="solid"/>
                  </a:ln>
                  <a:effectLst/>
                </p:spPr>
              </p:cxnSp>
            </p:grpSp>
            <p:sp>
              <p:nvSpPr>
                <p:cNvPr id="1383347968" name="Pijl: rechts 329"/>
                <p:cNvSpPr>
                  <a:spLocks noAdjustHandles="1" noChangeArrowheads="1" noChangeShapeType="1" noEditPoints="1" noGrp="1" noMove="1" noResize="1" noRot="1"/>
                </p:cNvSpPr>
                <p:nvPr userDrawn="1"/>
              </p:nvSpPr>
              <p:spPr bwMode="auto">
                <a:xfrm flipH="1">
                  <a:off x="-2866743" y="549738"/>
                  <a:ext cx="70674" cy="67900"/>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noAutofit/>
                </a:bodyPr>
                <a:lstStyle/>
                <a:p>
                  <a:pPr algn="l">
                    <a:defRPr/>
                  </a:pPr>
                  <a:endParaRPr lang="en-GB" sz="1000" b="1">
                    <a:solidFill>
                      <a:srgbClr val="211F26"/>
                    </a:solidFill>
                    <a:latin typeface="Calibri"/>
                    <a:cs typeface="Calibri"/>
                  </a:endParaRPr>
                </a:p>
              </p:txBody>
            </p:sp>
          </p:grpSp>
          <p:cxnSp>
            <p:nvCxnSpPr>
              <p:cNvPr id="2003710845" name="Rechte verbindingslijn 306"/>
              <p:cNvCxnSpPr>
                <a:cxnSpLocks noAdjustHandles="1" noChangeArrowheads="1" noChangeShapeType="1" noEditPoints="1" noGrp="1" noMove="1" noResize="1" noRot="1"/>
              </p:cNvCxnSpPr>
              <p:nvPr userDrawn="1"/>
            </p:nvCxnSpPr>
            <p:spPr bwMode="auto">
              <a:xfrm flipV="1">
                <a:off x="-3459956" y="588168"/>
                <a:ext cx="547686" cy="219074"/>
              </a:xfrm>
              <a:prstGeom prst="line">
                <a:avLst/>
              </a:prstGeom>
              <a:noFill/>
              <a:ln w="19050" cap="rnd" cmpd="sng" algn="ctr">
                <a:solidFill>
                  <a:schemeClr val="accent1"/>
                </a:solidFill>
                <a:prstDash val="solid"/>
                <a:headEnd type="oval"/>
              </a:ln>
              <a:effectLst/>
            </p:spPr>
          </p:cxnSp>
          <p:cxnSp>
            <p:nvCxnSpPr>
              <p:cNvPr id="1407596385" name="Rechte verbindingslijn 307"/>
              <p:cNvCxnSpPr>
                <a:cxnSpLocks noAdjustHandles="1" noChangeArrowheads="1" noChangeShapeType="1" noEditPoints="1" noGrp="1" noMove="1" noResize="1" noRot="1"/>
              </p:cNvCxnSpPr>
              <p:nvPr userDrawn="1"/>
            </p:nvCxnSpPr>
            <p:spPr bwMode="auto">
              <a:xfrm>
                <a:off x="-3224211" y="828675"/>
                <a:ext cx="319086" cy="0"/>
              </a:xfrm>
              <a:prstGeom prst="line">
                <a:avLst/>
              </a:prstGeom>
              <a:noFill/>
              <a:ln w="19050" cap="rnd" cmpd="sng" algn="ctr">
                <a:solidFill>
                  <a:schemeClr val="accent1"/>
                </a:solidFill>
                <a:prstDash val="solid"/>
                <a:headEnd type="oval"/>
              </a:ln>
              <a:effectLst/>
            </p:spPr>
          </p:cxnSp>
          <p:sp>
            <p:nvSpPr>
              <p:cNvPr id="2086509239" name="Rechthoek 308"/>
              <p:cNvSpPr>
                <a:spLocks noAdjustHandles="1" noChangeArrowheads="1" noChangeShapeType="1" noEditPoints="1" noGrp="1" noMove="1" noResize="1" noRot="1"/>
              </p:cNvSpPr>
              <p:nvPr userDrawn="1"/>
            </p:nvSpPr>
            <p:spPr bwMode="auto">
              <a:xfrm>
                <a:off x="-2559902" y="512177"/>
                <a:ext cx="2189040" cy="151083"/>
              </a:xfrm>
              <a:prstGeom prst="rect">
                <a:avLst/>
              </a:prstGeom>
              <a:noFill/>
              <a:ln w="25400" cap="flat" cmpd="sng" algn="ctr">
                <a:noFill/>
                <a:prstDash val="solid"/>
              </a:ln>
              <a:effectLst/>
            </p:spPr>
            <p:txBody>
              <a:bodyPr lIns="0" tIns="0" rIns="0" bIns="0" rtlCol="0" anchor="ctr"/>
              <a:lstStyle/>
              <a:p>
                <a:pPr marL="0" marR="0" lvl="0" indent="0" defTabSz="914400">
                  <a:lnSpc>
                    <a:spcPct val="90000"/>
                  </a:lnSpc>
                  <a:spcBef>
                    <a:spcPts val="598"/>
                  </a:spcBef>
                  <a:spcAft>
                    <a:spcPts val="598"/>
                  </a:spcAft>
                  <a:buClrTx/>
                  <a:buSzTx/>
                  <a:buFontTx/>
                  <a:buNone/>
                  <a:defRPr/>
                </a:pPr>
                <a:r>
                  <a:rPr lang="en-GB" sz="1100" b="0" i="0" u="none" strike="noStrike" cap="none" spc="0">
                    <a:ln>
                      <a:noFill/>
                    </a:ln>
                    <a:solidFill>
                      <a:schemeClr val="tx1"/>
                    </a:solidFill>
                    <a:latin typeface="Calibri"/>
                    <a:cs typeface="Calibri"/>
                  </a:rPr>
                  <a:t>Text level down</a:t>
                </a:r>
                <a:endParaRPr/>
              </a:p>
            </p:txBody>
          </p:sp>
          <p:sp>
            <p:nvSpPr>
              <p:cNvPr id="21164388" name="Rechthoek 309"/>
              <p:cNvSpPr>
                <a:spLocks noAdjustHandles="1" noChangeArrowheads="1" noChangeShapeType="1" noEditPoints="1" noGrp="1" noMove="1" noResize="1" noRot="1"/>
              </p:cNvSpPr>
              <p:nvPr userDrawn="1"/>
            </p:nvSpPr>
            <p:spPr bwMode="auto">
              <a:xfrm>
                <a:off x="-2559902" y="819559"/>
                <a:ext cx="2189043" cy="142200"/>
              </a:xfrm>
              <a:prstGeom prst="rect">
                <a:avLst/>
              </a:prstGeom>
              <a:noFill/>
              <a:ln w="25400" cap="flat" cmpd="sng" algn="ctr">
                <a:noFill/>
                <a:prstDash val="solid"/>
              </a:ln>
              <a:effectLst/>
            </p:spPr>
            <p:txBody>
              <a:bodyPr lIns="0" tIns="0" rIns="0" bIns="0" rtlCol="0" anchor="ctr"/>
              <a:lstStyle/>
              <a:p>
                <a:pPr marL="0" marR="0" lvl="0" indent="0" defTabSz="914400">
                  <a:lnSpc>
                    <a:spcPct val="90000"/>
                  </a:lnSpc>
                  <a:spcBef>
                    <a:spcPts val="598"/>
                  </a:spcBef>
                  <a:spcAft>
                    <a:spcPts val="598"/>
                  </a:spcAft>
                  <a:buClrTx/>
                  <a:buSzTx/>
                  <a:buFontTx/>
                  <a:buNone/>
                  <a:defRPr/>
                </a:pPr>
                <a:r>
                  <a:rPr lang="en-GB" sz="1100" b="0" i="0" u="none" strike="noStrike" cap="none" spc="0">
                    <a:ln>
                      <a:noFill/>
                    </a:ln>
                    <a:solidFill>
                      <a:schemeClr val="tx1"/>
                    </a:solidFill>
                    <a:latin typeface="Calibri"/>
                    <a:cs typeface="Calibri"/>
                  </a:rPr>
                  <a:t>Text level up</a:t>
                </a:r>
                <a:endParaRPr/>
              </a:p>
            </p:txBody>
          </p:sp>
          <p:grpSp>
            <p:nvGrpSpPr>
              <p:cNvPr id="1472740771" name="Groep 310"/>
              <p:cNvGrpSpPr>
                <a:grpSpLocks noGrp="1" noMove="1" noResize="1" noRot="1" noUngrp="1"/>
              </p:cNvGrpSpPr>
              <p:nvPr userDrawn="1"/>
            </p:nvGrpSpPr>
            <p:grpSpPr bwMode="auto">
              <a:xfrm>
                <a:off x="-2916761" y="769167"/>
                <a:ext cx="268736" cy="248379"/>
                <a:chOff x="-2916761" y="769167"/>
                <a:chExt cx="268736" cy="248379"/>
              </a:xfrm>
            </p:grpSpPr>
            <p:sp>
              <p:nvSpPr>
                <p:cNvPr id="1907300502" name="Rechthoek 320"/>
                <p:cNvSpPr>
                  <a:spLocks noAdjustHandles="1" noChangeArrowheads="1" noChangeShapeType="1" noEditPoints="1" noGrp="1" noMove="1" noResize="1" noRot="1"/>
                </p:cNvSpPr>
                <p:nvPr userDrawn="1"/>
              </p:nvSpPr>
              <p:spPr bwMode="auto">
                <a:xfrm>
                  <a:off x="-2916761" y="769167"/>
                  <a:ext cx="268736" cy="248379"/>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noAutofit/>
                </a:bodyPr>
                <a:lstStyle/>
                <a:p>
                  <a:pPr algn="ctr">
                    <a:defRPr/>
                  </a:pPr>
                  <a:endParaRPr lang="en-GB" sz="1050" b="0">
                    <a:solidFill>
                      <a:srgbClr val="211F26"/>
                    </a:solidFill>
                    <a:latin typeface="Calibri"/>
                    <a:cs typeface="Calibri"/>
                  </a:endParaRPr>
                </a:p>
              </p:txBody>
            </p:sp>
            <p:grpSp>
              <p:nvGrpSpPr>
                <p:cNvPr id="912253352" name="Groep 321"/>
                <p:cNvGrpSpPr>
                  <a:grpSpLocks noGrp="1" noMove="1" noResize="1" noRot="1" noUngrp="1"/>
                </p:cNvGrpSpPr>
                <p:nvPr userDrawn="1"/>
              </p:nvGrpSpPr>
              <p:grpSpPr bwMode="auto">
                <a:xfrm>
                  <a:off x="-2866743" y="827068"/>
                  <a:ext cx="168699" cy="132573"/>
                  <a:chOff x="-2866743" y="827068"/>
                  <a:chExt cx="168699" cy="132573"/>
                </a:xfrm>
              </p:grpSpPr>
              <p:cxnSp>
                <p:nvCxnSpPr>
                  <p:cNvPr id="1358723312" name="Rechte verbindingslijn 323"/>
                  <p:cNvCxnSpPr>
                    <a:cxnSpLocks noAdjustHandles="1" noChangeArrowheads="1" noChangeShapeType="1" noEditPoints="1" noGrp="1" noMove="1" noResize="1" noRot="1"/>
                  </p:cNvCxnSpPr>
                  <p:nvPr userDrawn="1"/>
                </p:nvCxnSpPr>
                <p:spPr bwMode="auto">
                  <a:xfrm>
                    <a:off x="-2866743" y="827068"/>
                    <a:ext cx="168699" cy="0"/>
                  </a:xfrm>
                  <a:prstGeom prst="line">
                    <a:avLst/>
                  </a:prstGeom>
                  <a:solidFill>
                    <a:schemeClr val="bg1"/>
                  </a:solidFill>
                  <a:ln w="12700" cap="flat" cmpd="sng" algn="ctr">
                    <a:solidFill>
                      <a:srgbClr val="9D9FA1"/>
                    </a:solidFill>
                    <a:prstDash val="solid"/>
                  </a:ln>
                  <a:effectLst/>
                </p:spPr>
              </p:cxnSp>
              <p:cxnSp>
                <p:nvCxnSpPr>
                  <p:cNvPr id="1727447818" name="Rechte verbindingslijn 324"/>
                  <p:cNvCxnSpPr>
                    <a:cxnSpLocks noAdjustHandles="1" noChangeArrowheads="1" noChangeShapeType="1" noEditPoints="1" noGrp="1" noMove="1" noResize="1" noRot="1"/>
                  </p:cNvCxnSpPr>
                  <p:nvPr userDrawn="1"/>
                </p:nvCxnSpPr>
                <p:spPr bwMode="auto">
                  <a:xfrm>
                    <a:off x="-2866743" y="959644"/>
                    <a:ext cx="168699" cy="0"/>
                  </a:xfrm>
                  <a:prstGeom prst="line">
                    <a:avLst/>
                  </a:prstGeom>
                  <a:solidFill>
                    <a:schemeClr val="bg1"/>
                  </a:solidFill>
                  <a:ln w="12700" cap="flat" cmpd="sng" algn="ctr">
                    <a:solidFill>
                      <a:srgbClr val="9D9FA1"/>
                    </a:solidFill>
                    <a:prstDash val="solid"/>
                  </a:ln>
                  <a:effectLst/>
                </p:spPr>
              </p:cxnSp>
              <p:cxnSp>
                <p:nvCxnSpPr>
                  <p:cNvPr id="1211445394" name="Rechte verbindingslijn 325"/>
                  <p:cNvCxnSpPr>
                    <a:cxnSpLocks noAdjustHandles="1" noChangeArrowheads="1" noChangeShapeType="1" noEditPoints="1" noGrp="1" noMove="1" noResize="1" noRot="1"/>
                  </p:cNvCxnSpPr>
                  <p:nvPr userDrawn="1"/>
                </p:nvCxnSpPr>
                <p:spPr bwMode="auto">
                  <a:xfrm>
                    <a:off x="-2773989" y="926501"/>
                    <a:ext cx="75945" cy="0"/>
                  </a:xfrm>
                  <a:prstGeom prst="line">
                    <a:avLst/>
                  </a:prstGeom>
                  <a:solidFill>
                    <a:schemeClr val="bg1"/>
                  </a:solidFill>
                  <a:ln w="12700" cap="flat" cmpd="sng" algn="ctr">
                    <a:solidFill>
                      <a:srgbClr val="9D9FA1"/>
                    </a:solidFill>
                    <a:prstDash val="solid"/>
                  </a:ln>
                  <a:effectLst/>
                </p:spPr>
              </p:cxnSp>
              <p:cxnSp>
                <p:nvCxnSpPr>
                  <p:cNvPr id="1124659739" name="Rechte verbindingslijn 326"/>
                  <p:cNvCxnSpPr>
                    <a:cxnSpLocks noAdjustHandles="1" noChangeArrowheads="1" noChangeShapeType="1" noEditPoints="1" noGrp="1" noMove="1" noResize="1" noRot="1"/>
                  </p:cNvCxnSpPr>
                  <p:nvPr userDrawn="1"/>
                </p:nvCxnSpPr>
                <p:spPr bwMode="auto">
                  <a:xfrm>
                    <a:off x="-2773989" y="893358"/>
                    <a:ext cx="75945" cy="0"/>
                  </a:xfrm>
                  <a:prstGeom prst="line">
                    <a:avLst/>
                  </a:prstGeom>
                  <a:solidFill>
                    <a:schemeClr val="bg1"/>
                  </a:solidFill>
                  <a:ln w="12700" cap="flat" cmpd="sng" algn="ctr">
                    <a:solidFill>
                      <a:srgbClr val="9D9FA1"/>
                    </a:solidFill>
                    <a:prstDash val="solid"/>
                  </a:ln>
                  <a:effectLst/>
                </p:spPr>
              </p:cxnSp>
              <p:cxnSp>
                <p:nvCxnSpPr>
                  <p:cNvPr id="1820822719" name="Rechte verbindingslijn 327"/>
                  <p:cNvCxnSpPr>
                    <a:cxnSpLocks noAdjustHandles="1" noChangeArrowheads="1" noChangeShapeType="1" noEditPoints="1" noGrp="1" noMove="1" noResize="1" noRot="1"/>
                  </p:cNvCxnSpPr>
                  <p:nvPr userDrawn="1"/>
                </p:nvCxnSpPr>
                <p:spPr bwMode="auto">
                  <a:xfrm>
                    <a:off x="-2773989" y="860213"/>
                    <a:ext cx="75945" cy="0"/>
                  </a:xfrm>
                  <a:prstGeom prst="line">
                    <a:avLst/>
                  </a:prstGeom>
                  <a:solidFill>
                    <a:schemeClr val="bg1"/>
                  </a:solidFill>
                  <a:ln w="12700" cap="flat" cmpd="sng" algn="ctr">
                    <a:solidFill>
                      <a:srgbClr val="9D9FA1"/>
                    </a:solidFill>
                    <a:prstDash val="solid"/>
                  </a:ln>
                  <a:effectLst/>
                </p:spPr>
              </p:cxnSp>
            </p:grpSp>
            <p:sp>
              <p:nvSpPr>
                <p:cNvPr id="1777191915" name="Pijl: rechts 322"/>
                <p:cNvSpPr>
                  <a:spLocks noAdjustHandles="1" noChangeArrowheads="1" noChangeShapeType="1" noEditPoints="1" noGrp="1" noMove="1" noResize="1" noRot="1"/>
                </p:cNvSpPr>
                <p:nvPr userDrawn="1"/>
              </p:nvSpPr>
              <p:spPr bwMode="auto">
                <a:xfrm>
                  <a:off x="-2866743" y="858735"/>
                  <a:ext cx="70674" cy="67900"/>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noAutofit/>
                </a:bodyPr>
                <a:lstStyle/>
                <a:p>
                  <a:pPr algn="l">
                    <a:defRPr/>
                  </a:pPr>
                  <a:endParaRPr lang="en-GB" sz="1000" b="1">
                    <a:solidFill>
                      <a:srgbClr val="211F26"/>
                    </a:solidFill>
                    <a:latin typeface="Calibri"/>
                    <a:cs typeface="Calibri"/>
                  </a:endParaRPr>
                </a:p>
              </p:txBody>
            </p:sp>
          </p:grpSp>
          <p:grpSp>
            <p:nvGrpSpPr>
              <p:cNvPr id="1868984145" name="Groep 311"/>
              <p:cNvGrpSpPr>
                <a:grpSpLocks noGrp="1" noMove="1" noResize="1" noRot="1" noUngrp="1"/>
              </p:cNvGrpSpPr>
              <p:nvPr userDrawn="1"/>
            </p:nvGrpSpPr>
            <p:grpSpPr bwMode="auto">
              <a:xfrm>
                <a:off x="-2916761" y="460170"/>
                <a:ext cx="268736" cy="248379"/>
                <a:chOff x="-2916761" y="460170"/>
                <a:chExt cx="268736" cy="248379"/>
              </a:xfrm>
            </p:grpSpPr>
            <p:sp>
              <p:nvSpPr>
                <p:cNvPr id="2050003124" name="Rechthoek 312"/>
                <p:cNvSpPr>
                  <a:spLocks noAdjustHandles="1" noChangeArrowheads="1" noChangeShapeType="1" noEditPoints="1" noGrp="1" noMove="1" noResize="1" noRot="1"/>
                </p:cNvSpPr>
                <p:nvPr userDrawn="1"/>
              </p:nvSpPr>
              <p:spPr bwMode="auto">
                <a:xfrm>
                  <a:off x="-2916761" y="460170"/>
                  <a:ext cx="268736" cy="248379"/>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noAutofit/>
                </a:bodyPr>
                <a:lstStyle/>
                <a:p>
                  <a:pPr algn="ctr">
                    <a:defRPr/>
                  </a:pPr>
                  <a:endParaRPr lang="en-GB" sz="1050" b="0">
                    <a:solidFill>
                      <a:srgbClr val="211F26"/>
                    </a:solidFill>
                    <a:latin typeface="Calibri"/>
                    <a:cs typeface="Calibri"/>
                  </a:endParaRPr>
                </a:p>
              </p:txBody>
            </p:sp>
            <p:grpSp>
              <p:nvGrpSpPr>
                <p:cNvPr id="850544769" name="Groep 313"/>
                <p:cNvGrpSpPr>
                  <a:grpSpLocks noGrp="1" noMove="1" noResize="1" noRot="1" noUngrp="1"/>
                </p:cNvGrpSpPr>
                <p:nvPr userDrawn="1"/>
              </p:nvGrpSpPr>
              <p:grpSpPr bwMode="auto">
                <a:xfrm>
                  <a:off x="-2866743" y="518072"/>
                  <a:ext cx="168699" cy="132573"/>
                  <a:chOff x="-2866743" y="518072"/>
                  <a:chExt cx="168699" cy="132573"/>
                </a:xfrm>
              </p:grpSpPr>
              <p:cxnSp>
                <p:nvCxnSpPr>
                  <p:cNvPr id="1575047005" name="Rechte verbindingslijn 315"/>
                  <p:cNvCxnSpPr>
                    <a:cxnSpLocks noAdjustHandles="1" noChangeArrowheads="1" noChangeShapeType="1" noEditPoints="1" noGrp="1" noMove="1" noResize="1" noRot="1"/>
                  </p:cNvCxnSpPr>
                  <p:nvPr userDrawn="1"/>
                </p:nvCxnSpPr>
                <p:spPr bwMode="auto">
                  <a:xfrm>
                    <a:off x="-2866743" y="518072"/>
                    <a:ext cx="168699" cy="0"/>
                  </a:xfrm>
                  <a:prstGeom prst="line">
                    <a:avLst/>
                  </a:prstGeom>
                  <a:solidFill>
                    <a:schemeClr val="bg1"/>
                  </a:solidFill>
                  <a:ln w="12700" cap="flat" cmpd="sng" algn="ctr">
                    <a:solidFill>
                      <a:srgbClr val="9D9FA1"/>
                    </a:solidFill>
                    <a:prstDash val="solid"/>
                  </a:ln>
                  <a:effectLst/>
                </p:spPr>
              </p:cxnSp>
              <p:cxnSp>
                <p:nvCxnSpPr>
                  <p:cNvPr id="370154029" name="Rechte verbindingslijn 316"/>
                  <p:cNvCxnSpPr>
                    <a:cxnSpLocks noAdjustHandles="1" noChangeArrowheads="1" noChangeShapeType="1" noEditPoints="1" noGrp="1" noMove="1" noResize="1" noRot="1"/>
                  </p:cNvCxnSpPr>
                  <p:nvPr userDrawn="1"/>
                </p:nvCxnSpPr>
                <p:spPr bwMode="auto">
                  <a:xfrm>
                    <a:off x="-2866743" y="650647"/>
                    <a:ext cx="168699" cy="0"/>
                  </a:xfrm>
                  <a:prstGeom prst="line">
                    <a:avLst/>
                  </a:prstGeom>
                  <a:solidFill>
                    <a:schemeClr val="bg1"/>
                  </a:solidFill>
                  <a:ln w="12700" cap="flat" cmpd="sng" algn="ctr">
                    <a:solidFill>
                      <a:srgbClr val="9D9FA1"/>
                    </a:solidFill>
                    <a:prstDash val="solid"/>
                  </a:ln>
                  <a:effectLst/>
                </p:spPr>
              </p:cxnSp>
              <p:cxnSp>
                <p:nvCxnSpPr>
                  <p:cNvPr id="1038283039" name="Rechte verbindingslijn 317"/>
                  <p:cNvCxnSpPr>
                    <a:cxnSpLocks noAdjustHandles="1" noChangeArrowheads="1" noChangeShapeType="1" noEditPoints="1" noGrp="1" noMove="1" noResize="1" noRot="1"/>
                  </p:cNvCxnSpPr>
                  <p:nvPr userDrawn="1"/>
                </p:nvCxnSpPr>
                <p:spPr bwMode="auto">
                  <a:xfrm>
                    <a:off x="-2773989" y="617504"/>
                    <a:ext cx="75945" cy="0"/>
                  </a:xfrm>
                  <a:prstGeom prst="line">
                    <a:avLst/>
                  </a:prstGeom>
                  <a:solidFill>
                    <a:schemeClr val="bg1"/>
                  </a:solidFill>
                  <a:ln w="12700" cap="flat" cmpd="sng" algn="ctr">
                    <a:solidFill>
                      <a:srgbClr val="9D9FA1"/>
                    </a:solidFill>
                    <a:prstDash val="solid"/>
                  </a:ln>
                  <a:effectLst/>
                </p:spPr>
              </p:cxnSp>
              <p:cxnSp>
                <p:nvCxnSpPr>
                  <p:cNvPr id="390195482" name="Rechte verbindingslijn 318"/>
                  <p:cNvCxnSpPr>
                    <a:cxnSpLocks noAdjustHandles="1" noChangeArrowheads="1" noChangeShapeType="1" noEditPoints="1" noGrp="1" noMove="1" noResize="1" noRot="1"/>
                  </p:cNvCxnSpPr>
                  <p:nvPr userDrawn="1"/>
                </p:nvCxnSpPr>
                <p:spPr bwMode="auto">
                  <a:xfrm>
                    <a:off x="-2773989" y="584361"/>
                    <a:ext cx="75945" cy="0"/>
                  </a:xfrm>
                  <a:prstGeom prst="line">
                    <a:avLst/>
                  </a:prstGeom>
                  <a:solidFill>
                    <a:schemeClr val="bg1"/>
                  </a:solidFill>
                  <a:ln w="12700" cap="flat" cmpd="sng" algn="ctr">
                    <a:solidFill>
                      <a:srgbClr val="9D9FA1"/>
                    </a:solidFill>
                    <a:prstDash val="solid"/>
                  </a:ln>
                  <a:effectLst/>
                </p:spPr>
              </p:cxnSp>
              <p:cxnSp>
                <p:nvCxnSpPr>
                  <p:cNvPr id="2093732575" name="Rechte verbindingslijn 319"/>
                  <p:cNvCxnSpPr>
                    <a:cxnSpLocks noAdjustHandles="1" noChangeArrowheads="1" noChangeShapeType="1" noEditPoints="1" noGrp="1" noMove="1" noResize="1" noRot="1"/>
                  </p:cNvCxnSpPr>
                  <p:nvPr userDrawn="1"/>
                </p:nvCxnSpPr>
                <p:spPr bwMode="auto">
                  <a:xfrm>
                    <a:off x="-2773989" y="551216"/>
                    <a:ext cx="75945" cy="0"/>
                  </a:xfrm>
                  <a:prstGeom prst="line">
                    <a:avLst/>
                  </a:prstGeom>
                  <a:solidFill>
                    <a:schemeClr val="bg1"/>
                  </a:solidFill>
                  <a:ln w="12700" cap="flat" cmpd="sng" algn="ctr">
                    <a:solidFill>
                      <a:srgbClr val="9D9FA1"/>
                    </a:solidFill>
                    <a:prstDash val="solid"/>
                  </a:ln>
                  <a:effectLst/>
                </p:spPr>
              </p:cxnSp>
            </p:grpSp>
            <p:sp>
              <p:nvSpPr>
                <p:cNvPr id="1336625366" name="Pijl: rechts 314"/>
                <p:cNvSpPr>
                  <a:spLocks noAdjustHandles="1" noChangeArrowheads="1" noChangeShapeType="1" noEditPoints="1" noGrp="1" noMove="1" noResize="1" noRot="1"/>
                </p:cNvSpPr>
                <p:nvPr userDrawn="1"/>
              </p:nvSpPr>
              <p:spPr bwMode="auto">
                <a:xfrm flipH="1">
                  <a:off x="-2866743" y="549738"/>
                  <a:ext cx="70674" cy="67900"/>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noAutofit/>
                </a:bodyPr>
                <a:lstStyle/>
                <a:p>
                  <a:pPr algn="l">
                    <a:defRPr/>
                  </a:pPr>
                  <a:endParaRPr lang="en-GB" sz="1000" b="1">
                    <a:solidFill>
                      <a:srgbClr val="211F26"/>
                    </a:solidFill>
                    <a:latin typeface="Calibri"/>
                    <a:cs typeface="Calibri"/>
                  </a:endParaRPr>
                </a:p>
              </p:txBody>
            </p:sp>
          </p:grpSp>
        </p:grpSp>
        <p:grpSp>
          <p:nvGrpSpPr>
            <p:cNvPr id="1082334371" name="Groep 296"/>
            <p:cNvGrpSpPr>
              <a:grpSpLocks noGrp="1" noMove="1" noResize="1" noRot="1" noUngrp="1"/>
            </p:cNvGrpSpPr>
            <p:nvPr userDrawn="1"/>
          </p:nvGrpSpPr>
          <p:grpSpPr bwMode="auto">
            <a:xfrm>
              <a:off x="-938432" y="4663035"/>
              <a:ext cx="627796" cy="576693"/>
              <a:chOff x="-1753860" y="6112773"/>
              <a:chExt cx="759633" cy="697797"/>
            </a:xfrm>
          </p:grpSpPr>
          <p:grpSp>
            <p:nvGrpSpPr>
              <p:cNvPr id="716311543" name="Inspireren"/>
              <p:cNvGrpSpPr>
                <a:grpSpLocks noChangeAspect="1" noGrp="1" noMove="1" noResize="1" noRot="1" noUngrp="1"/>
              </p:cNvGrpSpPr>
              <p:nvPr userDrawn="1"/>
            </p:nvGrpSpPr>
            <p:grpSpPr bwMode="auto">
              <a:xfrm>
                <a:off x="-1484856" y="6112773"/>
                <a:ext cx="205429" cy="293284"/>
                <a:chOff x="4766" y="2781"/>
                <a:chExt cx="786" cy="1125"/>
              </a:xfrm>
              <a:gradFill>
                <a:gsLst>
                  <a:gs pos="0">
                    <a:srgbClr val="9D9FA1"/>
                  </a:gs>
                  <a:gs pos="70000">
                    <a:srgbClr val="211F26"/>
                  </a:gs>
                </a:gsLst>
                <a:lin ang="2700000" scaled="0"/>
              </a:gradFill>
            </p:grpSpPr>
            <p:sp>
              <p:nvSpPr>
                <p:cNvPr id="2041716486" name="Freeform 12"/>
                <p:cNvSpPr>
                  <a:spLocks noAdjustHandles="1" noChangeArrowheads="1" noChangeShapeType="1" noEditPoints="1" noGrp="1" noMove="1" noResize="1" noRot="1"/>
                </p:cNvSpPr>
                <p:nvPr/>
              </p:nvSpPr>
              <p:spPr bwMode="auto">
                <a:xfrm>
                  <a:off x="4999" y="3186"/>
                  <a:ext cx="317" cy="288"/>
                </a:xfrm>
                <a:custGeom>
                  <a:avLst/>
                  <a:gdLst>
                    <a:gd name="T0" fmla="*/ 220 w 319"/>
                    <a:gd name="T1" fmla="*/ 288 h 288"/>
                    <a:gd name="T2" fmla="*/ 107 w 319"/>
                    <a:gd name="T3" fmla="*/ 288 h 288"/>
                    <a:gd name="T4" fmla="*/ 0 w 319"/>
                    <a:gd name="T5" fmla="*/ 0 h 288"/>
                    <a:gd name="T6" fmla="*/ 319 w 319"/>
                    <a:gd name="T7" fmla="*/ 0 h 288"/>
                    <a:gd name="T8" fmla="*/ 220 w 319"/>
                    <a:gd name="T9" fmla="*/ 288 h 288"/>
                  </a:gdLst>
                  <a:ahLst/>
                  <a:cxnLst>
                    <a:cxn ang="0">
                      <a:pos x="T0" y="T1"/>
                    </a:cxn>
                    <a:cxn ang="0">
                      <a:pos x="T2" y="T3"/>
                    </a:cxn>
                    <a:cxn ang="0">
                      <a:pos x="T4" y="T5"/>
                    </a:cxn>
                    <a:cxn ang="0">
                      <a:pos x="T6" y="T7"/>
                    </a:cxn>
                    <a:cxn ang="0">
                      <a:pos x="T8" y="T9"/>
                    </a:cxn>
                  </a:cxnLst>
                  <a:rect l="0" t="0" r="r" b="b"/>
                  <a:pathLst>
                    <a:path w="319" h="288" fill="norm" stroke="1" extrusionOk="0">
                      <a:moveTo>
                        <a:pt x="220" y="288"/>
                      </a:moveTo>
                      <a:lnTo>
                        <a:pt x="107" y="288"/>
                      </a:lnTo>
                      <a:lnTo>
                        <a:pt x="0" y="0"/>
                      </a:lnTo>
                      <a:lnTo>
                        <a:pt x="319" y="0"/>
                      </a:lnTo>
                      <a:lnTo>
                        <a:pt x="220" y="288"/>
                      </a:lnTo>
                      <a:close/>
                    </a:path>
                  </a:pathLst>
                </a:custGeom>
                <a:solidFill>
                  <a:srgbClr val="1FF524"/>
                </a:solidFill>
                <a:ln>
                  <a:noFill/>
                </a:ln>
              </p:spPr>
              <p:txBody>
                <a:bodyPr vert="horz" wrap="square" lIns="91440" tIns="45720" rIns="91440" bIns="45720" numCol="1" anchor="t" anchorCtr="0" compatLnSpc="1">
                  <a:prstTxWarp prst="textNoShape"/>
                </a:bodyPr>
                <a:lstStyle/>
                <a:p>
                  <a:pPr marL="0" marR="0" lvl="0" indent="0" defTabSz="995466">
                    <a:lnSpc>
                      <a:spcPct val="100000"/>
                    </a:lnSpc>
                    <a:spcBef>
                      <a:spcPts val="0"/>
                    </a:spcBef>
                    <a:spcAft>
                      <a:spcPts val="0"/>
                    </a:spcAft>
                    <a:buClrTx/>
                    <a:buSzTx/>
                    <a:buFontTx/>
                    <a:buNone/>
                    <a:defRPr/>
                  </a:pPr>
                  <a:endParaRPr lang="en-GB" sz="300" b="0" i="0" u="none" strike="noStrike" cap="none" spc="0">
                    <a:ln>
                      <a:noFill/>
                    </a:ln>
                    <a:solidFill>
                      <a:srgbClr val="211F26"/>
                    </a:solidFill>
                    <a:latin typeface="Arial"/>
                  </a:endParaRPr>
                </a:p>
              </p:txBody>
            </p:sp>
            <p:sp>
              <p:nvSpPr>
                <p:cNvPr id="1822571955" name="Freeform 13"/>
                <p:cNvSpPr>
                  <a:spLocks noAdjustHandles="1" noChangeArrowheads="1" noChangeShapeType="1" noEditPoints="1" noGrp="1" noMove="1" noResize="1" noRot="1"/>
                </p:cNvSpPr>
                <p:nvPr/>
              </p:nvSpPr>
              <p:spPr bwMode="auto">
                <a:xfrm>
                  <a:off x="5022" y="3793"/>
                  <a:ext cx="280" cy="110"/>
                </a:xfrm>
                <a:custGeom>
                  <a:avLst/>
                  <a:gdLst>
                    <a:gd name="T0" fmla="*/ 229 w 251"/>
                    <a:gd name="T1" fmla="*/ 70 h 100"/>
                    <a:gd name="T2" fmla="*/ 229 w 251"/>
                    <a:gd name="T3" fmla="*/ 69 h 100"/>
                    <a:gd name="T4" fmla="*/ 251 w 251"/>
                    <a:gd name="T5" fmla="*/ 0 h 100"/>
                    <a:gd name="T6" fmla="*/ 0 w 251"/>
                    <a:gd name="T7" fmla="*/ 0 h 100"/>
                    <a:gd name="T8" fmla="*/ 22 w 251"/>
                    <a:gd name="T9" fmla="*/ 69 h 100"/>
                    <a:gd name="T10" fmla="*/ 63 w 251"/>
                    <a:gd name="T11" fmla="*/ 100 h 100"/>
                    <a:gd name="T12" fmla="*/ 188 w 251"/>
                    <a:gd name="T13" fmla="*/ 100 h 100"/>
                    <a:gd name="T14" fmla="*/ 229 w 251"/>
                    <a:gd name="T15" fmla="*/ 71 h 100"/>
                    <a:gd name="T16" fmla="*/ 229 w 251"/>
                    <a:gd name="T17" fmla="*/ 71 h 100"/>
                    <a:gd name="T18" fmla="*/ 229 w 251"/>
                    <a:gd name="T19" fmla="*/ 7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1" h="100" fill="norm" stroke="1" extrusionOk="0">
                      <a:moveTo>
                        <a:pt x="229" y="70"/>
                      </a:moveTo>
                      <a:cubicBezTo>
                        <a:pt x="229" y="70"/>
                        <a:pt x="229" y="69"/>
                        <a:pt x="229" y="69"/>
                      </a:cubicBezTo>
                      <a:cubicBezTo>
                        <a:pt x="251" y="0"/>
                        <a:pt x="251" y="0"/>
                        <a:pt x="251" y="0"/>
                      </a:cubicBezTo>
                      <a:cubicBezTo>
                        <a:pt x="0" y="0"/>
                        <a:pt x="0" y="0"/>
                        <a:pt x="0" y="0"/>
                      </a:cubicBezTo>
                      <a:cubicBezTo>
                        <a:pt x="22" y="69"/>
                        <a:pt x="22" y="69"/>
                        <a:pt x="22" y="69"/>
                      </a:cubicBezTo>
                      <a:cubicBezTo>
                        <a:pt x="27" y="87"/>
                        <a:pt x="44" y="100"/>
                        <a:pt x="63" y="100"/>
                      </a:cubicBezTo>
                      <a:cubicBezTo>
                        <a:pt x="188" y="100"/>
                        <a:pt x="188" y="100"/>
                        <a:pt x="188" y="100"/>
                      </a:cubicBezTo>
                      <a:cubicBezTo>
                        <a:pt x="207" y="100"/>
                        <a:pt x="223" y="88"/>
                        <a:pt x="229" y="71"/>
                      </a:cubicBezTo>
                      <a:cubicBezTo>
                        <a:pt x="229" y="71"/>
                        <a:pt x="229" y="71"/>
                        <a:pt x="229" y="71"/>
                      </a:cubicBezTo>
                      <a:lnTo>
                        <a:pt x="229" y="70"/>
                      </a:lnTo>
                      <a:close/>
                    </a:path>
                  </a:pathLst>
                </a:custGeom>
                <a:grpFill/>
                <a:ln>
                  <a:noFill/>
                </a:ln>
              </p:spPr>
              <p:txBody>
                <a:bodyPr vert="horz" wrap="square" lIns="91440" tIns="45720" rIns="91440" bIns="45720" numCol="1" anchor="t" anchorCtr="0" compatLnSpc="1">
                  <a:prstTxWarp prst="textNoShape"/>
                </a:bodyPr>
                <a:lstStyle/>
                <a:p>
                  <a:pPr marL="0" marR="0" lvl="0" indent="0" defTabSz="995466">
                    <a:lnSpc>
                      <a:spcPct val="100000"/>
                    </a:lnSpc>
                    <a:spcBef>
                      <a:spcPts val="0"/>
                    </a:spcBef>
                    <a:spcAft>
                      <a:spcPts val="0"/>
                    </a:spcAft>
                    <a:buClrTx/>
                    <a:buSzTx/>
                    <a:buFontTx/>
                    <a:buNone/>
                    <a:defRPr/>
                  </a:pPr>
                  <a:endParaRPr lang="en-GB" sz="300" b="0" i="0" u="none" strike="noStrike" cap="none" spc="0">
                    <a:ln>
                      <a:noFill/>
                    </a:ln>
                    <a:solidFill>
                      <a:srgbClr val="211F26"/>
                    </a:solidFill>
                    <a:latin typeface="Arial"/>
                  </a:endParaRPr>
                </a:p>
              </p:txBody>
            </p:sp>
            <p:sp>
              <p:nvSpPr>
                <p:cNvPr id="1776012948" name="Freeform 14"/>
                <p:cNvSpPr>
                  <a:spLocks noAdjustHandles="1" noChangeArrowheads="1" noChangeShapeType="1" noEditPoints="1" noGrp="1" noMove="1" noResize="1" noRot="1"/>
                </p:cNvSpPr>
                <p:nvPr/>
              </p:nvSpPr>
              <p:spPr bwMode="auto">
                <a:xfrm>
                  <a:off x="4766" y="2781"/>
                  <a:ext cx="786" cy="964"/>
                </a:xfrm>
                <a:custGeom>
                  <a:avLst/>
                  <a:gdLst>
                    <a:gd name="T0" fmla="*/ 351 w 702"/>
                    <a:gd name="T1" fmla="*/ 0 h 860"/>
                    <a:gd name="T2" fmla="*/ 0 w 702"/>
                    <a:gd name="T3" fmla="*/ 351 h 860"/>
                    <a:gd name="T4" fmla="*/ 134 w 702"/>
                    <a:gd name="T5" fmla="*/ 627 h 860"/>
                    <a:gd name="T6" fmla="*/ 165 w 702"/>
                    <a:gd name="T7" fmla="*/ 718 h 860"/>
                    <a:gd name="T8" fmla="*/ 266 w 702"/>
                    <a:gd name="T9" fmla="*/ 718 h 860"/>
                    <a:gd name="T10" fmla="*/ 266 w 702"/>
                    <a:gd name="T11" fmla="*/ 718 h 860"/>
                    <a:gd name="T12" fmla="*/ 434 w 702"/>
                    <a:gd name="T13" fmla="*/ 718 h 860"/>
                    <a:gd name="T14" fmla="*/ 419 w 702"/>
                    <a:gd name="T15" fmla="*/ 760 h 860"/>
                    <a:gd name="T16" fmla="*/ 284 w 702"/>
                    <a:gd name="T17" fmla="*/ 760 h 860"/>
                    <a:gd name="T18" fmla="*/ 284 w 702"/>
                    <a:gd name="T19" fmla="*/ 760 h 860"/>
                    <a:gd name="T20" fmla="*/ 179 w 702"/>
                    <a:gd name="T21" fmla="*/ 760 h 860"/>
                    <a:gd name="T22" fmla="*/ 212 w 702"/>
                    <a:gd name="T23" fmla="*/ 860 h 860"/>
                    <a:gd name="T24" fmla="*/ 212 w 702"/>
                    <a:gd name="T25" fmla="*/ 860 h 860"/>
                    <a:gd name="T26" fmla="*/ 216 w 702"/>
                    <a:gd name="T27" fmla="*/ 860 h 860"/>
                    <a:gd name="T28" fmla="*/ 488 w 702"/>
                    <a:gd name="T29" fmla="*/ 860 h 860"/>
                    <a:gd name="T30" fmla="*/ 491 w 702"/>
                    <a:gd name="T31" fmla="*/ 860 h 860"/>
                    <a:gd name="T32" fmla="*/ 570 w 702"/>
                    <a:gd name="T33" fmla="*/ 625 h 860"/>
                    <a:gd name="T34" fmla="*/ 702 w 702"/>
                    <a:gd name="T35" fmla="*/ 351 h 860"/>
                    <a:gd name="T36" fmla="*/ 351 w 702"/>
                    <a:gd name="T37" fmla="*/ 0 h 860"/>
                    <a:gd name="T38" fmla="*/ 587 w 702"/>
                    <a:gd name="T39" fmla="*/ 438 h 860"/>
                    <a:gd name="T40" fmla="*/ 485 w 702"/>
                    <a:gd name="T41" fmla="*/ 563 h 860"/>
                    <a:gd name="T42" fmla="*/ 454 w 702"/>
                    <a:gd name="T43" fmla="*/ 658 h 860"/>
                    <a:gd name="T44" fmla="*/ 250 w 702"/>
                    <a:gd name="T45" fmla="*/ 658 h 860"/>
                    <a:gd name="T46" fmla="*/ 219 w 702"/>
                    <a:gd name="T47" fmla="*/ 565 h 860"/>
                    <a:gd name="T48" fmla="*/ 115 w 702"/>
                    <a:gd name="T49" fmla="*/ 439 h 860"/>
                    <a:gd name="T50" fmla="*/ 99 w 702"/>
                    <a:gd name="T51" fmla="*/ 351 h 860"/>
                    <a:gd name="T52" fmla="*/ 351 w 702"/>
                    <a:gd name="T53" fmla="*/ 99 h 860"/>
                    <a:gd name="T54" fmla="*/ 603 w 702"/>
                    <a:gd name="T55" fmla="*/ 351 h 860"/>
                    <a:gd name="T56" fmla="*/ 587 w 702"/>
                    <a:gd name="T57" fmla="*/ 438 h 8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702" h="860" fill="norm" stroke="1" extrusionOk="0">
                      <a:moveTo>
                        <a:pt x="351" y="0"/>
                      </a:moveTo>
                      <a:cubicBezTo>
                        <a:pt x="157" y="0"/>
                        <a:pt x="0" y="157"/>
                        <a:pt x="0" y="351"/>
                      </a:cubicBezTo>
                      <a:cubicBezTo>
                        <a:pt x="0" y="463"/>
                        <a:pt x="52" y="562"/>
                        <a:pt x="134" y="627"/>
                      </a:cubicBezTo>
                      <a:cubicBezTo>
                        <a:pt x="165" y="718"/>
                        <a:pt x="165" y="718"/>
                        <a:pt x="165" y="718"/>
                      </a:cubicBezTo>
                      <a:cubicBezTo>
                        <a:pt x="266" y="718"/>
                        <a:pt x="266" y="718"/>
                        <a:pt x="266" y="718"/>
                      </a:cubicBezTo>
                      <a:cubicBezTo>
                        <a:pt x="266" y="718"/>
                        <a:pt x="266" y="718"/>
                        <a:pt x="266" y="718"/>
                      </a:cubicBezTo>
                      <a:cubicBezTo>
                        <a:pt x="434" y="718"/>
                        <a:pt x="434" y="718"/>
                        <a:pt x="434" y="718"/>
                      </a:cubicBezTo>
                      <a:cubicBezTo>
                        <a:pt x="419" y="760"/>
                        <a:pt x="419" y="760"/>
                        <a:pt x="419" y="760"/>
                      </a:cubicBezTo>
                      <a:cubicBezTo>
                        <a:pt x="284" y="760"/>
                        <a:pt x="284" y="760"/>
                        <a:pt x="284" y="760"/>
                      </a:cubicBezTo>
                      <a:cubicBezTo>
                        <a:pt x="284" y="760"/>
                        <a:pt x="284" y="760"/>
                        <a:pt x="284" y="760"/>
                      </a:cubicBezTo>
                      <a:cubicBezTo>
                        <a:pt x="179" y="760"/>
                        <a:pt x="179" y="760"/>
                        <a:pt x="179" y="760"/>
                      </a:cubicBezTo>
                      <a:cubicBezTo>
                        <a:pt x="212" y="860"/>
                        <a:pt x="212" y="860"/>
                        <a:pt x="212" y="860"/>
                      </a:cubicBezTo>
                      <a:cubicBezTo>
                        <a:pt x="212" y="860"/>
                        <a:pt x="212" y="860"/>
                        <a:pt x="212" y="860"/>
                      </a:cubicBezTo>
                      <a:cubicBezTo>
                        <a:pt x="216" y="860"/>
                        <a:pt x="216" y="860"/>
                        <a:pt x="216" y="860"/>
                      </a:cubicBezTo>
                      <a:cubicBezTo>
                        <a:pt x="488" y="860"/>
                        <a:pt x="488" y="860"/>
                        <a:pt x="488" y="860"/>
                      </a:cubicBezTo>
                      <a:cubicBezTo>
                        <a:pt x="491" y="860"/>
                        <a:pt x="491" y="860"/>
                        <a:pt x="491" y="860"/>
                      </a:cubicBezTo>
                      <a:cubicBezTo>
                        <a:pt x="570" y="625"/>
                        <a:pt x="570" y="625"/>
                        <a:pt x="570" y="625"/>
                      </a:cubicBezTo>
                      <a:cubicBezTo>
                        <a:pt x="651" y="560"/>
                        <a:pt x="702" y="461"/>
                        <a:pt x="702" y="351"/>
                      </a:cubicBezTo>
                      <a:cubicBezTo>
                        <a:pt x="702" y="157"/>
                        <a:pt x="545" y="0"/>
                        <a:pt x="351" y="0"/>
                      </a:cubicBezTo>
                      <a:close/>
                      <a:moveTo>
                        <a:pt x="587" y="438"/>
                      </a:moveTo>
                      <a:cubicBezTo>
                        <a:pt x="568" y="490"/>
                        <a:pt x="531" y="534"/>
                        <a:pt x="485" y="563"/>
                      </a:cubicBezTo>
                      <a:cubicBezTo>
                        <a:pt x="454" y="658"/>
                        <a:pt x="454" y="658"/>
                        <a:pt x="454" y="658"/>
                      </a:cubicBezTo>
                      <a:cubicBezTo>
                        <a:pt x="250" y="658"/>
                        <a:pt x="250" y="658"/>
                        <a:pt x="250" y="658"/>
                      </a:cubicBezTo>
                      <a:cubicBezTo>
                        <a:pt x="219" y="565"/>
                        <a:pt x="219" y="565"/>
                        <a:pt x="219" y="565"/>
                      </a:cubicBezTo>
                      <a:cubicBezTo>
                        <a:pt x="172" y="536"/>
                        <a:pt x="135" y="491"/>
                        <a:pt x="115" y="439"/>
                      </a:cubicBezTo>
                      <a:cubicBezTo>
                        <a:pt x="105" y="411"/>
                        <a:pt x="99" y="382"/>
                        <a:pt x="99" y="351"/>
                      </a:cubicBezTo>
                      <a:cubicBezTo>
                        <a:pt x="99" y="212"/>
                        <a:pt x="212" y="99"/>
                        <a:pt x="351" y="99"/>
                      </a:cubicBezTo>
                      <a:cubicBezTo>
                        <a:pt x="490" y="99"/>
                        <a:pt x="603" y="212"/>
                        <a:pt x="603" y="351"/>
                      </a:cubicBezTo>
                      <a:cubicBezTo>
                        <a:pt x="603" y="381"/>
                        <a:pt x="597" y="411"/>
                        <a:pt x="587" y="438"/>
                      </a:cubicBezTo>
                      <a:close/>
                    </a:path>
                  </a:pathLst>
                </a:custGeom>
                <a:grpFill/>
                <a:ln>
                  <a:noFill/>
                </a:ln>
              </p:spPr>
              <p:txBody>
                <a:bodyPr vert="horz" wrap="square" lIns="91440" tIns="45720" rIns="91440" bIns="45720" numCol="1" anchor="t" anchorCtr="0" compatLnSpc="1">
                  <a:prstTxWarp prst="textNoShape"/>
                </a:bodyPr>
                <a:lstStyle/>
                <a:p>
                  <a:pPr marL="0" marR="0" lvl="0" indent="0" defTabSz="995466">
                    <a:lnSpc>
                      <a:spcPct val="100000"/>
                    </a:lnSpc>
                    <a:spcBef>
                      <a:spcPts val="0"/>
                    </a:spcBef>
                    <a:spcAft>
                      <a:spcPts val="0"/>
                    </a:spcAft>
                    <a:buClrTx/>
                    <a:buSzTx/>
                    <a:buFontTx/>
                    <a:buNone/>
                    <a:defRPr/>
                  </a:pPr>
                  <a:endParaRPr lang="en-GB" sz="300" b="0" i="0" u="none" strike="noStrike" cap="none" spc="0">
                    <a:ln>
                      <a:noFill/>
                    </a:ln>
                    <a:solidFill>
                      <a:srgbClr val="211F26"/>
                    </a:solidFill>
                    <a:latin typeface="Arial"/>
                  </a:endParaRPr>
                </a:p>
              </p:txBody>
            </p:sp>
          </p:grpSp>
          <p:sp>
            <p:nvSpPr>
              <p:cNvPr id="1504919235" name="Tekstvak 298"/>
              <p:cNvSpPr txBox="1">
                <a:spLocks noAdjustHandles="1" noChangeArrowheads="1" noChangeShapeType="1" noEditPoints="1" noGrp="1" noMove="1" noResize="1" noRot="1"/>
              </p:cNvSpPr>
              <p:nvPr userDrawn="1"/>
            </p:nvSpPr>
            <p:spPr bwMode="auto">
              <a:xfrm>
                <a:off x="-1753860" y="6420663"/>
                <a:ext cx="759633" cy="389907"/>
              </a:xfrm>
              <a:prstGeom prst="rect">
                <a:avLst/>
              </a:prstGeom>
              <a:noFill/>
            </p:spPr>
            <p:txBody>
              <a:bodyPr wrap="square" lIns="0" tIns="0" rIns="0" bIns="0" rtlCol="0" anchor="ctr">
                <a:noAutofit/>
              </a:bodyPr>
              <a:lstStyle/>
              <a:p>
                <a:pPr marL="0" marR="0" lvl="0" indent="0" algn="ctr" defTabSz="914400">
                  <a:lnSpc>
                    <a:spcPct val="90000"/>
                  </a:lnSpc>
                  <a:spcBef>
                    <a:spcPts val="598"/>
                  </a:spcBef>
                  <a:spcAft>
                    <a:spcPts val="598"/>
                  </a:spcAft>
                  <a:buClrTx/>
                  <a:buSzTx/>
                  <a:buFontTx/>
                  <a:buNone/>
                  <a:defRPr/>
                </a:pPr>
                <a:r>
                  <a:rPr lang="en-GB" sz="1000" b="0" i="0" u="none" strike="noStrike" cap="none" spc="0">
                    <a:ln>
                      <a:noFill/>
                    </a:ln>
                    <a:solidFill>
                      <a:srgbClr val="211F26"/>
                    </a:solidFill>
                    <a:latin typeface="Calibri"/>
                    <a:ea typeface="Arial"/>
                    <a:cs typeface="Calibri"/>
                  </a:rPr>
                  <a:t>Inspiration</a:t>
                </a:r>
                <a:endParaRPr/>
              </a:p>
            </p:txBody>
          </p:sp>
        </p:grpSp>
      </p:grpSp>
      <p:graphicFrame>
        <p:nvGraphicFramePr>
          <p:cNvPr id="1519959569" name=""/>
          <p:cNvGraphicFramePr>
            <a:graphicFrameLocks xmlns:a="http://schemas.openxmlformats.org/drawingml/2006/main"/>
          </p:cNvGraphicFramePr>
          <p:nvPr/>
        </p:nvGraphicFramePr>
        <p:xfrm>
          <a:off x="1878450" y="2234802"/>
          <a:ext cx="8941802" cy="4676139"/>
        </p:xfrm>
        <a:graphic>
          <a:graphicData uri="http://schemas.openxmlformats.org/drawingml/2006/table">
            <a:tbl>
              <a:tblPr firstRow="1" firstCol="0" lastRow="0" lastCol="0" bandRow="1" bandCol="0">
                <a:tableStyleId>{5C22544A-7EE6-4342-B048-85BDC9FD1C3A}</a:tableStyleId>
              </a:tblPr>
              <a:tblGrid>
                <a:gridCol w="1227256"/>
                <a:gridCol w="1292743"/>
                <a:gridCol w="2430000"/>
                <a:gridCol w="1710000"/>
                <a:gridCol w="2269102"/>
              </a:tblGrid>
              <a:tr h="495232">
                <a:tc>
                  <a:txBody>
                    <a:bodyPr/>
                    <a:p>
                      <a:pPr algn="ctr">
                        <a:defRPr/>
                      </a:pPr>
                      <a:endParaRPr sz="1600"/>
                    </a:p>
                  </a:txBody>
                  <a:tcPr/>
                </a:tc>
                <a:tc>
                  <a:txBody>
                    <a:bodyPr/>
                    <a:p>
                      <a:pPr algn="ctr">
                        <a:defRPr/>
                      </a:pPr>
                      <a:r>
                        <a:rPr lang="en-US" sz="1600"/>
                        <a:t>Main rotor</a:t>
                      </a:r>
                      <a:endParaRPr sz="1600"/>
                    </a:p>
                  </a:txBody>
                  <a:tcPr/>
                </a:tc>
                <a:tc>
                  <a:txBody>
                    <a:bodyPr/>
                    <a:p>
                      <a:pPr algn="ctr">
                        <a:defRPr/>
                      </a:pPr>
                      <a:r>
                        <a:rPr lang="en-US" sz="1600"/>
                        <a:t>Comments</a:t>
                      </a:r>
                      <a:endParaRPr sz="1600"/>
                    </a:p>
                  </a:txBody>
                  <a:tcPr/>
                </a:tc>
                <a:tc>
                  <a:txBody>
                    <a:bodyPr/>
                    <a:p>
                      <a:pPr algn="ctr">
                        <a:defRPr/>
                      </a:pPr>
                      <a:r>
                        <a:rPr lang="en-US" sz="1600"/>
                        <a:t>Tip rotor</a:t>
                      </a:r>
                      <a:endParaRPr lang="en-US" sz="1600"/>
                    </a:p>
                  </a:txBody>
                  <a:tcPr/>
                </a:tc>
                <a:tc>
                  <a:txBody>
                    <a:bodyPr/>
                    <a:p>
                      <a:pPr algn="ctr">
                        <a:defRPr/>
                      </a:pPr>
                      <a:r>
                        <a:rPr lang="en-US" sz="1600"/>
                        <a:t>Comments</a:t>
                      </a:r>
                      <a:endParaRPr lang="en-US" sz="1600"/>
                    </a:p>
                  </a:txBody>
                  <a:tcPr/>
                </a:tc>
              </a:tr>
              <a:tr h="514502">
                <a:tc>
                  <a:txBody>
                    <a:bodyPr/>
                    <a:p>
                      <a:pPr algn="ctr">
                        <a:defRPr/>
                      </a:pPr>
                      <a:r>
                        <a:rPr lang="en-US" sz="1600"/>
                        <a:t>Main rotor diameter</a:t>
                      </a:r>
                      <a:endParaRPr sz="1600"/>
                    </a:p>
                  </a:txBody>
                  <a:tcPr/>
                </a:tc>
                <a:tc>
                  <a:txBody>
                    <a:bodyPr/>
                    <a:p>
                      <a:pPr algn="ctr">
                        <a:defRPr/>
                      </a:pPr>
                      <a:r>
                        <a:rPr lang="en-US" sz="1600"/>
                        <a:t> 2 [m]</a:t>
                      </a:r>
                      <a:endParaRPr sz="1600"/>
                    </a:p>
                  </a:txBody>
                  <a:tcPr/>
                </a:tc>
                <a:tc>
                  <a:txBody>
                    <a:bodyPr/>
                    <a:p>
                      <a:pPr algn="ctr">
                        <a:defRPr/>
                      </a:pPr>
                      <a:endParaRPr sz="1600"/>
                    </a:p>
                  </a:txBody>
                  <a:tcPr/>
                </a:tc>
                <a:tc>
                  <a:txBody>
                    <a:bodyPr/>
                    <a:p>
                      <a:pPr algn="ctr">
                        <a:defRPr/>
                      </a:pPr>
                      <a:r>
                        <a:rPr lang="en-US" sz="1600"/>
                        <a:t>0.15 [m]</a:t>
                      </a:r>
                      <a:endParaRPr sz="1600"/>
                    </a:p>
                  </a:txBody>
                  <a:tcPr/>
                </a:tc>
                <a:tc>
                  <a:txBody>
                    <a:bodyPr/>
                    <a:p>
                      <a:pPr algn="ctr">
                        <a:defRPr/>
                      </a:pPr>
                      <a:endParaRPr sz="1600"/>
                    </a:p>
                  </a:txBody>
                  <a:tcPr/>
                </a:tc>
              </a:tr>
              <a:tr h="287119">
                <a:tc>
                  <a:txBody>
                    <a:bodyPr/>
                    <a:p>
                      <a:pPr algn="ctr">
                        <a:defRPr/>
                      </a:pPr>
                      <a:r>
                        <a:rPr lang="en-US" sz="1600"/>
                        <a:t>NB</a:t>
                      </a:r>
                      <a:endParaRPr sz="1600"/>
                    </a:p>
                  </a:txBody>
                  <a:tcPr/>
                </a:tc>
                <a:tc>
                  <a:txBody>
                    <a:bodyPr/>
                    <a:p>
                      <a:pPr algn="ctr">
                        <a:defRPr/>
                      </a:pPr>
                      <a:r>
                        <a:rPr lang="en-US" sz="1600"/>
                        <a:t>3 </a:t>
                      </a:r>
                      <a:endParaRPr sz="1600"/>
                    </a:p>
                  </a:txBody>
                  <a:tcPr/>
                </a:tc>
                <a:tc>
                  <a:txBody>
                    <a:bodyPr/>
                    <a:p>
                      <a:pPr algn="ctr">
                        <a:defRPr/>
                      </a:pPr>
                      <a:endParaRPr sz="1600"/>
                    </a:p>
                  </a:txBody>
                  <a:tcPr/>
                </a:tc>
                <a:tc>
                  <a:txBody>
                    <a:bodyPr/>
                    <a:p>
                      <a:pPr algn="ctr">
                        <a:defRPr/>
                      </a:pPr>
                      <a:r>
                        <a:rPr lang="en-US" sz="1600"/>
                        <a:t>3</a:t>
                      </a:r>
                      <a:endParaRPr sz="1600"/>
                    </a:p>
                  </a:txBody>
                  <a:tcPr/>
                </a:tc>
                <a:tc>
                  <a:txBody>
                    <a:bodyPr/>
                    <a:p>
                      <a:pPr algn="ctr">
                        <a:defRPr/>
                      </a:pPr>
                      <a:endParaRPr sz="1600"/>
                    </a:p>
                  </a:txBody>
                  <a:tcPr/>
                </a:tc>
              </a:tr>
              <a:tr h="495232">
                <a:tc>
                  <a:txBody>
                    <a:bodyPr/>
                    <a:p>
                      <a:pPr algn="ctr">
                        <a:defRPr/>
                      </a:pPr>
                      <a:r>
                        <a:rPr lang="en-US" sz="1600"/>
                        <a:t>Hub radius</a:t>
                      </a:r>
                      <a:endParaRPr sz="1600"/>
                    </a:p>
                  </a:txBody>
                  <a:tcPr/>
                </a:tc>
                <a:tc>
                  <a:txBody>
                    <a:bodyPr/>
                    <a:p>
                      <a:pPr algn="ctr">
                        <a:defRPr/>
                      </a:pPr>
                      <a:r>
                        <a:rPr lang="en-US" sz="1600"/>
                        <a:t>0.1 [m]</a:t>
                      </a:r>
                      <a:endParaRPr sz="1600"/>
                    </a:p>
                  </a:txBody>
                  <a:tcPr/>
                </a:tc>
                <a:tc>
                  <a:txBody>
                    <a:bodyPr/>
                    <a:p>
                      <a:pPr algn="ctr">
                        <a:defRPr/>
                      </a:pPr>
                      <a:endParaRPr sz="1600"/>
                    </a:p>
                  </a:txBody>
                  <a:tcPr/>
                </a:tc>
                <a:tc>
                  <a:txBody>
                    <a:bodyPr/>
                    <a:p>
                      <a:pPr algn="ctr">
                        <a:defRPr/>
                      </a:pPr>
                      <a:r>
                        <a:rPr lang="en-US" sz="1600"/>
                        <a:t>0.01 [m]</a:t>
                      </a:r>
                      <a:endParaRPr sz="1600"/>
                    </a:p>
                  </a:txBody>
                  <a:tcPr/>
                </a:tc>
                <a:tc>
                  <a:txBody>
                    <a:bodyPr/>
                    <a:p>
                      <a:pPr algn="ctr">
                        <a:defRPr/>
                      </a:pPr>
                      <a:endParaRPr sz="1600"/>
                    </a:p>
                  </a:txBody>
                  <a:tcPr/>
                </a:tc>
              </a:tr>
              <a:tr h="495232">
                <a:tc>
                  <a:txBody>
                    <a:bodyPr/>
                    <a:p>
                      <a:pPr algn="ctr">
                        <a:defRPr/>
                      </a:pPr>
                      <a:r>
                        <a:rPr lang="en-US" sz="1600"/>
                        <a:t>Chord</a:t>
                      </a:r>
                      <a:endParaRPr sz="1600"/>
                    </a:p>
                  </a:txBody>
                  <a:tcPr/>
                </a:tc>
                <a:tc>
                  <a:txBody>
                    <a:bodyPr/>
                    <a:p>
                      <a:pPr algn="ctr">
                        <a:defRPr/>
                      </a:pPr>
                      <a:r>
                        <a:rPr lang="en-US" sz="1600"/>
                        <a:t>0.1 [m]</a:t>
                      </a:r>
                      <a:endParaRPr sz="1600"/>
                    </a:p>
                  </a:txBody>
                  <a:tcPr/>
                </a:tc>
                <a:tc>
                  <a:txBody>
                    <a:bodyPr/>
                    <a:p>
                      <a:pPr algn="ctr">
                        <a:defRPr/>
                      </a:pPr>
                      <a:r>
                        <a:rPr lang="en-US" sz="1600"/>
                        <a:t>Uniform chord distribution</a:t>
                      </a:r>
                      <a:endParaRPr sz="1600"/>
                    </a:p>
                  </a:txBody>
                  <a:tcPr/>
                </a:tc>
                <a:tc>
                  <a:txBody>
                    <a:bodyPr/>
                    <a:p>
                      <a:pPr algn="ctr">
                        <a:defRPr/>
                      </a:pPr>
                      <a:r>
                        <a:rPr lang="en-US" sz="1600"/>
                        <a:t>0.02 - 0.01</a:t>
                      </a:r>
                      <a:endParaRPr lang="en-US" sz="1600"/>
                    </a:p>
                  </a:txBody>
                  <a:tcPr/>
                </a:tc>
                <a:tc>
                  <a:txBody>
                    <a:bodyPr/>
                    <a:p>
                      <a:pPr algn="ctr">
                        <a:defRPr/>
                      </a:pPr>
                      <a:r>
                        <a:rPr lang="en-US" sz="1600"/>
                        <a:t>Linear taper</a:t>
                      </a:r>
                      <a:endParaRPr lang="en-US" sz="1600"/>
                    </a:p>
                  </a:txBody>
                  <a:tcPr/>
                </a:tc>
              </a:tr>
              <a:tr h="287119">
                <a:tc>
                  <a:txBody>
                    <a:bodyPr/>
                    <a:p>
                      <a:pPr algn="ctr">
                        <a:defRPr/>
                      </a:pPr>
                      <a:r>
                        <a:rPr lang="en-US" sz="1600"/>
                        <a:t>Root pitch</a:t>
                      </a:r>
                      <a:endParaRPr sz="1600"/>
                    </a:p>
                  </a:txBody>
                  <a:tcPr/>
                </a:tc>
                <a:tc>
                  <a:txBody>
                    <a:bodyPr/>
                    <a:p>
                      <a:pPr algn="ctr">
                        <a:defRPr/>
                      </a:pPr>
                      <a:r>
                        <a:rPr lang="en-US" sz="1600"/>
                        <a:t>15 deg</a:t>
                      </a:r>
                      <a:endParaRPr sz="1600"/>
                    </a:p>
                  </a:txBody>
                  <a:tcPr/>
                </a:tc>
                <a:tc>
                  <a:txBody>
                    <a:bodyPr/>
                    <a:p>
                      <a:pPr algn="ctr">
                        <a:defRPr/>
                      </a:pPr>
                      <a:endParaRPr sz="1600"/>
                    </a:p>
                  </a:txBody>
                  <a:tcPr/>
                </a:tc>
                <a:tc>
                  <a:txBody>
                    <a:bodyPr/>
                    <a:p>
                      <a:pPr algn="ctr">
                        <a:defRPr/>
                      </a:pPr>
                      <a:r>
                        <a:rPr lang="en-US" sz="1600"/>
                        <a:t>80 deg</a:t>
                      </a:r>
                      <a:endParaRPr sz="1600"/>
                    </a:p>
                  </a:txBody>
                  <a:tcPr/>
                </a:tc>
                <a:tc>
                  <a:txBody>
                    <a:bodyPr/>
                    <a:p>
                      <a:pPr algn="ctr">
                        <a:defRPr/>
                      </a:pPr>
                      <a:endParaRPr sz="1600"/>
                    </a:p>
                  </a:txBody>
                  <a:tcPr/>
                </a:tc>
              </a:tr>
              <a:tr h="343435">
                <a:tc>
                  <a:txBody>
                    <a:bodyPr/>
                    <a:p>
                      <a:pPr algn="ctr">
                        <a:defRPr/>
                      </a:pPr>
                      <a:r>
                        <a:rPr lang="en-US" sz="1600"/>
                        <a:t>Twist</a:t>
                      </a:r>
                      <a:endParaRPr sz="1600"/>
                    </a:p>
                  </a:txBody>
                  <a:tcPr/>
                </a:tc>
                <a:tc>
                  <a:txBody>
                    <a:bodyPr/>
                    <a:p>
                      <a:pPr algn="ctr">
                        <a:defRPr/>
                      </a:pPr>
                      <a:r>
                        <a:rPr lang="en-US" sz="1600"/>
                        <a:t>-8 deg</a:t>
                      </a:r>
                      <a:endParaRPr sz="1600"/>
                    </a:p>
                  </a:txBody>
                  <a:tcPr/>
                </a:tc>
                <a:tc>
                  <a:txBody>
                    <a:bodyPr/>
                    <a:p>
                      <a:pPr algn="ctr">
                        <a:defRPr/>
                      </a:pPr>
                      <a:r>
                        <a:rPr lang="en-US" sz="1600"/>
                        <a:t>Linear negative twist</a:t>
                      </a:r>
                      <a:endParaRPr sz="1600"/>
                    </a:p>
                  </a:txBody>
                  <a:tcPr/>
                </a:tc>
                <a:tc>
                  <a:txBody>
                    <a:bodyPr/>
                    <a:p>
                      <a:pPr algn="ctr">
                        <a:defRPr/>
                      </a:pPr>
                      <a:r>
                        <a:rPr lang="en-US" sz="1600"/>
                        <a:t>-40 deg</a:t>
                      </a:r>
                      <a:endParaRPr lang="en-US" sz="1600"/>
                    </a:p>
                  </a:txBody>
                  <a:tcPr/>
                </a:tc>
                <a:tc>
                  <a:txBody>
                    <a:bodyPr/>
                    <a:p>
                      <a:pPr algn="ctr">
                        <a:defRPr/>
                      </a:pPr>
                      <a:r>
                        <a:rPr lang="en-US" sz="1600" b="0" i="0" u="none" strike="noStrike" cap="none" spc="0">
                          <a:solidFill>
                            <a:schemeClr val="dk1"/>
                          </a:solidFill>
                          <a:latin typeface="+mn-lt"/>
                          <a:ea typeface="+mn-ea"/>
                          <a:cs typeface="+mn-cs"/>
                        </a:rPr>
                        <a:t>Linear negative twist</a:t>
                      </a:r>
                      <a:endParaRPr sz="1600"/>
                    </a:p>
                  </a:txBody>
                  <a:tcPr/>
                </a:tc>
              </a:tr>
              <a:tr h="287119">
                <a:tc>
                  <a:txBody>
                    <a:bodyPr/>
                    <a:p>
                      <a:pPr algn="ctr">
                        <a:defRPr/>
                      </a:pPr>
                      <a:r>
                        <a:rPr lang="en-US" sz="1600"/>
                        <a:t>Airfoil</a:t>
                      </a:r>
                      <a:endParaRPr sz="1600"/>
                    </a:p>
                  </a:txBody>
                  <a:tcPr/>
                </a:tc>
                <a:tc>
                  <a:txBody>
                    <a:bodyPr/>
                    <a:p>
                      <a:pPr algn="ctr">
                        <a:defRPr/>
                      </a:pPr>
                      <a:r>
                        <a:rPr lang="en-US" sz="1600"/>
                        <a:t>A18sm</a:t>
                      </a:r>
                      <a:endParaRPr sz="1600"/>
                    </a:p>
                  </a:txBody>
                  <a:tcPr/>
                </a:tc>
                <a:tc>
                  <a:txBody>
                    <a:bodyPr/>
                    <a:p>
                      <a:pPr algn="ctr">
                        <a:defRPr/>
                      </a:pPr>
                      <a:endParaRPr sz="1600"/>
                    </a:p>
                  </a:txBody>
                  <a:tcPr/>
                </a:tc>
                <a:tc>
                  <a:txBody>
                    <a:bodyPr/>
                    <a:p>
                      <a:pPr algn="ctr">
                        <a:defRPr/>
                      </a:pPr>
                      <a:r>
                        <a:rPr lang="en-US" sz="1600"/>
                        <a:t>A18sm</a:t>
                      </a:r>
                      <a:endParaRPr lang="en-US" sz="1600"/>
                    </a:p>
                  </a:txBody>
                  <a:tcPr/>
                </a:tc>
                <a:tc>
                  <a:txBody>
                    <a:bodyPr/>
                    <a:p>
                      <a:pPr algn="ctr">
                        <a:defRPr/>
                      </a:pPr>
                      <a:endParaRPr lang="en-US" sz="1600"/>
                    </a:p>
                  </a:txBody>
                  <a:tcPr/>
                </a:tc>
              </a:tr>
              <a:tr h="287119">
                <a:tc>
                  <a:txBody>
                    <a:bodyPr/>
                    <a:p>
                      <a:pPr algn="ctr">
                        <a:defRPr/>
                      </a:pPr>
                      <a:r>
                        <a:rPr lang="en-US" sz="1600"/>
                        <a:t>RPM</a:t>
                      </a:r>
                      <a:endParaRPr lang="en-US" sz="1600"/>
                    </a:p>
                  </a:txBody>
                  <a:tcPr/>
                </a:tc>
                <a:tc>
                  <a:txBody>
                    <a:bodyPr/>
                    <a:p>
                      <a:pPr algn="ctr">
                        <a:defRPr/>
                      </a:pPr>
                      <a:r>
                        <a:rPr lang="en-US" sz="1600"/>
                        <a:t>400</a:t>
                      </a:r>
                      <a:endParaRPr lang="en-US" sz="1600"/>
                    </a:p>
                  </a:txBody>
                  <a:tcPr/>
                </a:tc>
                <a:tc>
                  <a:txBody>
                    <a:bodyPr/>
                    <a:p>
                      <a:pPr algn="ctr">
                        <a:defRPr/>
                      </a:pPr>
                      <a:endParaRPr lang="en-US" sz="1600"/>
                    </a:p>
                  </a:txBody>
                  <a:tcPr/>
                </a:tc>
                <a:tc>
                  <a:txBody>
                    <a:bodyPr/>
                    <a:p>
                      <a:pPr algn="ctr">
                        <a:defRPr/>
                      </a:pPr>
                      <a:r>
                        <a:rPr lang="en-US" sz="1600"/>
                        <a:t>7445</a:t>
                      </a:r>
                      <a:endParaRPr lang="en-US" sz="1600"/>
                    </a:p>
                  </a:txBody>
                  <a:tcPr/>
                </a:tc>
                <a:tc>
                  <a:txBody>
                    <a:bodyPr/>
                    <a:p>
                      <a:pPr algn="ctr">
                        <a:defRPr/>
                      </a:pPr>
                      <a:endParaRPr lang="en-US" sz="1600"/>
                    </a:p>
                  </a:txBody>
                  <a:tcPr/>
                </a:tc>
              </a:tr>
            </a:tbl>
          </a:graphicData>
        </a:graphic>
      </p:graphicFrame>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med" p14:dur="700" advClick="1">
        <p:fade thruBlk="0"/>
      </p:transition>
    </mc:Choice>
    <mc:Fallback>
      <p:transition spd="med" advClick="1">
        <p:fade thruBlk="0"/>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057091461" name="Tijdelijke aanduiding voor datum 4"/>
          <p:cNvSpPr>
            <a:spLocks noGrp="1"/>
          </p:cNvSpPr>
          <p:nvPr>
            <p:ph type="dt" sz="half" idx="18"/>
          </p:nvPr>
        </p:nvSpPr>
        <p:spPr bwMode="auto"/>
        <p:txBody>
          <a:bodyPr/>
          <a:lstStyle/>
          <a:p>
            <a:pPr>
              <a:defRPr/>
            </a:pPr>
            <a:fld id="{0372A9BE-D9BD-93A3-2136-585FF1196E51}" type="datetime1">
              <a:rPr lang="nl-NL"/>
              <a:t/>
            </a:fld>
            <a:endParaRPr lang="en-GB"/>
          </a:p>
        </p:txBody>
      </p:sp>
      <p:sp>
        <p:nvSpPr>
          <p:cNvPr id="1685038421" name="Titel 8"/>
          <p:cNvSpPr>
            <a:spLocks noGrp="1"/>
          </p:cNvSpPr>
          <p:nvPr>
            <p:ph type="title"/>
          </p:nvPr>
        </p:nvSpPr>
        <p:spPr bwMode="auto"/>
        <p:txBody>
          <a:bodyPr/>
          <a:lstStyle/>
          <a:p>
            <a:pPr>
              <a:defRPr/>
            </a:pPr>
            <a:r>
              <a:rPr lang="en-US"/>
              <a:t>Wake modeling </a:t>
            </a:r>
            <a:endParaRPr/>
          </a:p>
        </p:txBody>
      </p:sp>
      <p:sp>
        <p:nvSpPr>
          <p:cNvPr id="628544382" name="Tijdelijke aanduiding voor dianummer 1"/>
          <p:cNvSpPr>
            <a:spLocks noGrp="1"/>
          </p:cNvSpPr>
          <p:nvPr>
            <p:ph type="sldNum" sz="quarter" idx="20"/>
          </p:nvPr>
        </p:nvSpPr>
        <p:spPr bwMode="auto"/>
        <p:txBody>
          <a:bodyPr/>
          <a:lstStyle/>
          <a:p>
            <a:pPr>
              <a:defRPr/>
            </a:pPr>
            <a:fld id="{C0A78884-F287-C1D6-A8BE-919E9C39B44E}" type="slidenum">
              <a:rPr lang="en-GB"/>
              <a:t/>
            </a:fld>
            <a:endParaRPr lang="en-GB"/>
          </a:p>
        </p:txBody>
      </p:sp>
      <p:sp>
        <p:nvSpPr>
          <p:cNvPr id="11238399" name="Tijdelijke aanduiding voor verticale tekst 33"/>
          <p:cNvSpPr txBox="1"/>
          <p:nvPr/>
        </p:nvSpPr>
        <p:spPr bwMode="auto">
          <a:xfrm>
            <a:off x="719137" y="1569103"/>
            <a:ext cx="4655998" cy="4431645"/>
          </a:xfrm>
          <a:prstGeom prst="rect">
            <a:avLst/>
          </a:prstGeom>
        </p:spPr>
        <p:txBody>
          <a:bodyPr lIns="0" tIns="0" rIns="0" bIns="0"/>
          <a:lstStyle>
            <a:lvl1pPr marL="361949" indent="-361949" algn="l" defTabSz="914400">
              <a:lnSpc>
                <a:spcPct val="90000"/>
              </a:lnSpc>
              <a:spcBef>
                <a:spcPts val="599"/>
              </a:spcBef>
              <a:spcAft>
                <a:spcPts val="599"/>
              </a:spcAft>
              <a:buClr>
                <a:schemeClr val="accent1"/>
              </a:buClr>
              <a:buSzPct val="120000"/>
              <a:buFont typeface="Arial"/>
              <a:buChar char="•"/>
              <a:defRPr sz="2000">
                <a:solidFill>
                  <a:schemeClr val="tx2"/>
                </a:solidFill>
                <a:latin typeface="+mn-lt"/>
                <a:ea typeface="+mn-ea"/>
                <a:cs typeface="+mn-cs"/>
              </a:defRPr>
            </a:lvl1pPr>
            <a:lvl2pPr marL="712787" indent="-350838" algn="l" defTabSz="914400">
              <a:lnSpc>
                <a:spcPct val="90000"/>
              </a:lnSpc>
              <a:spcBef>
                <a:spcPts val="599"/>
              </a:spcBef>
              <a:spcAft>
                <a:spcPts val="599"/>
              </a:spcAft>
              <a:buClr>
                <a:schemeClr val="accent1"/>
              </a:buClr>
              <a:buSzPct val="120000"/>
              <a:buFont typeface="Arial"/>
              <a:buChar char="•"/>
              <a:tabLst>
                <a:tab pos="712787" algn="l"/>
              </a:tabLst>
              <a:defRPr sz="2000">
                <a:solidFill>
                  <a:schemeClr val="tx2"/>
                </a:solidFill>
                <a:latin typeface="+mn-lt"/>
                <a:ea typeface="+mn-ea"/>
                <a:cs typeface="+mn-cs"/>
              </a:defRPr>
            </a:lvl2pPr>
            <a:lvl3pPr marL="0" indent="0" algn="l" defTabSz="914400">
              <a:lnSpc>
                <a:spcPct val="90000"/>
              </a:lnSpc>
              <a:spcBef>
                <a:spcPts val="599"/>
              </a:spcBef>
              <a:spcAft>
                <a:spcPts val="599"/>
              </a:spcAft>
              <a:buClr>
                <a:schemeClr val="accent3"/>
              </a:buClr>
              <a:buFont typeface="Segoe UI Light"/>
              <a:buNone/>
              <a:defRPr sz="2000">
                <a:solidFill>
                  <a:schemeClr val="tx2"/>
                </a:solidFill>
                <a:latin typeface="+mn-lt"/>
                <a:ea typeface="+mn-ea"/>
                <a:cs typeface="+mn-cs"/>
              </a:defRPr>
            </a:lvl3pPr>
            <a:lvl4pPr marL="0" indent="0" algn="l" defTabSz="914400">
              <a:lnSpc>
                <a:spcPct val="90000"/>
              </a:lnSpc>
              <a:spcBef>
                <a:spcPts val="599"/>
              </a:spcBef>
              <a:spcAft>
                <a:spcPts val="599"/>
              </a:spcAft>
              <a:buFont typeface="Arial"/>
              <a:buNone/>
              <a:defRPr sz="3600" b="1">
                <a:solidFill>
                  <a:schemeClr val="tx2"/>
                </a:solidFill>
                <a:latin typeface="+mj-lt"/>
                <a:ea typeface="+mn-ea"/>
                <a:cs typeface="+mn-cs"/>
              </a:defRPr>
            </a:lvl4pPr>
            <a:lvl5pPr marL="0" indent="0" algn="l" defTabSz="914400">
              <a:lnSpc>
                <a:spcPct val="90000"/>
              </a:lnSpc>
              <a:spcBef>
                <a:spcPts val="599"/>
              </a:spcBef>
              <a:spcAft>
                <a:spcPts val="599"/>
              </a:spcAft>
              <a:buFont typeface="Arial"/>
              <a:buNone/>
              <a:defRPr sz="2400" b="0">
                <a:solidFill>
                  <a:schemeClr val="accent1"/>
                </a:solidFill>
                <a:latin typeface="+mj-lt"/>
                <a:ea typeface="+mn-ea"/>
                <a:cs typeface="+mn-cs"/>
              </a:defRPr>
            </a:lvl5pPr>
            <a:lvl6pPr marL="0" indent="0" algn="l" defTabSz="914400">
              <a:lnSpc>
                <a:spcPct val="90000"/>
              </a:lnSpc>
              <a:spcBef>
                <a:spcPts val="599"/>
              </a:spcBef>
              <a:spcAft>
                <a:spcPts val="599"/>
              </a:spcAft>
              <a:buClr>
                <a:schemeClr val="accent1"/>
              </a:buClr>
              <a:buFont typeface="Arial"/>
              <a:buNone/>
              <a:defRPr sz="2000" b="0" cap="none">
                <a:solidFill>
                  <a:schemeClr val="tx1"/>
                </a:solidFill>
                <a:latin typeface="+mj-lt"/>
                <a:ea typeface="+mn-ea"/>
                <a:cs typeface="+mn-cs"/>
              </a:defRPr>
            </a:lvl6pPr>
            <a:lvl7pPr marL="361949" indent="-361949" algn="l" defTabSz="914400">
              <a:lnSpc>
                <a:spcPct val="90000"/>
              </a:lnSpc>
              <a:spcBef>
                <a:spcPts val="599"/>
              </a:spcBef>
              <a:spcAft>
                <a:spcPts val="599"/>
              </a:spcAft>
              <a:buClr>
                <a:schemeClr val="accent1"/>
              </a:buClr>
              <a:buFont typeface="+mj-lt"/>
              <a:buAutoNum type="arabicPeriod"/>
              <a:defRPr sz="2000">
                <a:solidFill>
                  <a:schemeClr val="tx1"/>
                </a:solidFill>
                <a:latin typeface="+mn-lt"/>
                <a:ea typeface="+mn-ea"/>
                <a:cs typeface="+mn-cs"/>
              </a:defRPr>
            </a:lvl7pPr>
            <a:lvl8pPr marL="361949" indent="-361949" algn="l" defTabSz="914400">
              <a:lnSpc>
                <a:spcPct val="90000"/>
              </a:lnSpc>
              <a:spcBef>
                <a:spcPts val="599"/>
              </a:spcBef>
              <a:spcAft>
                <a:spcPts val="599"/>
              </a:spcAft>
              <a:buClr>
                <a:schemeClr val="accent1"/>
              </a:buClr>
              <a:buFont typeface="+mj-lt"/>
              <a:buAutoNum type="alphaLcPeriod"/>
              <a:defRPr sz="2000">
                <a:solidFill>
                  <a:schemeClr val="tx1"/>
                </a:solidFill>
                <a:latin typeface="+mn-lt"/>
                <a:ea typeface="+mn-ea"/>
                <a:cs typeface="+mn-cs"/>
              </a:defRPr>
            </a:lvl8pPr>
            <a:lvl9pPr marL="0" indent="0" algn="l" defTabSz="914400">
              <a:lnSpc>
                <a:spcPct val="90000"/>
              </a:lnSpc>
              <a:spcBef>
                <a:spcPts val="599"/>
              </a:spcBef>
              <a:spcAft>
                <a:spcPts val="599"/>
              </a:spcAft>
              <a:buClr>
                <a:schemeClr val="accent1"/>
              </a:buClr>
              <a:buFont typeface="Arial"/>
              <a:buNone/>
              <a:defRPr sz="1600" i="1">
                <a:solidFill>
                  <a:schemeClr val="tx1"/>
                </a:solidFill>
                <a:latin typeface="+mn-lt"/>
                <a:ea typeface="+mn-ea"/>
                <a:cs typeface="+mn-cs"/>
              </a:defRPr>
            </a:lvl9pPr>
          </a:lstStyle>
          <a:p>
            <a:pPr>
              <a:defRPr/>
            </a:pPr>
            <a:r>
              <a:rPr lang="en-US"/>
              <a:t>Dynamically defined wake </a:t>
            </a:r>
            <a:endParaRPr lang="en-US"/>
          </a:p>
          <a:p>
            <a:pPr>
              <a:defRPr/>
            </a:pPr>
            <a:r>
              <a:rPr lang="en-US"/>
              <a:t>Wake contraction </a:t>
            </a:r>
            <a:endParaRPr lang="en-US"/>
          </a:p>
          <a:p>
            <a:pPr>
              <a:defRPr/>
            </a:pPr>
            <a:r>
              <a:rPr lang="en-US"/>
              <a:t>Donwash of the tip-rotor wakes</a:t>
            </a:r>
            <a:endParaRPr lang="en-US"/>
          </a:p>
          <a:p>
            <a:pPr>
              <a:defRPr/>
            </a:pPr>
            <a:endParaRPr lang="en-US"/>
          </a:p>
          <a:p>
            <a:pPr>
              <a:defRPr/>
            </a:pPr>
            <a:endParaRPr lang="en-US"/>
          </a:p>
          <a:p>
            <a:pPr>
              <a:defRPr/>
            </a:pPr>
            <a:endParaRPr lang="en-US"/>
          </a:p>
          <a:p>
            <a:pPr>
              <a:defRPr/>
            </a:pPr>
            <a:endParaRPr/>
          </a:p>
        </p:txBody>
      </p:sp>
      <p:grpSp>
        <p:nvGrpSpPr>
          <p:cNvPr id="1098546045" name="INSTRUCTION"/>
          <p:cNvGrpSpPr>
            <a:grpSpLocks noGrp="1" noMove="1" noResize="1" noRot="1" noUngrp="1"/>
          </p:cNvGrpSpPr>
          <p:nvPr/>
        </p:nvGrpSpPr>
        <p:grpSpPr bwMode="auto">
          <a:xfrm>
            <a:off x="-3786436" y="0"/>
            <a:ext cx="3693385" cy="5359348"/>
            <a:chOff x="-3786436" y="0"/>
            <a:chExt cx="3693385" cy="5359348"/>
          </a:xfrm>
        </p:grpSpPr>
        <p:sp>
          <p:nvSpPr>
            <p:cNvPr id="1822202107" name="Rechthoek 273"/>
            <p:cNvSpPr>
              <a:spLocks noAdjustHandles="1" noChangeArrowheads="1" noChangeShapeType="1" noEditPoints="1" noGrp="1" noMove="1" noResize="1" noRot="1"/>
            </p:cNvSpPr>
            <p:nvPr userDrawn="1"/>
          </p:nvSpPr>
          <p:spPr bwMode="auto">
            <a:xfrm>
              <a:off x="-3786165" y="0"/>
              <a:ext cx="3593090" cy="4641337"/>
            </a:xfrm>
            <a:prstGeom prst="rect">
              <a:avLst/>
            </a:prstGeom>
            <a:solidFill>
              <a:srgbClr val="FFFFFF"/>
            </a:solidFill>
            <a:ln w="6350">
              <a:solidFill>
                <a:srgbClr val="ECECEC"/>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noAutofit/>
            </a:bodyPr>
            <a:lstStyle/>
            <a:p>
              <a:pPr algn="l">
                <a:lnSpc>
                  <a:spcPct val="90000"/>
                </a:lnSpc>
                <a:spcBef>
                  <a:spcPts val="599"/>
                </a:spcBef>
                <a:spcAft>
                  <a:spcPts val="599"/>
                </a:spcAft>
                <a:defRPr/>
              </a:pPr>
              <a:r>
                <a:rPr lang="en-GB" sz="1400" b="1" cap="all">
                  <a:solidFill>
                    <a:schemeClr val="accent1"/>
                  </a:solidFill>
                  <a:latin typeface="Calibri"/>
                  <a:cs typeface="Calibri"/>
                </a:rPr>
                <a:t>Choosing text levels</a:t>
              </a:r>
              <a:endParaRPr/>
            </a:p>
          </p:txBody>
        </p:sp>
        <p:sp>
          <p:nvSpPr>
            <p:cNvPr id="1428827098" name="Ovaal 274"/>
            <p:cNvSpPr>
              <a:spLocks noAdjustHandles="1" noChangeArrowheads="1" noChangeShapeType="1" noEditPoints="1" noGrp="1" noMove="1" noResize="1" noRot="1"/>
            </p:cNvSpPr>
            <p:nvPr userDrawn="1"/>
          </p:nvSpPr>
          <p:spPr bwMode="auto">
            <a:xfrm>
              <a:off x="-3604182" y="1837483"/>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1</a:t>
              </a:r>
              <a:endParaRPr/>
            </a:p>
          </p:txBody>
        </p:sp>
        <p:sp>
          <p:nvSpPr>
            <p:cNvPr id="371350363" name="Rechthoek 275"/>
            <p:cNvSpPr>
              <a:spLocks noAdjustHandles="1" noChangeArrowheads="1" noChangeShapeType="1" noEditPoints="1" noGrp="1" noMove="1" noResize="1" noRot="1"/>
            </p:cNvSpPr>
            <p:nvPr userDrawn="1"/>
          </p:nvSpPr>
          <p:spPr bwMode="auto">
            <a:xfrm>
              <a:off x="-3319414" y="1837483"/>
              <a:ext cx="2949219" cy="180000"/>
            </a:xfrm>
            <a:prstGeom prst="rect">
              <a:avLst/>
            </a:prstGeom>
            <a:noFill/>
            <a:ln w="25400" cap="flat" cmpd="sng" algn="ctr">
              <a:noFill/>
              <a:prstDash val="solid"/>
            </a:ln>
            <a:effectLst/>
          </p:spPr>
          <p:txBody>
            <a:bodyPr lIns="0" tIns="0" rIns="0" bIns="0" rtlCol="0" anchor="ctr"/>
            <a:lstStyle/>
            <a:p>
              <a:pPr marL="357187" marR="0" lvl="0" indent="-357187" defTabSz="914400">
                <a:lnSpc>
                  <a:spcPct val="100000"/>
                </a:lnSpc>
                <a:spcBef>
                  <a:spcPts val="599"/>
                </a:spcBef>
                <a:spcAft>
                  <a:spcPts val="599"/>
                </a:spcAft>
                <a:buClr>
                  <a:schemeClr val="accent1"/>
                </a:buClr>
                <a:buSzTx/>
                <a:buFont typeface="Calibri"/>
                <a:buChar char="•"/>
                <a:defRPr/>
              </a:pPr>
              <a:r>
                <a:rPr lang="en-GB" sz="1400" b="0" i="0" u="none" strike="noStrike" cap="none" spc="0">
                  <a:ln>
                    <a:noFill/>
                  </a:ln>
                  <a:solidFill>
                    <a:srgbClr val="000000"/>
                  </a:solidFill>
                  <a:latin typeface="Arial"/>
                  <a:cs typeface="Calibri"/>
                </a:rPr>
                <a:t>Bullet</a:t>
              </a:r>
              <a:endParaRPr/>
            </a:p>
          </p:txBody>
        </p:sp>
        <p:sp>
          <p:nvSpPr>
            <p:cNvPr id="124592037" name="Ovaal 276"/>
            <p:cNvSpPr>
              <a:spLocks noAdjustHandles="1" noChangeArrowheads="1" noChangeShapeType="1" noEditPoints="1" noGrp="1" noMove="1" noResize="1" noRot="1"/>
            </p:cNvSpPr>
            <p:nvPr userDrawn="1"/>
          </p:nvSpPr>
          <p:spPr bwMode="auto">
            <a:xfrm>
              <a:off x="-3604182" y="2128767"/>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2</a:t>
              </a:r>
              <a:endParaRPr/>
            </a:p>
          </p:txBody>
        </p:sp>
        <p:sp>
          <p:nvSpPr>
            <p:cNvPr id="1994319106" name="Rechthoek 277"/>
            <p:cNvSpPr>
              <a:spLocks noAdjustHandles="1" noChangeArrowheads="1" noChangeShapeType="1" noEditPoints="1" noGrp="1" noMove="1" noResize="1" noRot="1"/>
            </p:cNvSpPr>
            <p:nvPr userDrawn="1"/>
          </p:nvSpPr>
          <p:spPr bwMode="auto">
            <a:xfrm>
              <a:off x="-3604182" y="1196112"/>
              <a:ext cx="3229047" cy="459225"/>
            </a:xfrm>
            <a:prstGeom prst="rect">
              <a:avLst/>
            </a:prstGeom>
            <a:noFill/>
            <a:ln w="25400" cap="flat" cmpd="sng" algn="ctr">
              <a:noFill/>
              <a:prstDash val="solid"/>
            </a:ln>
            <a:effectLst/>
          </p:spPr>
          <p:txBody>
            <a:bodyPr lIns="0" tIns="0" rIns="0" bIns="0" rtlCol="0" anchor="t"/>
            <a:lstStyle/>
            <a:p>
              <a:pPr marL="0" marR="0" lvl="0" indent="0" defTabSz="914400">
                <a:lnSpc>
                  <a:spcPct val="90000"/>
                </a:lnSpc>
                <a:spcBef>
                  <a:spcPts val="599"/>
                </a:spcBef>
                <a:spcAft>
                  <a:spcPts val="599"/>
                </a:spcAft>
                <a:buClrTx/>
                <a:buSzTx/>
                <a:buFontTx/>
                <a:buNone/>
                <a:defRPr/>
              </a:pPr>
              <a:r>
                <a:rPr lang="en-GB" sz="1200" b="0" i="0" u="none" strike="noStrike" cap="none" spc="0">
                  <a:ln>
                    <a:noFill/>
                  </a:ln>
                  <a:solidFill>
                    <a:srgbClr val="000000"/>
                  </a:solidFill>
                  <a:latin typeface="Calibri"/>
                  <a:cs typeface="Calibri"/>
                </a:rPr>
                <a:t>Under the tab </a:t>
              </a:r>
              <a:r>
                <a:rPr lang="en-GB" sz="1200" b="1" i="0" u="none" strike="noStrike" cap="none" spc="0">
                  <a:ln>
                    <a:noFill/>
                  </a:ln>
                  <a:solidFill>
                    <a:srgbClr val="000000"/>
                  </a:solidFill>
                  <a:latin typeface="Calibri"/>
                  <a:cs typeface="Calibri"/>
                </a:rPr>
                <a:t>‘Home’</a:t>
              </a:r>
              <a:r>
                <a:rPr lang="en-GB" sz="1200" b="0" i="0" u="none" strike="noStrike" cap="none" spc="0">
                  <a:ln>
                    <a:noFill/>
                  </a:ln>
                  <a:solidFill>
                    <a:srgbClr val="000000"/>
                  </a:solidFill>
                  <a:latin typeface="Calibri"/>
                  <a:cs typeface="Calibri"/>
                </a:rPr>
                <a:t>, use the </a:t>
              </a:r>
              <a:r>
                <a:rPr lang="en-GB" sz="1200" b="1" i="0" u="none" strike="noStrike" cap="none" spc="0">
                  <a:ln>
                    <a:noFill/>
                  </a:ln>
                  <a:solidFill>
                    <a:srgbClr val="000000"/>
                  </a:solidFill>
                  <a:latin typeface="Calibri"/>
                  <a:cs typeface="Calibri"/>
                </a:rPr>
                <a:t>list level-buttons</a:t>
              </a:r>
              <a:r>
                <a:rPr lang="en-GB" sz="1200" b="0" i="0" u="none" strike="noStrike" cap="none" spc="0">
                  <a:ln>
                    <a:noFill/>
                  </a:ln>
                  <a:solidFill>
                    <a:srgbClr val="000000"/>
                  </a:solidFill>
                  <a:latin typeface="Calibri"/>
                  <a:cs typeface="Calibri"/>
                </a:rPr>
                <a:t> to choose a text level. </a:t>
              </a:r>
              <a:br>
                <a:rPr lang="en-GB" sz="1200" b="0" i="0" u="none" strike="noStrike" cap="none" spc="0">
                  <a:ln>
                    <a:noFill/>
                  </a:ln>
                  <a:solidFill>
                    <a:srgbClr val="000000"/>
                  </a:solidFill>
                  <a:latin typeface="Calibri"/>
                  <a:cs typeface="Calibri"/>
                </a:rPr>
              </a:br>
              <a:r>
                <a:rPr lang="en-GB" sz="1200" b="0" i="0" u="none" strike="noStrike" cap="none" spc="0">
                  <a:ln>
                    <a:noFill/>
                  </a:ln>
                  <a:solidFill>
                    <a:srgbClr val="000000"/>
                  </a:solidFill>
                  <a:latin typeface="Calibri"/>
                  <a:cs typeface="Calibri"/>
                </a:rPr>
                <a:t>Choose from:</a:t>
              </a:r>
              <a:endParaRPr/>
            </a:p>
          </p:txBody>
        </p:sp>
        <p:sp>
          <p:nvSpPr>
            <p:cNvPr id="1142141791" name="Rechthoek 278"/>
            <p:cNvSpPr>
              <a:spLocks noAdjustHandles="1" noChangeArrowheads="1" noChangeShapeType="1" noEditPoints="1" noGrp="1" noMove="1" noResize="1" noRot="1"/>
            </p:cNvSpPr>
            <p:nvPr userDrawn="1"/>
          </p:nvSpPr>
          <p:spPr bwMode="auto">
            <a:xfrm>
              <a:off x="-3319414" y="2128872"/>
              <a:ext cx="2949219" cy="180000"/>
            </a:xfrm>
            <a:prstGeom prst="rect">
              <a:avLst/>
            </a:prstGeom>
            <a:noFill/>
            <a:ln w="25400" cap="flat" cmpd="sng" algn="ctr">
              <a:noFill/>
              <a:prstDash val="solid"/>
            </a:ln>
            <a:effectLst/>
          </p:spPr>
          <p:txBody>
            <a:bodyPr lIns="0" tIns="0" rIns="0" bIns="0" rtlCol="0" anchor="ctr"/>
            <a:lstStyle/>
            <a:p>
              <a:pPr marL="715962" marR="0" lvl="0" indent="-358774" defTabSz="914400">
                <a:lnSpc>
                  <a:spcPct val="100000"/>
                </a:lnSpc>
                <a:spcBef>
                  <a:spcPts val="599"/>
                </a:spcBef>
                <a:spcAft>
                  <a:spcPts val="599"/>
                </a:spcAft>
                <a:buClr>
                  <a:schemeClr val="accent1"/>
                </a:buClr>
                <a:buSzTx/>
                <a:buFont typeface="Calibri"/>
                <a:buChar char="•"/>
                <a:defRPr/>
              </a:pPr>
              <a:r>
                <a:rPr lang="en-GB" sz="1400" b="0" i="0" u="none" strike="noStrike" cap="none" spc="0">
                  <a:ln>
                    <a:noFill/>
                  </a:ln>
                  <a:solidFill>
                    <a:srgbClr val="000000"/>
                  </a:solidFill>
                  <a:latin typeface="Arial"/>
                  <a:cs typeface="Calibri"/>
                </a:rPr>
                <a:t>Sub-bullet </a:t>
              </a:r>
              <a:endParaRPr/>
            </a:p>
          </p:txBody>
        </p:sp>
        <p:sp>
          <p:nvSpPr>
            <p:cNvPr id="124237162" name="Ovaal 279"/>
            <p:cNvSpPr>
              <a:spLocks noAdjustHandles="1" noChangeArrowheads="1" noChangeShapeType="1" noEditPoints="1" noGrp="1" noMove="1" noResize="1" noRot="1"/>
            </p:cNvSpPr>
            <p:nvPr userDrawn="1"/>
          </p:nvSpPr>
          <p:spPr bwMode="auto">
            <a:xfrm>
              <a:off x="-3604182" y="2420051"/>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3</a:t>
              </a:r>
              <a:endParaRPr/>
            </a:p>
          </p:txBody>
        </p:sp>
        <p:sp>
          <p:nvSpPr>
            <p:cNvPr id="74098026" name="Rechthoek 280"/>
            <p:cNvSpPr>
              <a:spLocks noAdjustHandles="1" noChangeArrowheads="1" noChangeShapeType="1" noEditPoints="1" noGrp="1" noMove="1" noResize="1" noRot="1"/>
            </p:cNvSpPr>
            <p:nvPr userDrawn="1"/>
          </p:nvSpPr>
          <p:spPr bwMode="auto">
            <a:xfrm>
              <a:off x="-3319414" y="2420262"/>
              <a:ext cx="2949219" cy="180000"/>
            </a:xfrm>
            <a:prstGeom prst="rect">
              <a:avLst/>
            </a:prstGeom>
            <a:noFill/>
            <a:ln w="25400" cap="flat" cmpd="sng" algn="ctr">
              <a:noFill/>
              <a:prstDash val="solid"/>
            </a:ln>
            <a:effectLst/>
          </p:spPr>
          <p:txBody>
            <a:bodyPr lIns="0" tIns="0" rIns="0" bIns="0" rtlCol="0" anchor="ctr"/>
            <a:lstStyle/>
            <a:p>
              <a:pPr marL="0" marR="0" lvl="0" indent="0" defTabSz="914400">
                <a:lnSpc>
                  <a:spcPct val="100000"/>
                </a:lnSpc>
                <a:spcBef>
                  <a:spcPts val="599"/>
                </a:spcBef>
                <a:spcAft>
                  <a:spcPts val="599"/>
                </a:spcAft>
                <a:buClr>
                  <a:schemeClr val="accent1"/>
                </a:buClr>
                <a:buSzTx/>
                <a:buFont typeface="Calibri"/>
                <a:buNone/>
                <a:defRPr/>
              </a:pPr>
              <a:r>
                <a:rPr lang="en-GB" sz="1400" b="0" i="0" u="none" strike="noStrike" cap="none" spc="0">
                  <a:ln>
                    <a:noFill/>
                  </a:ln>
                  <a:solidFill>
                    <a:srgbClr val="000000"/>
                  </a:solidFill>
                  <a:latin typeface="Arial"/>
                  <a:cs typeface="Calibri"/>
                </a:rPr>
                <a:t>Default text</a:t>
              </a:r>
              <a:endParaRPr/>
            </a:p>
          </p:txBody>
        </p:sp>
        <p:sp>
          <p:nvSpPr>
            <p:cNvPr id="1789954544" name="Ovaal 281"/>
            <p:cNvSpPr>
              <a:spLocks noAdjustHandles="1" noChangeArrowheads="1" noChangeShapeType="1" noEditPoints="1" noGrp="1" noMove="1" noResize="1" noRot="1"/>
            </p:cNvSpPr>
            <p:nvPr userDrawn="1"/>
          </p:nvSpPr>
          <p:spPr bwMode="auto">
            <a:xfrm>
              <a:off x="-3604182" y="2711335"/>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4</a:t>
              </a:r>
              <a:endParaRPr/>
            </a:p>
          </p:txBody>
        </p:sp>
        <p:sp>
          <p:nvSpPr>
            <p:cNvPr id="983472736" name="Rechthoek 282"/>
            <p:cNvSpPr>
              <a:spLocks noAdjustHandles="1" noChangeArrowheads="1" noChangeShapeType="1" noEditPoints="1" noGrp="1" noMove="1" noResize="1" noRot="1"/>
            </p:cNvSpPr>
            <p:nvPr userDrawn="1"/>
          </p:nvSpPr>
          <p:spPr bwMode="auto">
            <a:xfrm>
              <a:off x="-3319414" y="2711650"/>
              <a:ext cx="2949219" cy="180000"/>
            </a:xfrm>
            <a:prstGeom prst="rect">
              <a:avLst/>
            </a:prstGeom>
            <a:noFill/>
            <a:ln w="25400" cap="flat" cmpd="sng" algn="ctr">
              <a:noFill/>
              <a:prstDash val="solid"/>
            </a:ln>
            <a:effectLst/>
          </p:spPr>
          <p:txBody>
            <a:bodyPr lIns="0" tIns="0" rIns="0" bIns="0" rtlCol="0" anchor="ctr"/>
            <a:lstStyle/>
            <a:p>
              <a:pPr marL="0" marR="0" lvl="0" indent="0" defTabSz="914400">
                <a:lnSpc>
                  <a:spcPct val="100000"/>
                </a:lnSpc>
                <a:spcBef>
                  <a:spcPts val="599"/>
                </a:spcBef>
                <a:spcAft>
                  <a:spcPts val="599"/>
                </a:spcAft>
                <a:buClr>
                  <a:schemeClr val="accent1"/>
                </a:buClr>
                <a:buSzTx/>
                <a:buFont typeface="Calibri"/>
                <a:buNone/>
                <a:defRPr/>
              </a:pPr>
              <a:r>
                <a:rPr lang="en-GB" sz="2400" b="1" i="0" u="none" strike="noStrike" cap="none" spc="0">
                  <a:ln>
                    <a:noFill/>
                  </a:ln>
                  <a:solidFill>
                    <a:schemeClr val="tx1"/>
                  </a:solidFill>
                  <a:latin typeface="Arial"/>
                  <a:cs typeface="Calibri"/>
                </a:rPr>
                <a:t>Title/Quote</a:t>
              </a:r>
              <a:endParaRPr/>
            </a:p>
          </p:txBody>
        </p:sp>
        <p:sp>
          <p:nvSpPr>
            <p:cNvPr id="1303566973" name="Ovaal 283"/>
            <p:cNvSpPr>
              <a:spLocks noAdjustHandles="1" noChangeArrowheads="1" noChangeShapeType="1" noEditPoints="1" noGrp="1" noMove="1" noResize="1" noRot="1"/>
            </p:cNvSpPr>
            <p:nvPr userDrawn="1"/>
          </p:nvSpPr>
          <p:spPr bwMode="auto">
            <a:xfrm>
              <a:off x="-3604182" y="3002619"/>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5</a:t>
              </a:r>
              <a:endParaRPr/>
            </a:p>
          </p:txBody>
        </p:sp>
        <p:sp>
          <p:nvSpPr>
            <p:cNvPr id="1450385065" name="Rechthoek 284"/>
            <p:cNvSpPr>
              <a:spLocks noAdjustHandles="1" noChangeArrowheads="1" noChangeShapeType="1" noEditPoints="1" noGrp="1" noMove="1" noResize="1" noRot="1"/>
            </p:cNvSpPr>
            <p:nvPr userDrawn="1"/>
          </p:nvSpPr>
          <p:spPr bwMode="auto">
            <a:xfrm>
              <a:off x="-3319414" y="3003039"/>
              <a:ext cx="2949219" cy="180000"/>
            </a:xfrm>
            <a:prstGeom prst="rect">
              <a:avLst/>
            </a:prstGeom>
            <a:noFill/>
            <a:ln w="25400" cap="flat" cmpd="sng" algn="ctr">
              <a:noFill/>
              <a:prstDash val="solid"/>
            </a:ln>
            <a:effectLst/>
          </p:spPr>
          <p:txBody>
            <a:bodyPr lIns="0" tIns="0" rIns="0" bIns="0" rtlCol="0" anchor="ctr"/>
            <a:lstStyle/>
            <a:p>
              <a:pPr marL="0" marR="0" lvl="0" indent="0" defTabSz="914400">
                <a:lnSpc>
                  <a:spcPct val="100000"/>
                </a:lnSpc>
                <a:spcBef>
                  <a:spcPts val="599"/>
                </a:spcBef>
                <a:spcAft>
                  <a:spcPts val="599"/>
                </a:spcAft>
                <a:buClr>
                  <a:schemeClr val="accent1"/>
                </a:buClr>
                <a:buSzTx/>
                <a:buFont typeface="Calibri"/>
                <a:buNone/>
                <a:defRPr/>
              </a:pPr>
              <a:r>
                <a:rPr lang="en-GB" sz="1800" b="0" i="0" u="none" strike="noStrike" cap="none" spc="0">
                  <a:ln>
                    <a:noFill/>
                  </a:ln>
                  <a:solidFill>
                    <a:schemeClr val="accent1"/>
                  </a:solidFill>
                  <a:latin typeface="Arial"/>
                  <a:cs typeface="Calibri"/>
                </a:rPr>
                <a:t>Subtitle</a:t>
              </a:r>
              <a:endParaRPr/>
            </a:p>
          </p:txBody>
        </p:sp>
        <p:sp>
          <p:nvSpPr>
            <p:cNvPr id="1612240534" name="Ovaal 285"/>
            <p:cNvSpPr>
              <a:spLocks noAdjustHandles="1" noChangeArrowheads="1" noChangeShapeType="1" noEditPoints="1" noGrp="1" noMove="1" noResize="1" noRot="1"/>
            </p:cNvSpPr>
            <p:nvPr userDrawn="1"/>
          </p:nvSpPr>
          <p:spPr bwMode="auto">
            <a:xfrm>
              <a:off x="-3604182" y="3293903"/>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6</a:t>
              </a:r>
              <a:endParaRPr/>
            </a:p>
          </p:txBody>
        </p:sp>
        <p:sp>
          <p:nvSpPr>
            <p:cNvPr id="78173266" name="Rechthoek 286"/>
            <p:cNvSpPr>
              <a:spLocks noAdjustHandles="1" noChangeArrowheads="1" noChangeShapeType="1" noEditPoints="1" noGrp="1" noMove="1" noResize="1" noRot="1"/>
            </p:cNvSpPr>
            <p:nvPr userDrawn="1"/>
          </p:nvSpPr>
          <p:spPr bwMode="auto">
            <a:xfrm>
              <a:off x="-3319414" y="3585817"/>
              <a:ext cx="2949219" cy="180000"/>
            </a:xfrm>
            <a:prstGeom prst="rect">
              <a:avLst/>
            </a:prstGeom>
            <a:noFill/>
            <a:ln w="25400" cap="flat" cmpd="sng" algn="ctr">
              <a:noFill/>
              <a:prstDash val="solid"/>
            </a:ln>
            <a:effectLst/>
          </p:spPr>
          <p:txBody>
            <a:bodyPr lIns="0" tIns="0" rIns="0" bIns="0" rtlCol="0" anchor="ctr"/>
            <a:lstStyle/>
            <a:p>
              <a:pPr marL="357187" marR="0" lvl="0" indent="-357187" defTabSz="914400">
                <a:lnSpc>
                  <a:spcPct val="100000"/>
                </a:lnSpc>
                <a:spcBef>
                  <a:spcPts val="599"/>
                </a:spcBef>
                <a:spcAft>
                  <a:spcPts val="599"/>
                </a:spcAft>
                <a:buClr>
                  <a:schemeClr val="accent1"/>
                </a:buClr>
                <a:buSzTx/>
                <a:buFont typeface="+mj-lt"/>
                <a:buAutoNum type="arabicPeriod"/>
                <a:defRPr/>
              </a:pPr>
              <a:r>
                <a:rPr lang="en-GB" sz="1400" b="0" i="0" u="none" strike="noStrike" cap="none" spc="0">
                  <a:ln>
                    <a:noFill/>
                  </a:ln>
                  <a:solidFill>
                    <a:schemeClr val="tx1"/>
                  </a:solidFill>
                  <a:latin typeface="Arial"/>
                  <a:cs typeface="Calibri"/>
                </a:rPr>
                <a:t>Numerical bullet</a:t>
              </a:r>
              <a:endParaRPr/>
            </a:p>
          </p:txBody>
        </p:sp>
        <p:sp>
          <p:nvSpPr>
            <p:cNvPr id="1873273684" name="Ovaal 287"/>
            <p:cNvSpPr>
              <a:spLocks noAdjustHandles="1" noChangeArrowheads="1" noChangeShapeType="1" noEditPoints="1" noGrp="1" noMove="1" noResize="1" noRot="1"/>
            </p:cNvSpPr>
            <p:nvPr userDrawn="1"/>
          </p:nvSpPr>
          <p:spPr bwMode="auto">
            <a:xfrm>
              <a:off x="-3604182" y="3585187"/>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7</a:t>
              </a:r>
              <a:endParaRPr/>
            </a:p>
          </p:txBody>
        </p:sp>
        <p:sp>
          <p:nvSpPr>
            <p:cNvPr id="769518135" name="Rechthoek 288"/>
            <p:cNvSpPr>
              <a:spLocks noAdjustHandles="1" noChangeArrowheads="1" noChangeShapeType="1" noEditPoints="1" noGrp="1" noMove="1" noResize="1" noRot="1"/>
            </p:cNvSpPr>
            <p:nvPr userDrawn="1"/>
          </p:nvSpPr>
          <p:spPr bwMode="auto">
            <a:xfrm>
              <a:off x="-3325829" y="3877206"/>
              <a:ext cx="2949219" cy="180000"/>
            </a:xfrm>
            <a:prstGeom prst="rect">
              <a:avLst/>
            </a:prstGeom>
            <a:noFill/>
            <a:ln w="25400" cap="flat" cmpd="sng" algn="ctr">
              <a:noFill/>
              <a:prstDash val="solid"/>
            </a:ln>
            <a:effectLst/>
          </p:spPr>
          <p:txBody>
            <a:bodyPr lIns="0" tIns="0" rIns="0" bIns="0" rtlCol="0" anchor="ctr"/>
            <a:lstStyle/>
            <a:p>
              <a:pPr marL="342900" marR="0" lvl="0" indent="-342900" defTabSz="914400">
                <a:lnSpc>
                  <a:spcPct val="100000"/>
                </a:lnSpc>
                <a:spcBef>
                  <a:spcPts val="599"/>
                </a:spcBef>
                <a:spcAft>
                  <a:spcPts val="599"/>
                </a:spcAft>
                <a:buClr>
                  <a:schemeClr val="accent1"/>
                </a:buClr>
                <a:buSzTx/>
                <a:buFont typeface="+mj-lt"/>
                <a:buAutoNum type="alphaLcPeriod"/>
                <a:defRPr/>
              </a:pPr>
              <a:r>
                <a:rPr lang="en-GB" sz="1400" b="0" i="0" u="none" strike="noStrike" cap="none" spc="0">
                  <a:ln>
                    <a:noFill/>
                  </a:ln>
                  <a:solidFill>
                    <a:schemeClr val="tx1"/>
                  </a:solidFill>
                  <a:latin typeface="Arial"/>
                  <a:cs typeface="Calibri"/>
                </a:rPr>
                <a:t>Alphabetical bullet</a:t>
              </a:r>
              <a:endParaRPr/>
            </a:p>
          </p:txBody>
        </p:sp>
        <p:sp>
          <p:nvSpPr>
            <p:cNvPr id="2030040587" name="Ovaal 289"/>
            <p:cNvSpPr>
              <a:spLocks noAdjustHandles="1" noChangeArrowheads="1" noChangeShapeType="1" noEditPoints="1" noGrp="1" noMove="1" noResize="1" noRot="1"/>
            </p:cNvSpPr>
            <p:nvPr userDrawn="1"/>
          </p:nvSpPr>
          <p:spPr bwMode="auto">
            <a:xfrm>
              <a:off x="-3604182" y="3876471"/>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8</a:t>
              </a:r>
              <a:endParaRPr/>
            </a:p>
          </p:txBody>
        </p:sp>
        <p:sp>
          <p:nvSpPr>
            <p:cNvPr id="1505122970" name="Rechthoek 290"/>
            <p:cNvSpPr>
              <a:spLocks noAdjustHandles="1" noChangeArrowheads="1" noChangeShapeType="1" noEditPoints="1" noGrp="1" noMove="1" noResize="1" noRot="1"/>
            </p:cNvSpPr>
            <p:nvPr userDrawn="1"/>
          </p:nvSpPr>
          <p:spPr bwMode="auto">
            <a:xfrm>
              <a:off x="-3319414" y="4168593"/>
              <a:ext cx="2949219" cy="180000"/>
            </a:xfrm>
            <a:prstGeom prst="rect">
              <a:avLst/>
            </a:prstGeom>
            <a:noFill/>
            <a:ln w="25400" cap="flat" cmpd="sng" algn="ctr">
              <a:noFill/>
              <a:prstDash val="solid"/>
            </a:ln>
            <a:effectLst/>
          </p:spPr>
          <p:txBody>
            <a:bodyPr lIns="0" tIns="0" rIns="0" bIns="0" rtlCol="0" anchor="ctr"/>
            <a:lstStyle/>
            <a:p>
              <a:pPr marL="0" marR="0" lvl="0" indent="0" defTabSz="914400">
                <a:lnSpc>
                  <a:spcPct val="100000"/>
                </a:lnSpc>
                <a:spcBef>
                  <a:spcPts val="599"/>
                </a:spcBef>
                <a:spcAft>
                  <a:spcPts val="599"/>
                </a:spcAft>
                <a:buClr>
                  <a:schemeClr val="tx1"/>
                </a:buClr>
                <a:buSzTx/>
                <a:buFont typeface="Calibri"/>
                <a:buNone/>
                <a:defRPr/>
              </a:pPr>
              <a:r>
                <a:rPr lang="en-GB" sz="1200" b="0" i="1" u="none" strike="noStrike" cap="none" spc="0">
                  <a:ln>
                    <a:noFill/>
                  </a:ln>
                  <a:solidFill>
                    <a:srgbClr val="000000"/>
                  </a:solidFill>
                  <a:latin typeface="Arial"/>
                  <a:cs typeface="Calibri"/>
                </a:rPr>
                <a:t>Source</a:t>
              </a:r>
              <a:endParaRPr/>
            </a:p>
          </p:txBody>
        </p:sp>
        <p:sp>
          <p:nvSpPr>
            <p:cNvPr id="161001538" name="Ovaal 291"/>
            <p:cNvSpPr>
              <a:spLocks noAdjustHandles="1" noChangeArrowheads="1" noChangeShapeType="1" noEditPoints="1" noGrp="1" noMove="1" noResize="1" noRot="1"/>
            </p:cNvSpPr>
            <p:nvPr userDrawn="1"/>
          </p:nvSpPr>
          <p:spPr bwMode="auto">
            <a:xfrm>
              <a:off x="-3604182" y="4168593"/>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9</a:t>
              </a:r>
              <a:endParaRPr/>
            </a:p>
          </p:txBody>
        </p:sp>
        <p:sp>
          <p:nvSpPr>
            <p:cNvPr id="324933189" name="Rechthoek 292"/>
            <p:cNvSpPr>
              <a:spLocks noAdjustHandles="1" noChangeArrowheads="1" noChangeShapeType="1" noEditPoints="1" noGrp="1" noMove="1" noResize="1" noRot="1"/>
            </p:cNvSpPr>
            <p:nvPr userDrawn="1"/>
          </p:nvSpPr>
          <p:spPr bwMode="auto">
            <a:xfrm>
              <a:off x="-3319414" y="3294428"/>
              <a:ext cx="2949219" cy="180000"/>
            </a:xfrm>
            <a:prstGeom prst="rect">
              <a:avLst/>
            </a:prstGeom>
            <a:noFill/>
            <a:ln w="25400" cap="flat" cmpd="sng" algn="ctr">
              <a:noFill/>
              <a:prstDash val="solid"/>
            </a:ln>
            <a:effectLst/>
          </p:spPr>
          <p:txBody>
            <a:bodyPr lIns="0" tIns="0" rIns="0" bIns="0" rtlCol="0" anchor="ctr"/>
            <a:lstStyle/>
            <a:p>
              <a:pPr marL="0" marR="0" lvl="0" indent="0" defTabSz="914400">
                <a:lnSpc>
                  <a:spcPct val="100000"/>
                </a:lnSpc>
                <a:spcBef>
                  <a:spcPts val="599"/>
                </a:spcBef>
                <a:spcAft>
                  <a:spcPts val="599"/>
                </a:spcAft>
                <a:buClr>
                  <a:schemeClr val="accent1"/>
                </a:buClr>
                <a:buSzTx/>
                <a:buFont typeface="Calibri"/>
                <a:buNone/>
                <a:defRPr/>
              </a:pPr>
              <a:r>
                <a:rPr lang="en-GB" sz="1400" b="0" i="0" u="none" strike="noStrike" cap="none" spc="0">
                  <a:ln>
                    <a:noFill/>
                  </a:ln>
                  <a:solidFill>
                    <a:srgbClr val="000000"/>
                  </a:solidFill>
                  <a:latin typeface="Arial"/>
                  <a:cs typeface="Calibri"/>
                </a:rPr>
                <a:t>Default text</a:t>
              </a:r>
              <a:endParaRPr/>
            </a:p>
          </p:txBody>
        </p:sp>
        <p:sp>
          <p:nvSpPr>
            <p:cNvPr id="724439248" name="Rechthoek 293"/>
            <p:cNvSpPr>
              <a:spLocks noAdjustHandles="1" noChangeArrowheads="1" noChangeShapeType="1" noEditPoints="1" noGrp="1" noMove="1" noResize="1" noRot="1"/>
            </p:cNvSpPr>
            <p:nvPr userDrawn="1"/>
          </p:nvSpPr>
          <p:spPr bwMode="auto">
            <a:xfrm>
              <a:off x="-3786436" y="4531348"/>
              <a:ext cx="3593637" cy="828000"/>
            </a:xfrm>
            <a:prstGeom prst="rect">
              <a:avLst/>
            </a:prstGeom>
            <a:solidFill>
              <a:srgbClr val="ECECEC"/>
            </a:solidFill>
            <a:ln w="6350">
              <a:solidFill>
                <a:srgbClr val="ECECEC"/>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ctr" anchorCtr="0" forceAA="0" compatLnSpc="1">
              <a:prstTxWarp prst="textNoShape"/>
              <a:noAutofit/>
            </a:bodyPr>
            <a:lstStyle/>
            <a:p>
              <a:pPr algn="l">
                <a:lnSpc>
                  <a:spcPct val="90000"/>
                </a:lnSpc>
                <a:spcBef>
                  <a:spcPts val="599"/>
                </a:spcBef>
                <a:spcAft>
                  <a:spcPts val="599"/>
                </a:spcAft>
                <a:defRPr/>
              </a:pPr>
              <a:r>
                <a:rPr lang="en-GB" sz="1200" b="1" cap="all">
                  <a:solidFill>
                    <a:srgbClr val="211F26"/>
                  </a:solidFill>
                  <a:latin typeface="Calibri"/>
                  <a:cs typeface="Calibri"/>
                </a:rPr>
                <a:t>Want to know more?</a:t>
              </a:r>
              <a:br>
                <a:rPr lang="en-GB" sz="1200" b="1" cap="all">
                  <a:solidFill>
                    <a:srgbClr val="211F26"/>
                  </a:solidFill>
                  <a:latin typeface="Calibri"/>
                  <a:cs typeface="Calibri"/>
                </a:rPr>
              </a:br>
              <a:r>
                <a:rPr lang="en-GB" sz="1200" cap="none">
                  <a:solidFill>
                    <a:srgbClr val="211F26"/>
                  </a:solidFill>
                  <a:latin typeface="Calibri"/>
                  <a:cs typeface="Calibri"/>
                </a:rPr>
                <a:t>Go to the </a:t>
              </a:r>
              <a:r>
                <a:rPr lang="en-GB" sz="1200" cap="none">
                  <a:solidFill>
                    <a:srgbClr val="211F26"/>
                  </a:solidFill>
                  <a:latin typeface="Calibri"/>
                  <a:ea typeface="Arial"/>
                  <a:cs typeface="Calibri"/>
                </a:rPr>
                <a:t>tab</a:t>
              </a:r>
              <a:r>
                <a:rPr lang="en-GB" sz="1200" b="1" cap="all">
                  <a:solidFill>
                    <a:srgbClr val="211F26"/>
                  </a:solidFill>
                  <a:latin typeface="Calibri"/>
                  <a:cs typeface="Calibri"/>
                </a:rPr>
                <a:t> 'SLIDEBUILDER’ </a:t>
              </a:r>
              <a:r>
                <a:rPr lang="en-GB" sz="1200" cap="none">
                  <a:solidFill>
                    <a:srgbClr val="211F26"/>
                  </a:solidFill>
                  <a:latin typeface="Calibri"/>
                  <a:ea typeface="Arial"/>
                  <a:cs typeface="Calibri"/>
                </a:rPr>
                <a:t>and click</a:t>
              </a:r>
              <a:br>
                <a:rPr lang="en-GB" sz="1200" cap="none">
                  <a:solidFill>
                    <a:srgbClr val="211F26"/>
                  </a:solidFill>
                  <a:latin typeface="Calibri"/>
                  <a:ea typeface="Arial"/>
                  <a:cs typeface="Calibri"/>
                </a:rPr>
              </a:br>
              <a:r>
                <a:rPr lang="en-GB" sz="1200" cap="none">
                  <a:solidFill>
                    <a:srgbClr val="211F26"/>
                  </a:solidFill>
                  <a:latin typeface="Calibri"/>
                  <a:ea typeface="Arial"/>
                  <a:cs typeface="Calibri"/>
                </a:rPr>
                <a:t>on the button </a:t>
              </a:r>
              <a:r>
                <a:rPr lang="en-GB" sz="1200" b="1" cap="all">
                  <a:solidFill>
                    <a:srgbClr val="211F26"/>
                  </a:solidFill>
                  <a:latin typeface="Calibri"/>
                  <a:cs typeface="Calibri"/>
                </a:rPr>
                <a:t>‘Inspiration'</a:t>
              </a:r>
              <a:endParaRPr/>
            </a:p>
          </p:txBody>
        </p:sp>
        <p:grpSp>
          <p:nvGrpSpPr>
            <p:cNvPr id="1093094204" name="ICOON_info"/>
            <p:cNvGrpSpPr>
              <a:grpSpLocks noGrp="1" noMove="1" noResize="1" noRot="1" noUngrp="1"/>
            </p:cNvGrpSpPr>
            <p:nvPr userDrawn="1"/>
          </p:nvGrpSpPr>
          <p:grpSpPr bwMode="auto">
            <a:xfrm>
              <a:off x="-376734" y="4400185"/>
              <a:ext cx="283684" cy="283684"/>
              <a:chOff x="-510741" y="5913712"/>
              <a:chExt cx="267554" cy="267554"/>
            </a:xfrm>
          </p:grpSpPr>
          <p:sp>
            <p:nvSpPr>
              <p:cNvPr id="97338642" name="Ovaal 342"/>
              <p:cNvSpPr>
                <a:spLocks noAdjustHandles="1" noChangeArrowheads="1" noChangeShapeType="1" noEditPoints="1" noGrp="1" noMove="1" noResize="1" noRot="1"/>
              </p:cNvSpPr>
              <p:nvPr userDrawn="1"/>
            </p:nvSpPr>
            <p:spPr bwMode="auto">
              <a:xfrm>
                <a:off x="-491852" y="5932071"/>
                <a:ext cx="230834" cy="230834"/>
              </a:xfrm>
              <a:prstGeom prst="ellipse">
                <a:avLst/>
              </a:prstGeom>
              <a:solidFill>
                <a:srgbClr val="211F2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noAutofit/>
              </a:bodyPr>
              <a:lstStyle/>
              <a:p>
                <a:pPr algn="ctr">
                  <a:lnSpc>
                    <a:spcPct val="90000"/>
                  </a:lnSpc>
                  <a:spcBef>
                    <a:spcPts val="599"/>
                  </a:spcBef>
                  <a:spcAft>
                    <a:spcPts val="599"/>
                  </a:spcAft>
                  <a:defRPr/>
                </a:pPr>
                <a:endParaRPr lang="en-GB" sz="1600" cap="all">
                  <a:latin typeface="Calibri"/>
                  <a:cs typeface="Calibri"/>
                </a:endParaRPr>
              </a:p>
            </p:txBody>
          </p:sp>
          <p:sp>
            <p:nvSpPr>
              <p:cNvPr id="1523861302" name="Graphic 163" descr="Informatie"/>
              <p:cNvSpPr>
                <a:spLocks noAdjustHandles="1" noChangeArrowheads="1" noChangeShapeType="1" noEditPoints="1" noGrp="1" noMove="1" noResize="1" noRot="1"/>
              </p:cNvSpPr>
              <p:nvPr/>
            </p:nvSpPr>
            <p:spPr bwMode="auto">
              <a:xfrm>
                <a:off x="-510741" y="5913712"/>
                <a:ext cx="267554" cy="267554"/>
              </a:xfrm>
              <a:custGeom>
                <a:avLst/>
                <a:gdLst>
                  <a:gd name="connsiteX0" fmla="*/ 145860 w 291719"/>
                  <a:gd name="connsiteY0" fmla="*/ 0 h 291719"/>
                  <a:gd name="connsiteX1" fmla="*/ 0 w 291719"/>
                  <a:gd name="connsiteY1" fmla="*/ 145860 h 291719"/>
                  <a:gd name="connsiteX2" fmla="*/ 145860 w 291719"/>
                  <a:gd name="connsiteY2" fmla="*/ 291720 h 291719"/>
                  <a:gd name="connsiteX3" fmla="*/ 291720 w 291719"/>
                  <a:gd name="connsiteY3" fmla="*/ 145860 h 291719"/>
                  <a:gd name="connsiteX4" fmla="*/ 145860 w 291719"/>
                  <a:gd name="connsiteY4" fmla="*/ 0 h 291719"/>
                  <a:gd name="connsiteX5" fmla="*/ 138183 w 291719"/>
                  <a:gd name="connsiteY5" fmla="*/ 38384 h 291719"/>
                  <a:gd name="connsiteX6" fmla="*/ 157375 w 291719"/>
                  <a:gd name="connsiteY6" fmla="*/ 57576 h 291719"/>
                  <a:gd name="connsiteX7" fmla="*/ 138183 w 291719"/>
                  <a:gd name="connsiteY7" fmla="*/ 76768 h 291719"/>
                  <a:gd name="connsiteX8" fmla="*/ 118991 w 291719"/>
                  <a:gd name="connsiteY8" fmla="*/ 57576 h 291719"/>
                  <a:gd name="connsiteX9" fmla="*/ 138183 w 291719"/>
                  <a:gd name="connsiteY9" fmla="*/ 38384 h 291719"/>
                  <a:gd name="connsiteX10" fmla="*/ 184244 w 291719"/>
                  <a:gd name="connsiteY10" fmla="*/ 253336 h 291719"/>
                  <a:gd name="connsiteX11" fmla="*/ 107476 w 291719"/>
                  <a:gd name="connsiteY11" fmla="*/ 253336 h 291719"/>
                  <a:gd name="connsiteX12" fmla="*/ 107476 w 291719"/>
                  <a:gd name="connsiteY12" fmla="*/ 230305 h 291719"/>
                  <a:gd name="connsiteX13" fmla="*/ 134345 w 291719"/>
                  <a:gd name="connsiteY13" fmla="*/ 230305 h 291719"/>
                  <a:gd name="connsiteX14" fmla="*/ 134345 w 291719"/>
                  <a:gd name="connsiteY14" fmla="*/ 115153 h 291719"/>
                  <a:gd name="connsiteX15" fmla="*/ 111314 w 291719"/>
                  <a:gd name="connsiteY15" fmla="*/ 115153 h 291719"/>
                  <a:gd name="connsiteX16" fmla="*/ 111314 w 291719"/>
                  <a:gd name="connsiteY16" fmla="*/ 92122 h 291719"/>
                  <a:gd name="connsiteX17" fmla="*/ 157375 w 291719"/>
                  <a:gd name="connsiteY17" fmla="*/ 92122 h 291719"/>
                  <a:gd name="connsiteX18" fmla="*/ 157375 w 291719"/>
                  <a:gd name="connsiteY18" fmla="*/ 115153 h 291719"/>
                  <a:gd name="connsiteX19" fmla="*/ 157375 w 291719"/>
                  <a:gd name="connsiteY19" fmla="*/ 230305 h 291719"/>
                  <a:gd name="connsiteX20" fmla="*/ 184244 w 291719"/>
                  <a:gd name="connsiteY20" fmla="*/ 230305 h 291719"/>
                  <a:gd name="connsiteX21" fmla="*/ 184244 w 291719"/>
                  <a:gd name="connsiteY21" fmla="*/ 253336 h 291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1719" h="291719" fill="norm" stroke="1" extrusionOk="0">
                    <a:moveTo>
                      <a:pt x="145860" y="0"/>
                    </a:moveTo>
                    <a:cubicBezTo>
                      <a:pt x="65253" y="0"/>
                      <a:pt x="0" y="65253"/>
                      <a:pt x="0" y="145860"/>
                    </a:cubicBezTo>
                    <a:cubicBezTo>
                      <a:pt x="0" y="226467"/>
                      <a:pt x="65253" y="291720"/>
                      <a:pt x="145860" y="291720"/>
                    </a:cubicBezTo>
                    <a:cubicBezTo>
                      <a:pt x="226467" y="291720"/>
                      <a:pt x="291720" y="226467"/>
                      <a:pt x="291720" y="145860"/>
                    </a:cubicBezTo>
                    <a:cubicBezTo>
                      <a:pt x="291720" y="65253"/>
                      <a:pt x="226467" y="0"/>
                      <a:pt x="145860" y="0"/>
                    </a:cubicBezTo>
                    <a:close/>
                    <a:moveTo>
                      <a:pt x="138183" y="38384"/>
                    </a:moveTo>
                    <a:cubicBezTo>
                      <a:pt x="148931" y="38384"/>
                      <a:pt x="157375" y="46829"/>
                      <a:pt x="157375" y="57576"/>
                    </a:cubicBezTo>
                    <a:cubicBezTo>
                      <a:pt x="157375" y="68324"/>
                      <a:pt x="148931" y="76768"/>
                      <a:pt x="138183" y="76768"/>
                    </a:cubicBezTo>
                    <a:cubicBezTo>
                      <a:pt x="127435" y="76768"/>
                      <a:pt x="118991" y="68324"/>
                      <a:pt x="118991" y="57576"/>
                    </a:cubicBezTo>
                    <a:cubicBezTo>
                      <a:pt x="118991" y="46829"/>
                      <a:pt x="127435" y="38384"/>
                      <a:pt x="138183" y="38384"/>
                    </a:cubicBezTo>
                    <a:close/>
                    <a:moveTo>
                      <a:pt x="184244" y="253336"/>
                    </a:moveTo>
                    <a:lnTo>
                      <a:pt x="107476" y="253336"/>
                    </a:lnTo>
                    <a:lnTo>
                      <a:pt x="107476" y="230305"/>
                    </a:lnTo>
                    <a:lnTo>
                      <a:pt x="134345" y="230305"/>
                    </a:lnTo>
                    <a:lnTo>
                      <a:pt x="134345" y="115153"/>
                    </a:lnTo>
                    <a:lnTo>
                      <a:pt x="111314" y="115153"/>
                    </a:lnTo>
                    <a:lnTo>
                      <a:pt x="111314" y="92122"/>
                    </a:lnTo>
                    <a:lnTo>
                      <a:pt x="157375" y="92122"/>
                    </a:lnTo>
                    <a:lnTo>
                      <a:pt x="157375" y="115153"/>
                    </a:lnTo>
                    <a:lnTo>
                      <a:pt x="157375" y="230305"/>
                    </a:lnTo>
                    <a:lnTo>
                      <a:pt x="184244" y="230305"/>
                    </a:lnTo>
                    <a:lnTo>
                      <a:pt x="184244" y="253336"/>
                    </a:lnTo>
                    <a:close/>
                  </a:path>
                </a:pathLst>
              </a:custGeom>
              <a:solidFill>
                <a:srgbClr val="1FF524"/>
              </a:solidFill>
              <a:ln w="3770" cap="flat">
                <a:noFill/>
                <a:prstDash val="solid"/>
                <a:miter/>
              </a:ln>
            </p:spPr>
            <p:txBody>
              <a:bodyPr rtlCol="0" anchor="ctr"/>
              <a:lstStyle/>
              <a:p>
                <a:pPr>
                  <a:defRPr/>
                </a:pPr>
                <a:endParaRPr lang="en-GB" sz="2000">
                  <a:solidFill>
                    <a:srgbClr val="211F26"/>
                  </a:solidFill>
                  <a:latin typeface="Calibri"/>
                  <a:cs typeface="Calibri"/>
                </a:endParaRPr>
              </a:p>
            </p:txBody>
          </p:sp>
        </p:grpSp>
        <p:grpSp>
          <p:nvGrpSpPr>
            <p:cNvPr id="618426367" name="VOORBEELD"/>
            <p:cNvGrpSpPr>
              <a:grpSpLocks noGrp="1" noMove="1" noResize="1" noRot="1" noUngrp="1"/>
            </p:cNvGrpSpPr>
            <p:nvPr userDrawn="1"/>
          </p:nvGrpSpPr>
          <p:grpSpPr bwMode="auto">
            <a:xfrm>
              <a:off x="-3605171" y="458673"/>
              <a:ext cx="3234310" cy="558874"/>
              <a:chOff x="-3605171" y="458673"/>
              <a:chExt cx="3234310" cy="558874"/>
            </a:xfrm>
          </p:grpSpPr>
          <p:sp>
            <p:nvSpPr>
              <p:cNvPr id="475900121" name="Rechthoek 302"/>
              <p:cNvSpPr>
                <a:spLocks noAdjustHandles="1" noChangeArrowheads="1" noChangeShapeType="1" noEditPoints="1" noGrp="1" noMove="1" noResize="1" noRot="1"/>
              </p:cNvSpPr>
              <p:nvPr userDrawn="1"/>
            </p:nvSpPr>
            <p:spPr bwMode="auto">
              <a:xfrm>
                <a:off x="-3604182" y="458673"/>
                <a:ext cx="393458" cy="184057"/>
              </a:xfrm>
              <a:prstGeom prst="rect">
                <a:avLst/>
              </a:prstGeom>
              <a:solidFill>
                <a:srgbClr val="F8F8F8"/>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18000" rIns="0" bIns="0" numCol="1" spcCol="0" rtlCol="0" fromWordArt="0" anchor="t" anchorCtr="0" forceAA="0" compatLnSpc="1">
                <a:prstTxWarp prst="textNoShape"/>
                <a:noAutofit/>
              </a:bodyPr>
              <a:lstStyle/>
              <a:p>
                <a:pPr algn="ctr">
                  <a:defRPr/>
                </a:pPr>
                <a:r>
                  <a:rPr lang="en-GB" sz="900" b="1">
                    <a:solidFill>
                      <a:srgbClr val="211F26"/>
                    </a:solidFill>
                    <a:latin typeface="Calibri"/>
                    <a:cs typeface="Calibri"/>
                  </a:rPr>
                  <a:t>Home</a:t>
                </a:r>
                <a:endParaRPr/>
              </a:p>
            </p:txBody>
          </p:sp>
          <p:sp>
            <p:nvSpPr>
              <p:cNvPr id="1849445325" name="Rechthoek 303"/>
              <p:cNvSpPr>
                <a:spLocks noAdjustHandles="1" noChangeArrowheads="1" noChangeShapeType="1" noEditPoints="1" noGrp="1" noMove="1" noResize="1" noRot="1"/>
              </p:cNvSpPr>
              <p:nvPr userDrawn="1"/>
            </p:nvSpPr>
            <p:spPr bwMode="auto">
              <a:xfrm>
                <a:off x="-3599183" y="621344"/>
                <a:ext cx="383781" cy="27171"/>
              </a:xfrm>
              <a:prstGeom prst="rect">
                <a:avLst/>
              </a:prstGeom>
              <a:solidFill>
                <a:srgbClr val="B7462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noAutofit/>
              </a:bodyPr>
              <a:lstStyle/>
              <a:p>
                <a:pPr algn="l">
                  <a:defRPr/>
                </a:pPr>
                <a:endParaRPr lang="en-GB" sz="1000" b="1">
                  <a:solidFill>
                    <a:srgbClr val="211F26"/>
                  </a:solidFill>
                  <a:latin typeface="Calibri"/>
                  <a:cs typeface="Calibri"/>
                </a:endParaRPr>
              </a:p>
            </p:txBody>
          </p:sp>
          <p:grpSp>
            <p:nvGrpSpPr>
              <p:cNvPr id="1682227398" name="Groep 304"/>
              <p:cNvGrpSpPr>
                <a:grpSpLocks noGrp="1" noMove="1" noResize="1" noRot="1" noUngrp="1"/>
              </p:cNvGrpSpPr>
              <p:nvPr userDrawn="1"/>
            </p:nvGrpSpPr>
            <p:grpSpPr bwMode="auto">
              <a:xfrm>
                <a:off x="-3386246" y="830871"/>
                <a:ext cx="139422" cy="109566"/>
                <a:chOff x="-2866743" y="827069"/>
                <a:chExt cx="168700" cy="132574"/>
              </a:xfrm>
            </p:grpSpPr>
            <p:grpSp>
              <p:nvGrpSpPr>
                <p:cNvPr id="898944632" name="Groep 335"/>
                <p:cNvGrpSpPr>
                  <a:grpSpLocks noGrp="1" noMove="1" noResize="1" noRot="1" noUngrp="1"/>
                </p:cNvGrpSpPr>
                <p:nvPr userDrawn="1"/>
              </p:nvGrpSpPr>
              <p:grpSpPr bwMode="auto">
                <a:xfrm>
                  <a:off x="-2866743" y="827069"/>
                  <a:ext cx="168700" cy="132574"/>
                  <a:chOff x="-2866743" y="827069"/>
                  <a:chExt cx="168700" cy="132574"/>
                </a:xfrm>
              </p:grpSpPr>
              <p:cxnSp>
                <p:nvCxnSpPr>
                  <p:cNvPr id="1934209066" name="Rechte verbindingslijn 337"/>
                  <p:cNvCxnSpPr>
                    <a:cxnSpLocks noAdjustHandles="1" noChangeArrowheads="1" noChangeShapeType="1" noEditPoints="1" noGrp="1" noMove="1" noResize="1" noRot="1"/>
                  </p:cNvCxnSpPr>
                  <p:nvPr userDrawn="1"/>
                </p:nvCxnSpPr>
                <p:spPr bwMode="auto">
                  <a:xfrm>
                    <a:off x="-2866743" y="827069"/>
                    <a:ext cx="168700" cy="0"/>
                  </a:xfrm>
                  <a:prstGeom prst="line">
                    <a:avLst/>
                  </a:prstGeom>
                  <a:solidFill>
                    <a:schemeClr val="bg1"/>
                  </a:solidFill>
                  <a:ln w="12700" cap="flat" cmpd="sng" algn="ctr">
                    <a:solidFill>
                      <a:srgbClr val="9D9FA1"/>
                    </a:solidFill>
                    <a:prstDash val="solid"/>
                  </a:ln>
                  <a:effectLst/>
                </p:spPr>
              </p:cxnSp>
              <p:cxnSp>
                <p:nvCxnSpPr>
                  <p:cNvPr id="223531286" name="Rechte verbindingslijn 338"/>
                  <p:cNvCxnSpPr>
                    <a:cxnSpLocks noAdjustHandles="1" noChangeArrowheads="1" noChangeShapeType="1" noEditPoints="1" noGrp="1" noMove="1" noResize="1" noRot="1"/>
                  </p:cNvCxnSpPr>
                  <p:nvPr userDrawn="1"/>
                </p:nvCxnSpPr>
                <p:spPr bwMode="auto">
                  <a:xfrm>
                    <a:off x="-2866743" y="959645"/>
                    <a:ext cx="168700" cy="0"/>
                  </a:xfrm>
                  <a:prstGeom prst="line">
                    <a:avLst/>
                  </a:prstGeom>
                  <a:solidFill>
                    <a:schemeClr val="bg1"/>
                  </a:solidFill>
                  <a:ln w="12700" cap="flat" cmpd="sng" algn="ctr">
                    <a:solidFill>
                      <a:srgbClr val="9D9FA1"/>
                    </a:solidFill>
                    <a:prstDash val="solid"/>
                  </a:ln>
                  <a:effectLst/>
                </p:spPr>
              </p:cxnSp>
              <p:cxnSp>
                <p:nvCxnSpPr>
                  <p:cNvPr id="822376592" name="Rechte verbindingslijn 339"/>
                  <p:cNvCxnSpPr>
                    <a:cxnSpLocks noAdjustHandles="1" noChangeArrowheads="1" noChangeShapeType="1" noEditPoints="1" noGrp="1" noMove="1" noResize="1" noRot="1"/>
                  </p:cNvCxnSpPr>
                  <p:nvPr userDrawn="1"/>
                </p:nvCxnSpPr>
                <p:spPr bwMode="auto">
                  <a:xfrm>
                    <a:off x="-2773989" y="926502"/>
                    <a:ext cx="75946" cy="0"/>
                  </a:xfrm>
                  <a:prstGeom prst="line">
                    <a:avLst/>
                  </a:prstGeom>
                  <a:solidFill>
                    <a:schemeClr val="bg1"/>
                  </a:solidFill>
                  <a:ln w="12700" cap="flat" cmpd="sng" algn="ctr">
                    <a:solidFill>
                      <a:srgbClr val="9D9FA1"/>
                    </a:solidFill>
                    <a:prstDash val="solid"/>
                  </a:ln>
                  <a:effectLst/>
                </p:spPr>
              </p:cxnSp>
              <p:cxnSp>
                <p:nvCxnSpPr>
                  <p:cNvPr id="976815814" name="Rechte verbindingslijn 340"/>
                  <p:cNvCxnSpPr>
                    <a:cxnSpLocks noAdjustHandles="1" noChangeArrowheads="1" noChangeShapeType="1" noEditPoints="1" noGrp="1" noMove="1" noResize="1" noRot="1"/>
                  </p:cNvCxnSpPr>
                  <p:nvPr userDrawn="1"/>
                </p:nvCxnSpPr>
                <p:spPr bwMode="auto">
                  <a:xfrm>
                    <a:off x="-2773989" y="893358"/>
                    <a:ext cx="75946" cy="0"/>
                  </a:xfrm>
                  <a:prstGeom prst="line">
                    <a:avLst/>
                  </a:prstGeom>
                  <a:solidFill>
                    <a:schemeClr val="bg1"/>
                  </a:solidFill>
                  <a:ln w="12700" cap="flat" cmpd="sng" algn="ctr">
                    <a:solidFill>
                      <a:srgbClr val="9D9FA1"/>
                    </a:solidFill>
                    <a:prstDash val="solid"/>
                  </a:ln>
                  <a:effectLst/>
                </p:spPr>
              </p:cxnSp>
              <p:cxnSp>
                <p:nvCxnSpPr>
                  <p:cNvPr id="364058676" name="Rechte verbindingslijn 341"/>
                  <p:cNvCxnSpPr>
                    <a:cxnSpLocks noAdjustHandles="1" noChangeArrowheads="1" noChangeShapeType="1" noEditPoints="1" noGrp="1" noMove="1" noResize="1" noRot="1"/>
                  </p:cNvCxnSpPr>
                  <p:nvPr userDrawn="1"/>
                </p:nvCxnSpPr>
                <p:spPr bwMode="auto">
                  <a:xfrm>
                    <a:off x="-2773989" y="860214"/>
                    <a:ext cx="75946" cy="0"/>
                  </a:xfrm>
                  <a:prstGeom prst="line">
                    <a:avLst/>
                  </a:prstGeom>
                  <a:solidFill>
                    <a:schemeClr val="bg1"/>
                  </a:solidFill>
                  <a:ln w="12700" cap="flat" cmpd="sng" algn="ctr">
                    <a:solidFill>
                      <a:srgbClr val="9D9FA1"/>
                    </a:solidFill>
                    <a:prstDash val="solid"/>
                  </a:ln>
                  <a:effectLst/>
                </p:spPr>
              </p:cxnSp>
            </p:grpSp>
            <p:sp>
              <p:nvSpPr>
                <p:cNvPr id="1135025630" name="Pijl: rechts 336"/>
                <p:cNvSpPr>
                  <a:spLocks noAdjustHandles="1" noChangeArrowheads="1" noChangeShapeType="1" noEditPoints="1" noGrp="1" noMove="1" noResize="1" noRot="1"/>
                </p:cNvSpPr>
                <p:nvPr userDrawn="1"/>
              </p:nvSpPr>
              <p:spPr bwMode="auto">
                <a:xfrm>
                  <a:off x="-2866743" y="858736"/>
                  <a:ext cx="70675" cy="67901"/>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noAutofit/>
                </a:bodyPr>
                <a:lstStyle/>
                <a:p>
                  <a:pPr algn="l">
                    <a:defRPr/>
                  </a:pPr>
                  <a:endParaRPr lang="en-GB" sz="1000" b="1">
                    <a:solidFill>
                      <a:srgbClr val="211F26"/>
                    </a:solidFill>
                    <a:latin typeface="Calibri"/>
                    <a:cs typeface="Calibri"/>
                  </a:endParaRPr>
                </a:p>
              </p:txBody>
            </p:sp>
          </p:grpSp>
          <p:grpSp>
            <p:nvGrpSpPr>
              <p:cNvPr id="1162281664" name="Groep 305"/>
              <p:cNvGrpSpPr>
                <a:grpSpLocks noGrp="1" noMove="1" noResize="1" noRot="1" noUngrp="1"/>
              </p:cNvGrpSpPr>
              <p:nvPr userDrawn="1"/>
            </p:nvGrpSpPr>
            <p:grpSpPr bwMode="auto">
              <a:xfrm>
                <a:off x="-3605171" y="830871"/>
                <a:ext cx="139422" cy="109566"/>
                <a:chOff x="-2866743" y="518073"/>
                <a:chExt cx="168700" cy="132574"/>
              </a:xfrm>
            </p:grpSpPr>
            <p:grpSp>
              <p:nvGrpSpPr>
                <p:cNvPr id="1478072352" name="Groep 328"/>
                <p:cNvGrpSpPr>
                  <a:grpSpLocks noGrp="1" noMove="1" noResize="1" noRot="1" noUngrp="1"/>
                </p:cNvGrpSpPr>
                <p:nvPr userDrawn="1"/>
              </p:nvGrpSpPr>
              <p:grpSpPr bwMode="auto">
                <a:xfrm>
                  <a:off x="-2866743" y="518073"/>
                  <a:ext cx="168700" cy="132574"/>
                  <a:chOff x="-2866743" y="518073"/>
                  <a:chExt cx="168700" cy="132574"/>
                </a:xfrm>
              </p:grpSpPr>
              <p:cxnSp>
                <p:nvCxnSpPr>
                  <p:cNvPr id="546298304" name="Rechte verbindingslijn 330"/>
                  <p:cNvCxnSpPr>
                    <a:cxnSpLocks noAdjustHandles="1" noChangeArrowheads="1" noChangeShapeType="1" noEditPoints="1" noGrp="1" noMove="1" noResize="1" noRot="1"/>
                  </p:cNvCxnSpPr>
                  <p:nvPr userDrawn="1"/>
                </p:nvCxnSpPr>
                <p:spPr bwMode="auto">
                  <a:xfrm>
                    <a:off x="-2866743" y="518073"/>
                    <a:ext cx="168700" cy="0"/>
                  </a:xfrm>
                  <a:prstGeom prst="line">
                    <a:avLst/>
                  </a:prstGeom>
                  <a:solidFill>
                    <a:schemeClr val="bg1"/>
                  </a:solidFill>
                  <a:ln w="12700" cap="flat" cmpd="sng" algn="ctr">
                    <a:solidFill>
                      <a:srgbClr val="9D9FA1"/>
                    </a:solidFill>
                    <a:prstDash val="solid"/>
                  </a:ln>
                  <a:effectLst/>
                </p:spPr>
              </p:cxnSp>
              <p:cxnSp>
                <p:nvCxnSpPr>
                  <p:cNvPr id="359273407" name="Rechte verbindingslijn 331"/>
                  <p:cNvCxnSpPr>
                    <a:cxnSpLocks noAdjustHandles="1" noChangeArrowheads="1" noChangeShapeType="1" noEditPoints="1" noGrp="1" noMove="1" noResize="1" noRot="1"/>
                  </p:cNvCxnSpPr>
                  <p:nvPr userDrawn="1"/>
                </p:nvCxnSpPr>
                <p:spPr bwMode="auto">
                  <a:xfrm>
                    <a:off x="-2866743" y="650648"/>
                    <a:ext cx="168700" cy="0"/>
                  </a:xfrm>
                  <a:prstGeom prst="line">
                    <a:avLst/>
                  </a:prstGeom>
                  <a:solidFill>
                    <a:schemeClr val="bg1"/>
                  </a:solidFill>
                  <a:ln w="12700" cap="flat" cmpd="sng" algn="ctr">
                    <a:solidFill>
                      <a:srgbClr val="9D9FA1"/>
                    </a:solidFill>
                    <a:prstDash val="solid"/>
                  </a:ln>
                  <a:effectLst/>
                </p:spPr>
              </p:cxnSp>
              <p:cxnSp>
                <p:nvCxnSpPr>
                  <p:cNvPr id="1091350582" name="Rechte verbindingslijn 332"/>
                  <p:cNvCxnSpPr>
                    <a:cxnSpLocks noAdjustHandles="1" noChangeArrowheads="1" noChangeShapeType="1" noEditPoints="1" noGrp="1" noMove="1" noResize="1" noRot="1"/>
                  </p:cNvCxnSpPr>
                  <p:nvPr userDrawn="1"/>
                </p:nvCxnSpPr>
                <p:spPr bwMode="auto">
                  <a:xfrm>
                    <a:off x="-2773989" y="617505"/>
                    <a:ext cx="75946" cy="0"/>
                  </a:xfrm>
                  <a:prstGeom prst="line">
                    <a:avLst/>
                  </a:prstGeom>
                  <a:solidFill>
                    <a:schemeClr val="bg1"/>
                  </a:solidFill>
                  <a:ln w="12700" cap="flat" cmpd="sng" algn="ctr">
                    <a:solidFill>
                      <a:srgbClr val="9D9FA1"/>
                    </a:solidFill>
                    <a:prstDash val="solid"/>
                  </a:ln>
                  <a:effectLst/>
                </p:spPr>
              </p:cxnSp>
              <p:cxnSp>
                <p:nvCxnSpPr>
                  <p:cNvPr id="1470430281" name="Rechte verbindingslijn 333"/>
                  <p:cNvCxnSpPr>
                    <a:cxnSpLocks noAdjustHandles="1" noChangeArrowheads="1" noChangeShapeType="1" noEditPoints="1" noGrp="1" noMove="1" noResize="1" noRot="1"/>
                  </p:cNvCxnSpPr>
                  <p:nvPr userDrawn="1"/>
                </p:nvCxnSpPr>
                <p:spPr bwMode="auto">
                  <a:xfrm>
                    <a:off x="-2773989" y="584361"/>
                    <a:ext cx="75946" cy="0"/>
                  </a:xfrm>
                  <a:prstGeom prst="line">
                    <a:avLst/>
                  </a:prstGeom>
                  <a:solidFill>
                    <a:schemeClr val="bg1"/>
                  </a:solidFill>
                  <a:ln w="12700" cap="flat" cmpd="sng" algn="ctr">
                    <a:solidFill>
                      <a:srgbClr val="9D9FA1"/>
                    </a:solidFill>
                    <a:prstDash val="solid"/>
                  </a:ln>
                  <a:effectLst/>
                </p:spPr>
              </p:cxnSp>
              <p:cxnSp>
                <p:nvCxnSpPr>
                  <p:cNvPr id="387146700" name="Rechte verbindingslijn 334"/>
                  <p:cNvCxnSpPr>
                    <a:cxnSpLocks noAdjustHandles="1" noChangeArrowheads="1" noChangeShapeType="1" noEditPoints="1" noGrp="1" noMove="1" noResize="1" noRot="1"/>
                  </p:cNvCxnSpPr>
                  <p:nvPr userDrawn="1"/>
                </p:nvCxnSpPr>
                <p:spPr bwMode="auto">
                  <a:xfrm>
                    <a:off x="-2773989" y="551217"/>
                    <a:ext cx="75946" cy="0"/>
                  </a:xfrm>
                  <a:prstGeom prst="line">
                    <a:avLst/>
                  </a:prstGeom>
                  <a:solidFill>
                    <a:schemeClr val="bg1"/>
                  </a:solidFill>
                  <a:ln w="12700" cap="flat" cmpd="sng" algn="ctr">
                    <a:solidFill>
                      <a:srgbClr val="9D9FA1"/>
                    </a:solidFill>
                    <a:prstDash val="solid"/>
                  </a:ln>
                  <a:effectLst/>
                </p:spPr>
              </p:cxnSp>
            </p:grpSp>
            <p:sp>
              <p:nvSpPr>
                <p:cNvPr id="1966063813" name="Pijl: rechts 329"/>
                <p:cNvSpPr>
                  <a:spLocks noAdjustHandles="1" noChangeArrowheads="1" noChangeShapeType="1" noEditPoints="1" noGrp="1" noMove="1" noResize="1" noRot="1"/>
                </p:cNvSpPr>
                <p:nvPr userDrawn="1"/>
              </p:nvSpPr>
              <p:spPr bwMode="auto">
                <a:xfrm flipH="1">
                  <a:off x="-2866743" y="549739"/>
                  <a:ext cx="70675" cy="67901"/>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noAutofit/>
                </a:bodyPr>
                <a:lstStyle/>
                <a:p>
                  <a:pPr algn="l">
                    <a:defRPr/>
                  </a:pPr>
                  <a:endParaRPr lang="en-GB" sz="1000" b="1">
                    <a:solidFill>
                      <a:srgbClr val="211F26"/>
                    </a:solidFill>
                    <a:latin typeface="Calibri"/>
                    <a:cs typeface="Calibri"/>
                  </a:endParaRPr>
                </a:p>
              </p:txBody>
            </p:sp>
          </p:grpSp>
          <p:cxnSp>
            <p:nvCxnSpPr>
              <p:cNvPr id="1006874229" name="Rechte verbindingslijn 306"/>
              <p:cNvCxnSpPr>
                <a:cxnSpLocks noAdjustHandles="1" noChangeArrowheads="1" noChangeShapeType="1" noEditPoints="1" noGrp="1" noMove="1" noResize="1" noRot="1"/>
              </p:cNvCxnSpPr>
              <p:nvPr userDrawn="1"/>
            </p:nvCxnSpPr>
            <p:spPr bwMode="auto">
              <a:xfrm flipV="1">
                <a:off x="-3459956" y="588168"/>
                <a:ext cx="547686" cy="219075"/>
              </a:xfrm>
              <a:prstGeom prst="line">
                <a:avLst/>
              </a:prstGeom>
              <a:noFill/>
              <a:ln w="19050" cap="rnd" cmpd="sng" algn="ctr">
                <a:solidFill>
                  <a:schemeClr val="accent1"/>
                </a:solidFill>
                <a:prstDash val="solid"/>
                <a:headEnd type="oval"/>
              </a:ln>
              <a:effectLst/>
            </p:spPr>
          </p:cxnSp>
          <p:cxnSp>
            <p:nvCxnSpPr>
              <p:cNvPr id="1740060263" name="Rechte verbindingslijn 307"/>
              <p:cNvCxnSpPr>
                <a:cxnSpLocks noAdjustHandles="1" noChangeArrowheads="1" noChangeShapeType="1" noEditPoints="1" noGrp="1" noMove="1" noResize="1" noRot="1"/>
              </p:cNvCxnSpPr>
              <p:nvPr userDrawn="1"/>
            </p:nvCxnSpPr>
            <p:spPr bwMode="auto">
              <a:xfrm>
                <a:off x="-3224212" y="828675"/>
                <a:ext cx="319087" cy="0"/>
              </a:xfrm>
              <a:prstGeom prst="line">
                <a:avLst/>
              </a:prstGeom>
              <a:noFill/>
              <a:ln w="19050" cap="rnd" cmpd="sng" algn="ctr">
                <a:solidFill>
                  <a:schemeClr val="accent1"/>
                </a:solidFill>
                <a:prstDash val="solid"/>
                <a:headEnd type="oval"/>
              </a:ln>
              <a:effectLst/>
            </p:spPr>
          </p:cxnSp>
          <p:sp>
            <p:nvSpPr>
              <p:cNvPr id="1709277339" name="Rechthoek 308"/>
              <p:cNvSpPr>
                <a:spLocks noAdjustHandles="1" noChangeArrowheads="1" noChangeShapeType="1" noEditPoints="1" noGrp="1" noMove="1" noResize="1" noRot="1"/>
              </p:cNvSpPr>
              <p:nvPr userDrawn="1"/>
            </p:nvSpPr>
            <p:spPr bwMode="auto">
              <a:xfrm>
                <a:off x="-2559902" y="512178"/>
                <a:ext cx="2189041" cy="151083"/>
              </a:xfrm>
              <a:prstGeom prst="rect">
                <a:avLst/>
              </a:prstGeom>
              <a:noFill/>
              <a:ln w="25400" cap="flat" cmpd="sng" algn="ctr">
                <a:noFill/>
                <a:prstDash val="solid"/>
              </a:ln>
              <a:effectLst/>
            </p:spPr>
            <p:txBody>
              <a:bodyPr lIns="0" tIns="0" rIns="0" bIns="0" rtlCol="0" anchor="ctr"/>
              <a:lstStyle/>
              <a:p>
                <a:pPr marL="0" marR="0" lvl="0" indent="0" defTabSz="914400">
                  <a:lnSpc>
                    <a:spcPct val="90000"/>
                  </a:lnSpc>
                  <a:spcBef>
                    <a:spcPts val="599"/>
                  </a:spcBef>
                  <a:spcAft>
                    <a:spcPts val="599"/>
                  </a:spcAft>
                  <a:buClrTx/>
                  <a:buSzTx/>
                  <a:buFontTx/>
                  <a:buNone/>
                  <a:defRPr/>
                </a:pPr>
                <a:r>
                  <a:rPr lang="en-GB" sz="1100" b="0" i="0" u="none" strike="noStrike" cap="none" spc="0">
                    <a:ln>
                      <a:noFill/>
                    </a:ln>
                    <a:solidFill>
                      <a:schemeClr val="tx1"/>
                    </a:solidFill>
                    <a:latin typeface="Calibri"/>
                    <a:cs typeface="Calibri"/>
                  </a:rPr>
                  <a:t>Text level down</a:t>
                </a:r>
                <a:endParaRPr/>
              </a:p>
            </p:txBody>
          </p:sp>
          <p:sp>
            <p:nvSpPr>
              <p:cNvPr id="1597537288" name="Rechthoek 309"/>
              <p:cNvSpPr>
                <a:spLocks noAdjustHandles="1" noChangeArrowheads="1" noChangeShapeType="1" noEditPoints="1" noGrp="1" noMove="1" noResize="1" noRot="1"/>
              </p:cNvSpPr>
              <p:nvPr userDrawn="1"/>
            </p:nvSpPr>
            <p:spPr bwMode="auto">
              <a:xfrm>
                <a:off x="-2559902" y="819560"/>
                <a:ext cx="2189043" cy="142201"/>
              </a:xfrm>
              <a:prstGeom prst="rect">
                <a:avLst/>
              </a:prstGeom>
              <a:noFill/>
              <a:ln w="25400" cap="flat" cmpd="sng" algn="ctr">
                <a:noFill/>
                <a:prstDash val="solid"/>
              </a:ln>
              <a:effectLst/>
            </p:spPr>
            <p:txBody>
              <a:bodyPr lIns="0" tIns="0" rIns="0" bIns="0" rtlCol="0" anchor="ctr"/>
              <a:lstStyle/>
              <a:p>
                <a:pPr marL="0" marR="0" lvl="0" indent="0" defTabSz="914400">
                  <a:lnSpc>
                    <a:spcPct val="90000"/>
                  </a:lnSpc>
                  <a:spcBef>
                    <a:spcPts val="599"/>
                  </a:spcBef>
                  <a:spcAft>
                    <a:spcPts val="599"/>
                  </a:spcAft>
                  <a:buClrTx/>
                  <a:buSzTx/>
                  <a:buFontTx/>
                  <a:buNone/>
                  <a:defRPr/>
                </a:pPr>
                <a:r>
                  <a:rPr lang="en-GB" sz="1100" b="0" i="0" u="none" strike="noStrike" cap="none" spc="0">
                    <a:ln>
                      <a:noFill/>
                    </a:ln>
                    <a:solidFill>
                      <a:schemeClr val="tx1"/>
                    </a:solidFill>
                    <a:latin typeface="Calibri"/>
                    <a:cs typeface="Calibri"/>
                  </a:rPr>
                  <a:t>Text level up</a:t>
                </a:r>
                <a:endParaRPr/>
              </a:p>
            </p:txBody>
          </p:sp>
          <p:grpSp>
            <p:nvGrpSpPr>
              <p:cNvPr id="174204952" name="Groep 310"/>
              <p:cNvGrpSpPr>
                <a:grpSpLocks noGrp="1" noMove="1" noResize="1" noRot="1" noUngrp="1"/>
              </p:cNvGrpSpPr>
              <p:nvPr userDrawn="1"/>
            </p:nvGrpSpPr>
            <p:grpSpPr bwMode="auto">
              <a:xfrm>
                <a:off x="-2916762" y="769167"/>
                <a:ext cx="268737" cy="248380"/>
                <a:chOff x="-2916762" y="769167"/>
                <a:chExt cx="268737" cy="248380"/>
              </a:xfrm>
            </p:grpSpPr>
            <p:sp>
              <p:nvSpPr>
                <p:cNvPr id="13477144" name="Rechthoek 320"/>
                <p:cNvSpPr>
                  <a:spLocks noAdjustHandles="1" noChangeArrowheads="1" noChangeShapeType="1" noEditPoints="1" noGrp="1" noMove="1" noResize="1" noRot="1"/>
                </p:cNvSpPr>
                <p:nvPr userDrawn="1"/>
              </p:nvSpPr>
              <p:spPr bwMode="auto">
                <a:xfrm>
                  <a:off x="-2916762" y="769167"/>
                  <a:ext cx="268737" cy="248380"/>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noAutofit/>
                </a:bodyPr>
                <a:lstStyle/>
                <a:p>
                  <a:pPr algn="ctr">
                    <a:defRPr/>
                  </a:pPr>
                  <a:endParaRPr lang="en-GB" sz="1050" b="0">
                    <a:solidFill>
                      <a:srgbClr val="211F26"/>
                    </a:solidFill>
                    <a:latin typeface="Calibri"/>
                    <a:cs typeface="Calibri"/>
                  </a:endParaRPr>
                </a:p>
              </p:txBody>
            </p:sp>
            <p:grpSp>
              <p:nvGrpSpPr>
                <p:cNvPr id="1920706529" name="Groep 321"/>
                <p:cNvGrpSpPr>
                  <a:grpSpLocks noGrp="1" noMove="1" noResize="1" noRot="1" noUngrp="1"/>
                </p:cNvGrpSpPr>
                <p:nvPr userDrawn="1"/>
              </p:nvGrpSpPr>
              <p:grpSpPr bwMode="auto">
                <a:xfrm>
                  <a:off x="-2866743" y="827069"/>
                  <a:ext cx="168700" cy="132574"/>
                  <a:chOff x="-2866743" y="827069"/>
                  <a:chExt cx="168700" cy="132574"/>
                </a:xfrm>
              </p:grpSpPr>
              <p:cxnSp>
                <p:nvCxnSpPr>
                  <p:cNvPr id="1206799940" name="Rechte verbindingslijn 323"/>
                  <p:cNvCxnSpPr>
                    <a:cxnSpLocks noAdjustHandles="1" noChangeArrowheads="1" noChangeShapeType="1" noEditPoints="1" noGrp="1" noMove="1" noResize="1" noRot="1"/>
                  </p:cNvCxnSpPr>
                  <p:nvPr userDrawn="1"/>
                </p:nvCxnSpPr>
                <p:spPr bwMode="auto">
                  <a:xfrm>
                    <a:off x="-2866743" y="827069"/>
                    <a:ext cx="168700" cy="0"/>
                  </a:xfrm>
                  <a:prstGeom prst="line">
                    <a:avLst/>
                  </a:prstGeom>
                  <a:solidFill>
                    <a:schemeClr val="bg1"/>
                  </a:solidFill>
                  <a:ln w="12700" cap="flat" cmpd="sng" algn="ctr">
                    <a:solidFill>
                      <a:srgbClr val="9D9FA1"/>
                    </a:solidFill>
                    <a:prstDash val="solid"/>
                  </a:ln>
                  <a:effectLst/>
                </p:spPr>
              </p:cxnSp>
              <p:cxnSp>
                <p:nvCxnSpPr>
                  <p:cNvPr id="1112196906" name="Rechte verbindingslijn 324"/>
                  <p:cNvCxnSpPr>
                    <a:cxnSpLocks noAdjustHandles="1" noChangeArrowheads="1" noChangeShapeType="1" noEditPoints="1" noGrp="1" noMove="1" noResize="1" noRot="1"/>
                  </p:cNvCxnSpPr>
                  <p:nvPr userDrawn="1"/>
                </p:nvCxnSpPr>
                <p:spPr bwMode="auto">
                  <a:xfrm>
                    <a:off x="-2866743" y="959645"/>
                    <a:ext cx="168700" cy="0"/>
                  </a:xfrm>
                  <a:prstGeom prst="line">
                    <a:avLst/>
                  </a:prstGeom>
                  <a:solidFill>
                    <a:schemeClr val="bg1"/>
                  </a:solidFill>
                  <a:ln w="12700" cap="flat" cmpd="sng" algn="ctr">
                    <a:solidFill>
                      <a:srgbClr val="9D9FA1"/>
                    </a:solidFill>
                    <a:prstDash val="solid"/>
                  </a:ln>
                  <a:effectLst/>
                </p:spPr>
              </p:cxnSp>
              <p:cxnSp>
                <p:nvCxnSpPr>
                  <p:cNvPr id="1634940312" name="Rechte verbindingslijn 325"/>
                  <p:cNvCxnSpPr>
                    <a:cxnSpLocks noAdjustHandles="1" noChangeArrowheads="1" noChangeShapeType="1" noEditPoints="1" noGrp="1" noMove="1" noResize="1" noRot="1"/>
                  </p:cNvCxnSpPr>
                  <p:nvPr userDrawn="1"/>
                </p:nvCxnSpPr>
                <p:spPr bwMode="auto">
                  <a:xfrm>
                    <a:off x="-2773989" y="926502"/>
                    <a:ext cx="75946" cy="0"/>
                  </a:xfrm>
                  <a:prstGeom prst="line">
                    <a:avLst/>
                  </a:prstGeom>
                  <a:solidFill>
                    <a:schemeClr val="bg1"/>
                  </a:solidFill>
                  <a:ln w="12700" cap="flat" cmpd="sng" algn="ctr">
                    <a:solidFill>
                      <a:srgbClr val="9D9FA1"/>
                    </a:solidFill>
                    <a:prstDash val="solid"/>
                  </a:ln>
                  <a:effectLst/>
                </p:spPr>
              </p:cxnSp>
              <p:cxnSp>
                <p:nvCxnSpPr>
                  <p:cNvPr id="953888765" name="Rechte verbindingslijn 326"/>
                  <p:cNvCxnSpPr>
                    <a:cxnSpLocks noAdjustHandles="1" noChangeArrowheads="1" noChangeShapeType="1" noEditPoints="1" noGrp="1" noMove="1" noResize="1" noRot="1"/>
                  </p:cNvCxnSpPr>
                  <p:nvPr userDrawn="1"/>
                </p:nvCxnSpPr>
                <p:spPr bwMode="auto">
                  <a:xfrm>
                    <a:off x="-2773989" y="893358"/>
                    <a:ext cx="75946" cy="0"/>
                  </a:xfrm>
                  <a:prstGeom prst="line">
                    <a:avLst/>
                  </a:prstGeom>
                  <a:solidFill>
                    <a:schemeClr val="bg1"/>
                  </a:solidFill>
                  <a:ln w="12700" cap="flat" cmpd="sng" algn="ctr">
                    <a:solidFill>
                      <a:srgbClr val="9D9FA1"/>
                    </a:solidFill>
                    <a:prstDash val="solid"/>
                  </a:ln>
                  <a:effectLst/>
                </p:spPr>
              </p:cxnSp>
              <p:cxnSp>
                <p:nvCxnSpPr>
                  <p:cNvPr id="2014461615" name="Rechte verbindingslijn 327"/>
                  <p:cNvCxnSpPr>
                    <a:cxnSpLocks noAdjustHandles="1" noChangeArrowheads="1" noChangeShapeType="1" noEditPoints="1" noGrp="1" noMove="1" noResize="1" noRot="1"/>
                  </p:cNvCxnSpPr>
                  <p:nvPr userDrawn="1"/>
                </p:nvCxnSpPr>
                <p:spPr bwMode="auto">
                  <a:xfrm>
                    <a:off x="-2773989" y="860214"/>
                    <a:ext cx="75946" cy="0"/>
                  </a:xfrm>
                  <a:prstGeom prst="line">
                    <a:avLst/>
                  </a:prstGeom>
                  <a:solidFill>
                    <a:schemeClr val="bg1"/>
                  </a:solidFill>
                  <a:ln w="12700" cap="flat" cmpd="sng" algn="ctr">
                    <a:solidFill>
                      <a:srgbClr val="9D9FA1"/>
                    </a:solidFill>
                    <a:prstDash val="solid"/>
                  </a:ln>
                  <a:effectLst/>
                </p:spPr>
              </p:cxnSp>
            </p:grpSp>
            <p:sp>
              <p:nvSpPr>
                <p:cNvPr id="2068093576" name="Pijl: rechts 322"/>
                <p:cNvSpPr>
                  <a:spLocks noAdjustHandles="1" noChangeArrowheads="1" noChangeShapeType="1" noEditPoints="1" noGrp="1" noMove="1" noResize="1" noRot="1"/>
                </p:cNvSpPr>
                <p:nvPr userDrawn="1"/>
              </p:nvSpPr>
              <p:spPr bwMode="auto">
                <a:xfrm>
                  <a:off x="-2866743" y="858736"/>
                  <a:ext cx="70675" cy="67901"/>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noAutofit/>
                </a:bodyPr>
                <a:lstStyle/>
                <a:p>
                  <a:pPr algn="l">
                    <a:defRPr/>
                  </a:pPr>
                  <a:endParaRPr lang="en-GB" sz="1000" b="1">
                    <a:solidFill>
                      <a:srgbClr val="211F26"/>
                    </a:solidFill>
                    <a:latin typeface="Calibri"/>
                    <a:cs typeface="Calibri"/>
                  </a:endParaRPr>
                </a:p>
              </p:txBody>
            </p:sp>
          </p:grpSp>
          <p:grpSp>
            <p:nvGrpSpPr>
              <p:cNvPr id="1058026866" name="Groep 311"/>
              <p:cNvGrpSpPr>
                <a:grpSpLocks noGrp="1" noMove="1" noResize="1" noRot="1" noUngrp="1"/>
              </p:cNvGrpSpPr>
              <p:nvPr userDrawn="1"/>
            </p:nvGrpSpPr>
            <p:grpSpPr bwMode="auto">
              <a:xfrm>
                <a:off x="-2916762" y="460170"/>
                <a:ext cx="268737" cy="248380"/>
                <a:chOff x="-2916762" y="460170"/>
                <a:chExt cx="268737" cy="248380"/>
              </a:xfrm>
            </p:grpSpPr>
            <p:sp>
              <p:nvSpPr>
                <p:cNvPr id="2116415225" name="Rechthoek 312"/>
                <p:cNvSpPr>
                  <a:spLocks noAdjustHandles="1" noChangeArrowheads="1" noChangeShapeType="1" noEditPoints="1" noGrp="1" noMove="1" noResize="1" noRot="1"/>
                </p:cNvSpPr>
                <p:nvPr userDrawn="1"/>
              </p:nvSpPr>
              <p:spPr bwMode="auto">
                <a:xfrm>
                  <a:off x="-2916762" y="460170"/>
                  <a:ext cx="268737" cy="248380"/>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noAutofit/>
                </a:bodyPr>
                <a:lstStyle/>
                <a:p>
                  <a:pPr algn="ctr">
                    <a:defRPr/>
                  </a:pPr>
                  <a:endParaRPr lang="en-GB" sz="1050" b="0">
                    <a:solidFill>
                      <a:srgbClr val="211F26"/>
                    </a:solidFill>
                    <a:latin typeface="Calibri"/>
                    <a:cs typeface="Calibri"/>
                  </a:endParaRPr>
                </a:p>
              </p:txBody>
            </p:sp>
            <p:grpSp>
              <p:nvGrpSpPr>
                <p:cNvPr id="1113006856" name="Groep 313"/>
                <p:cNvGrpSpPr>
                  <a:grpSpLocks noGrp="1" noMove="1" noResize="1" noRot="1" noUngrp="1"/>
                </p:cNvGrpSpPr>
                <p:nvPr userDrawn="1"/>
              </p:nvGrpSpPr>
              <p:grpSpPr bwMode="auto">
                <a:xfrm>
                  <a:off x="-2866743" y="518073"/>
                  <a:ext cx="168700" cy="132574"/>
                  <a:chOff x="-2866743" y="518073"/>
                  <a:chExt cx="168700" cy="132574"/>
                </a:xfrm>
              </p:grpSpPr>
              <p:cxnSp>
                <p:nvCxnSpPr>
                  <p:cNvPr id="1538870207" name="Rechte verbindingslijn 315"/>
                  <p:cNvCxnSpPr>
                    <a:cxnSpLocks noAdjustHandles="1" noChangeArrowheads="1" noChangeShapeType="1" noEditPoints="1" noGrp="1" noMove="1" noResize="1" noRot="1"/>
                  </p:cNvCxnSpPr>
                  <p:nvPr userDrawn="1"/>
                </p:nvCxnSpPr>
                <p:spPr bwMode="auto">
                  <a:xfrm>
                    <a:off x="-2866743" y="518073"/>
                    <a:ext cx="168700" cy="0"/>
                  </a:xfrm>
                  <a:prstGeom prst="line">
                    <a:avLst/>
                  </a:prstGeom>
                  <a:solidFill>
                    <a:schemeClr val="bg1"/>
                  </a:solidFill>
                  <a:ln w="12700" cap="flat" cmpd="sng" algn="ctr">
                    <a:solidFill>
                      <a:srgbClr val="9D9FA1"/>
                    </a:solidFill>
                    <a:prstDash val="solid"/>
                  </a:ln>
                  <a:effectLst/>
                </p:spPr>
              </p:cxnSp>
              <p:cxnSp>
                <p:nvCxnSpPr>
                  <p:cNvPr id="2103463465" name="Rechte verbindingslijn 316"/>
                  <p:cNvCxnSpPr>
                    <a:cxnSpLocks noAdjustHandles="1" noChangeArrowheads="1" noChangeShapeType="1" noEditPoints="1" noGrp="1" noMove="1" noResize="1" noRot="1"/>
                  </p:cNvCxnSpPr>
                  <p:nvPr userDrawn="1"/>
                </p:nvCxnSpPr>
                <p:spPr bwMode="auto">
                  <a:xfrm>
                    <a:off x="-2866743" y="650648"/>
                    <a:ext cx="168700" cy="0"/>
                  </a:xfrm>
                  <a:prstGeom prst="line">
                    <a:avLst/>
                  </a:prstGeom>
                  <a:solidFill>
                    <a:schemeClr val="bg1"/>
                  </a:solidFill>
                  <a:ln w="12700" cap="flat" cmpd="sng" algn="ctr">
                    <a:solidFill>
                      <a:srgbClr val="9D9FA1"/>
                    </a:solidFill>
                    <a:prstDash val="solid"/>
                  </a:ln>
                  <a:effectLst/>
                </p:spPr>
              </p:cxnSp>
              <p:cxnSp>
                <p:nvCxnSpPr>
                  <p:cNvPr id="363849068" name="Rechte verbindingslijn 317"/>
                  <p:cNvCxnSpPr>
                    <a:cxnSpLocks noAdjustHandles="1" noChangeArrowheads="1" noChangeShapeType="1" noEditPoints="1" noGrp="1" noMove="1" noResize="1" noRot="1"/>
                  </p:cNvCxnSpPr>
                  <p:nvPr userDrawn="1"/>
                </p:nvCxnSpPr>
                <p:spPr bwMode="auto">
                  <a:xfrm>
                    <a:off x="-2773989" y="617505"/>
                    <a:ext cx="75946" cy="0"/>
                  </a:xfrm>
                  <a:prstGeom prst="line">
                    <a:avLst/>
                  </a:prstGeom>
                  <a:solidFill>
                    <a:schemeClr val="bg1"/>
                  </a:solidFill>
                  <a:ln w="12700" cap="flat" cmpd="sng" algn="ctr">
                    <a:solidFill>
                      <a:srgbClr val="9D9FA1"/>
                    </a:solidFill>
                    <a:prstDash val="solid"/>
                  </a:ln>
                  <a:effectLst/>
                </p:spPr>
              </p:cxnSp>
              <p:cxnSp>
                <p:nvCxnSpPr>
                  <p:cNvPr id="1890544275" name="Rechte verbindingslijn 318"/>
                  <p:cNvCxnSpPr>
                    <a:cxnSpLocks noAdjustHandles="1" noChangeArrowheads="1" noChangeShapeType="1" noEditPoints="1" noGrp="1" noMove="1" noResize="1" noRot="1"/>
                  </p:cNvCxnSpPr>
                  <p:nvPr userDrawn="1"/>
                </p:nvCxnSpPr>
                <p:spPr bwMode="auto">
                  <a:xfrm>
                    <a:off x="-2773989" y="584361"/>
                    <a:ext cx="75946" cy="0"/>
                  </a:xfrm>
                  <a:prstGeom prst="line">
                    <a:avLst/>
                  </a:prstGeom>
                  <a:solidFill>
                    <a:schemeClr val="bg1"/>
                  </a:solidFill>
                  <a:ln w="12700" cap="flat" cmpd="sng" algn="ctr">
                    <a:solidFill>
                      <a:srgbClr val="9D9FA1"/>
                    </a:solidFill>
                    <a:prstDash val="solid"/>
                  </a:ln>
                  <a:effectLst/>
                </p:spPr>
              </p:cxnSp>
              <p:cxnSp>
                <p:nvCxnSpPr>
                  <p:cNvPr id="1854332206" name="Rechte verbindingslijn 319"/>
                  <p:cNvCxnSpPr>
                    <a:cxnSpLocks noAdjustHandles="1" noChangeArrowheads="1" noChangeShapeType="1" noEditPoints="1" noGrp="1" noMove="1" noResize="1" noRot="1"/>
                  </p:cNvCxnSpPr>
                  <p:nvPr userDrawn="1"/>
                </p:nvCxnSpPr>
                <p:spPr bwMode="auto">
                  <a:xfrm>
                    <a:off x="-2773989" y="551217"/>
                    <a:ext cx="75946" cy="0"/>
                  </a:xfrm>
                  <a:prstGeom prst="line">
                    <a:avLst/>
                  </a:prstGeom>
                  <a:solidFill>
                    <a:schemeClr val="bg1"/>
                  </a:solidFill>
                  <a:ln w="12700" cap="flat" cmpd="sng" algn="ctr">
                    <a:solidFill>
                      <a:srgbClr val="9D9FA1"/>
                    </a:solidFill>
                    <a:prstDash val="solid"/>
                  </a:ln>
                  <a:effectLst/>
                </p:spPr>
              </p:cxnSp>
            </p:grpSp>
            <p:sp>
              <p:nvSpPr>
                <p:cNvPr id="353733192" name="Pijl: rechts 314"/>
                <p:cNvSpPr>
                  <a:spLocks noAdjustHandles="1" noChangeArrowheads="1" noChangeShapeType="1" noEditPoints="1" noGrp="1" noMove="1" noResize="1" noRot="1"/>
                </p:cNvSpPr>
                <p:nvPr userDrawn="1"/>
              </p:nvSpPr>
              <p:spPr bwMode="auto">
                <a:xfrm flipH="1">
                  <a:off x="-2866743" y="549739"/>
                  <a:ext cx="70675" cy="67901"/>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noAutofit/>
                </a:bodyPr>
                <a:lstStyle/>
                <a:p>
                  <a:pPr algn="l">
                    <a:defRPr/>
                  </a:pPr>
                  <a:endParaRPr lang="en-GB" sz="1000" b="1">
                    <a:solidFill>
                      <a:srgbClr val="211F26"/>
                    </a:solidFill>
                    <a:latin typeface="Calibri"/>
                    <a:cs typeface="Calibri"/>
                  </a:endParaRPr>
                </a:p>
              </p:txBody>
            </p:sp>
          </p:grpSp>
        </p:grpSp>
        <p:grpSp>
          <p:nvGrpSpPr>
            <p:cNvPr id="410218848" name="Groep 296"/>
            <p:cNvGrpSpPr>
              <a:grpSpLocks noGrp="1" noMove="1" noResize="1" noRot="1" noUngrp="1"/>
            </p:cNvGrpSpPr>
            <p:nvPr userDrawn="1"/>
          </p:nvGrpSpPr>
          <p:grpSpPr bwMode="auto">
            <a:xfrm>
              <a:off x="-938433" y="4663036"/>
              <a:ext cx="627797" cy="576693"/>
              <a:chOff x="-1753861" y="6112774"/>
              <a:chExt cx="759634" cy="697797"/>
            </a:xfrm>
          </p:grpSpPr>
          <p:grpSp>
            <p:nvGrpSpPr>
              <p:cNvPr id="1655990183" name="Inspireren"/>
              <p:cNvGrpSpPr>
                <a:grpSpLocks noChangeAspect="1" noGrp="1" noMove="1" noResize="1" noRot="1" noUngrp="1"/>
              </p:cNvGrpSpPr>
              <p:nvPr userDrawn="1"/>
            </p:nvGrpSpPr>
            <p:grpSpPr bwMode="auto">
              <a:xfrm>
                <a:off x="-1484857" y="6112774"/>
                <a:ext cx="205430" cy="293285"/>
                <a:chOff x="4767" y="2782"/>
                <a:chExt cx="787" cy="1125"/>
              </a:xfrm>
              <a:gradFill>
                <a:gsLst>
                  <a:gs pos="0">
                    <a:srgbClr val="9D9FA1"/>
                  </a:gs>
                  <a:gs pos="70000">
                    <a:srgbClr val="211F26"/>
                  </a:gs>
                </a:gsLst>
                <a:lin ang="2700000" scaled="0"/>
              </a:gradFill>
            </p:grpSpPr>
            <p:sp>
              <p:nvSpPr>
                <p:cNvPr id="156167840" name="Freeform 12"/>
                <p:cNvSpPr>
                  <a:spLocks noAdjustHandles="1" noChangeArrowheads="1" noChangeShapeType="1" noEditPoints="1" noGrp="1" noMove="1" noResize="1" noRot="1"/>
                </p:cNvSpPr>
                <p:nvPr/>
              </p:nvSpPr>
              <p:spPr bwMode="auto">
                <a:xfrm>
                  <a:off x="5000" y="3186"/>
                  <a:ext cx="318" cy="288"/>
                </a:xfrm>
                <a:custGeom>
                  <a:avLst/>
                  <a:gdLst>
                    <a:gd name="T0" fmla="*/ 220 w 319"/>
                    <a:gd name="T1" fmla="*/ 288 h 288"/>
                    <a:gd name="T2" fmla="*/ 107 w 319"/>
                    <a:gd name="T3" fmla="*/ 288 h 288"/>
                    <a:gd name="T4" fmla="*/ 0 w 319"/>
                    <a:gd name="T5" fmla="*/ 0 h 288"/>
                    <a:gd name="T6" fmla="*/ 319 w 319"/>
                    <a:gd name="T7" fmla="*/ 0 h 288"/>
                    <a:gd name="T8" fmla="*/ 220 w 319"/>
                    <a:gd name="T9" fmla="*/ 288 h 288"/>
                  </a:gdLst>
                  <a:ahLst/>
                  <a:cxnLst>
                    <a:cxn ang="0">
                      <a:pos x="T0" y="T1"/>
                    </a:cxn>
                    <a:cxn ang="0">
                      <a:pos x="T2" y="T3"/>
                    </a:cxn>
                    <a:cxn ang="0">
                      <a:pos x="T4" y="T5"/>
                    </a:cxn>
                    <a:cxn ang="0">
                      <a:pos x="T6" y="T7"/>
                    </a:cxn>
                    <a:cxn ang="0">
                      <a:pos x="T8" y="T9"/>
                    </a:cxn>
                  </a:cxnLst>
                  <a:rect l="0" t="0" r="r" b="b"/>
                  <a:pathLst>
                    <a:path w="319" h="288" fill="norm" stroke="1" extrusionOk="0">
                      <a:moveTo>
                        <a:pt x="220" y="288"/>
                      </a:moveTo>
                      <a:lnTo>
                        <a:pt x="107" y="288"/>
                      </a:lnTo>
                      <a:lnTo>
                        <a:pt x="0" y="0"/>
                      </a:lnTo>
                      <a:lnTo>
                        <a:pt x="319" y="0"/>
                      </a:lnTo>
                      <a:lnTo>
                        <a:pt x="220" y="288"/>
                      </a:lnTo>
                      <a:close/>
                    </a:path>
                  </a:pathLst>
                </a:custGeom>
                <a:solidFill>
                  <a:srgbClr val="1FF524"/>
                </a:solidFill>
                <a:ln>
                  <a:noFill/>
                </a:ln>
              </p:spPr>
              <p:txBody>
                <a:bodyPr vert="horz" wrap="square" lIns="91440" tIns="45720" rIns="91440" bIns="45720" numCol="1" anchor="t" anchorCtr="0" compatLnSpc="1">
                  <a:prstTxWarp prst="textNoShape"/>
                </a:bodyPr>
                <a:lstStyle/>
                <a:p>
                  <a:pPr marL="0" marR="0" lvl="0" indent="0" defTabSz="995467">
                    <a:lnSpc>
                      <a:spcPct val="100000"/>
                    </a:lnSpc>
                    <a:spcBef>
                      <a:spcPts val="0"/>
                    </a:spcBef>
                    <a:spcAft>
                      <a:spcPts val="0"/>
                    </a:spcAft>
                    <a:buClrTx/>
                    <a:buSzTx/>
                    <a:buFontTx/>
                    <a:buNone/>
                    <a:defRPr/>
                  </a:pPr>
                  <a:endParaRPr lang="en-GB" sz="300" b="0" i="0" u="none" strike="noStrike" cap="none" spc="0">
                    <a:ln>
                      <a:noFill/>
                    </a:ln>
                    <a:solidFill>
                      <a:srgbClr val="211F26"/>
                    </a:solidFill>
                    <a:latin typeface="Arial"/>
                  </a:endParaRPr>
                </a:p>
              </p:txBody>
            </p:sp>
            <p:sp>
              <p:nvSpPr>
                <p:cNvPr id="341592186" name="Freeform 13"/>
                <p:cNvSpPr>
                  <a:spLocks noAdjustHandles="1" noChangeArrowheads="1" noChangeShapeType="1" noEditPoints="1" noGrp="1" noMove="1" noResize="1" noRot="1"/>
                </p:cNvSpPr>
                <p:nvPr/>
              </p:nvSpPr>
              <p:spPr bwMode="auto">
                <a:xfrm>
                  <a:off x="5022" y="3794"/>
                  <a:ext cx="281" cy="111"/>
                </a:xfrm>
                <a:custGeom>
                  <a:avLst/>
                  <a:gdLst>
                    <a:gd name="T0" fmla="*/ 229 w 251"/>
                    <a:gd name="T1" fmla="*/ 70 h 100"/>
                    <a:gd name="T2" fmla="*/ 229 w 251"/>
                    <a:gd name="T3" fmla="*/ 69 h 100"/>
                    <a:gd name="T4" fmla="*/ 251 w 251"/>
                    <a:gd name="T5" fmla="*/ 0 h 100"/>
                    <a:gd name="T6" fmla="*/ 0 w 251"/>
                    <a:gd name="T7" fmla="*/ 0 h 100"/>
                    <a:gd name="T8" fmla="*/ 22 w 251"/>
                    <a:gd name="T9" fmla="*/ 69 h 100"/>
                    <a:gd name="T10" fmla="*/ 63 w 251"/>
                    <a:gd name="T11" fmla="*/ 100 h 100"/>
                    <a:gd name="T12" fmla="*/ 188 w 251"/>
                    <a:gd name="T13" fmla="*/ 100 h 100"/>
                    <a:gd name="T14" fmla="*/ 229 w 251"/>
                    <a:gd name="T15" fmla="*/ 71 h 100"/>
                    <a:gd name="T16" fmla="*/ 229 w 251"/>
                    <a:gd name="T17" fmla="*/ 71 h 100"/>
                    <a:gd name="T18" fmla="*/ 229 w 251"/>
                    <a:gd name="T19" fmla="*/ 7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1" h="100" fill="norm" stroke="1" extrusionOk="0">
                      <a:moveTo>
                        <a:pt x="229" y="70"/>
                      </a:moveTo>
                      <a:cubicBezTo>
                        <a:pt x="229" y="70"/>
                        <a:pt x="229" y="69"/>
                        <a:pt x="229" y="69"/>
                      </a:cubicBezTo>
                      <a:cubicBezTo>
                        <a:pt x="251" y="0"/>
                        <a:pt x="251" y="0"/>
                        <a:pt x="251" y="0"/>
                      </a:cubicBezTo>
                      <a:cubicBezTo>
                        <a:pt x="0" y="0"/>
                        <a:pt x="0" y="0"/>
                        <a:pt x="0" y="0"/>
                      </a:cubicBezTo>
                      <a:cubicBezTo>
                        <a:pt x="22" y="69"/>
                        <a:pt x="22" y="69"/>
                        <a:pt x="22" y="69"/>
                      </a:cubicBezTo>
                      <a:cubicBezTo>
                        <a:pt x="27" y="87"/>
                        <a:pt x="44" y="100"/>
                        <a:pt x="63" y="100"/>
                      </a:cubicBezTo>
                      <a:cubicBezTo>
                        <a:pt x="188" y="100"/>
                        <a:pt x="188" y="100"/>
                        <a:pt x="188" y="100"/>
                      </a:cubicBezTo>
                      <a:cubicBezTo>
                        <a:pt x="207" y="100"/>
                        <a:pt x="223" y="88"/>
                        <a:pt x="229" y="71"/>
                      </a:cubicBezTo>
                      <a:cubicBezTo>
                        <a:pt x="229" y="71"/>
                        <a:pt x="229" y="71"/>
                        <a:pt x="229" y="71"/>
                      </a:cubicBezTo>
                      <a:lnTo>
                        <a:pt x="229" y="70"/>
                      </a:lnTo>
                      <a:close/>
                    </a:path>
                  </a:pathLst>
                </a:custGeom>
                <a:grpFill/>
                <a:ln>
                  <a:noFill/>
                </a:ln>
              </p:spPr>
              <p:txBody>
                <a:bodyPr vert="horz" wrap="square" lIns="91440" tIns="45720" rIns="91440" bIns="45720" numCol="1" anchor="t" anchorCtr="0" compatLnSpc="1">
                  <a:prstTxWarp prst="textNoShape"/>
                </a:bodyPr>
                <a:lstStyle/>
                <a:p>
                  <a:pPr marL="0" marR="0" lvl="0" indent="0" defTabSz="995467">
                    <a:lnSpc>
                      <a:spcPct val="100000"/>
                    </a:lnSpc>
                    <a:spcBef>
                      <a:spcPts val="0"/>
                    </a:spcBef>
                    <a:spcAft>
                      <a:spcPts val="0"/>
                    </a:spcAft>
                    <a:buClrTx/>
                    <a:buSzTx/>
                    <a:buFontTx/>
                    <a:buNone/>
                    <a:defRPr/>
                  </a:pPr>
                  <a:endParaRPr lang="en-GB" sz="300" b="0" i="0" u="none" strike="noStrike" cap="none" spc="0">
                    <a:ln>
                      <a:noFill/>
                    </a:ln>
                    <a:solidFill>
                      <a:srgbClr val="211F26"/>
                    </a:solidFill>
                    <a:latin typeface="Arial"/>
                  </a:endParaRPr>
                </a:p>
              </p:txBody>
            </p:sp>
            <p:sp>
              <p:nvSpPr>
                <p:cNvPr id="876002888" name="Freeform 14"/>
                <p:cNvSpPr>
                  <a:spLocks noAdjustHandles="1" noChangeArrowheads="1" noChangeShapeType="1" noEditPoints="1" noGrp="1" noMove="1" noResize="1" noRot="1"/>
                </p:cNvSpPr>
                <p:nvPr/>
              </p:nvSpPr>
              <p:spPr bwMode="auto">
                <a:xfrm>
                  <a:off x="4767" y="2782"/>
                  <a:ext cx="787" cy="965"/>
                </a:xfrm>
                <a:custGeom>
                  <a:avLst/>
                  <a:gdLst>
                    <a:gd name="T0" fmla="*/ 351 w 702"/>
                    <a:gd name="T1" fmla="*/ 0 h 860"/>
                    <a:gd name="T2" fmla="*/ 0 w 702"/>
                    <a:gd name="T3" fmla="*/ 351 h 860"/>
                    <a:gd name="T4" fmla="*/ 134 w 702"/>
                    <a:gd name="T5" fmla="*/ 627 h 860"/>
                    <a:gd name="T6" fmla="*/ 165 w 702"/>
                    <a:gd name="T7" fmla="*/ 718 h 860"/>
                    <a:gd name="T8" fmla="*/ 266 w 702"/>
                    <a:gd name="T9" fmla="*/ 718 h 860"/>
                    <a:gd name="T10" fmla="*/ 266 w 702"/>
                    <a:gd name="T11" fmla="*/ 718 h 860"/>
                    <a:gd name="T12" fmla="*/ 434 w 702"/>
                    <a:gd name="T13" fmla="*/ 718 h 860"/>
                    <a:gd name="T14" fmla="*/ 419 w 702"/>
                    <a:gd name="T15" fmla="*/ 760 h 860"/>
                    <a:gd name="T16" fmla="*/ 284 w 702"/>
                    <a:gd name="T17" fmla="*/ 760 h 860"/>
                    <a:gd name="T18" fmla="*/ 284 w 702"/>
                    <a:gd name="T19" fmla="*/ 760 h 860"/>
                    <a:gd name="T20" fmla="*/ 179 w 702"/>
                    <a:gd name="T21" fmla="*/ 760 h 860"/>
                    <a:gd name="T22" fmla="*/ 212 w 702"/>
                    <a:gd name="T23" fmla="*/ 860 h 860"/>
                    <a:gd name="T24" fmla="*/ 212 w 702"/>
                    <a:gd name="T25" fmla="*/ 860 h 860"/>
                    <a:gd name="T26" fmla="*/ 216 w 702"/>
                    <a:gd name="T27" fmla="*/ 860 h 860"/>
                    <a:gd name="T28" fmla="*/ 488 w 702"/>
                    <a:gd name="T29" fmla="*/ 860 h 860"/>
                    <a:gd name="T30" fmla="*/ 491 w 702"/>
                    <a:gd name="T31" fmla="*/ 860 h 860"/>
                    <a:gd name="T32" fmla="*/ 570 w 702"/>
                    <a:gd name="T33" fmla="*/ 625 h 860"/>
                    <a:gd name="T34" fmla="*/ 702 w 702"/>
                    <a:gd name="T35" fmla="*/ 351 h 860"/>
                    <a:gd name="T36" fmla="*/ 351 w 702"/>
                    <a:gd name="T37" fmla="*/ 0 h 860"/>
                    <a:gd name="T38" fmla="*/ 587 w 702"/>
                    <a:gd name="T39" fmla="*/ 438 h 860"/>
                    <a:gd name="T40" fmla="*/ 485 w 702"/>
                    <a:gd name="T41" fmla="*/ 563 h 860"/>
                    <a:gd name="T42" fmla="*/ 454 w 702"/>
                    <a:gd name="T43" fmla="*/ 658 h 860"/>
                    <a:gd name="T44" fmla="*/ 250 w 702"/>
                    <a:gd name="T45" fmla="*/ 658 h 860"/>
                    <a:gd name="T46" fmla="*/ 219 w 702"/>
                    <a:gd name="T47" fmla="*/ 565 h 860"/>
                    <a:gd name="T48" fmla="*/ 115 w 702"/>
                    <a:gd name="T49" fmla="*/ 439 h 860"/>
                    <a:gd name="T50" fmla="*/ 99 w 702"/>
                    <a:gd name="T51" fmla="*/ 351 h 860"/>
                    <a:gd name="T52" fmla="*/ 351 w 702"/>
                    <a:gd name="T53" fmla="*/ 99 h 860"/>
                    <a:gd name="T54" fmla="*/ 603 w 702"/>
                    <a:gd name="T55" fmla="*/ 351 h 860"/>
                    <a:gd name="T56" fmla="*/ 587 w 702"/>
                    <a:gd name="T57" fmla="*/ 438 h 8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702" h="860" fill="norm" stroke="1" extrusionOk="0">
                      <a:moveTo>
                        <a:pt x="351" y="0"/>
                      </a:moveTo>
                      <a:cubicBezTo>
                        <a:pt x="157" y="0"/>
                        <a:pt x="0" y="157"/>
                        <a:pt x="0" y="351"/>
                      </a:cubicBezTo>
                      <a:cubicBezTo>
                        <a:pt x="0" y="463"/>
                        <a:pt x="52" y="562"/>
                        <a:pt x="134" y="627"/>
                      </a:cubicBezTo>
                      <a:cubicBezTo>
                        <a:pt x="165" y="718"/>
                        <a:pt x="165" y="718"/>
                        <a:pt x="165" y="718"/>
                      </a:cubicBezTo>
                      <a:cubicBezTo>
                        <a:pt x="266" y="718"/>
                        <a:pt x="266" y="718"/>
                        <a:pt x="266" y="718"/>
                      </a:cubicBezTo>
                      <a:cubicBezTo>
                        <a:pt x="266" y="718"/>
                        <a:pt x="266" y="718"/>
                        <a:pt x="266" y="718"/>
                      </a:cubicBezTo>
                      <a:cubicBezTo>
                        <a:pt x="434" y="718"/>
                        <a:pt x="434" y="718"/>
                        <a:pt x="434" y="718"/>
                      </a:cubicBezTo>
                      <a:cubicBezTo>
                        <a:pt x="419" y="760"/>
                        <a:pt x="419" y="760"/>
                        <a:pt x="419" y="760"/>
                      </a:cubicBezTo>
                      <a:cubicBezTo>
                        <a:pt x="284" y="760"/>
                        <a:pt x="284" y="760"/>
                        <a:pt x="284" y="760"/>
                      </a:cubicBezTo>
                      <a:cubicBezTo>
                        <a:pt x="284" y="760"/>
                        <a:pt x="284" y="760"/>
                        <a:pt x="284" y="760"/>
                      </a:cubicBezTo>
                      <a:cubicBezTo>
                        <a:pt x="179" y="760"/>
                        <a:pt x="179" y="760"/>
                        <a:pt x="179" y="760"/>
                      </a:cubicBezTo>
                      <a:cubicBezTo>
                        <a:pt x="212" y="860"/>
                        <a:pt x="212" y="860"/>
                        <a:pt x="212" y="860"/>
                      </a:cubicBezTo>
                      <a:cubicBezTo>
                        <a:pt x="212" y="860"/>
                        <a:pt x="212" y="860"/>
                        <a:pt x="212" y="860"/>
                      </a:cubicBezTo>
                      <a:cubicBezTo>
                        <a:pt x="216" y="860"/>
                        <a:pt x="216" y="860"/>
                        <a:pt x="216" y="860"/>
                      </a:cubicBezTo>
                      <a:cubicBezTo>
                        <a:pt x="488" y="860"/>
                        <a:pt x="488" y="860"/>
                        <a:pt x="488" y="860"/>
                      </a:cubicBezTo>
                      <a:cubicBezTo>
                        <a:pt x="491" y="860"/>
                        <a:pt x="491" y="860"/>
                        <a:pt x="491" y="860"/>
                      </a:cubicBezTo>
                      <a:cubicBezTo>
                        <a:pt x="570" y="625"/>
                        <a:pt x="570" y="625"/>
                        <a:pt x="570" y="625"/>
                      </a:cubicBezTo>
                      <a:cubicBezTo>
                        <a:pt x="651" y="560"/>
                        <a:pt x="702" y="461"/>
                        <a:pt x="702" y="351"/>
                      </a:cubicBezTo>
                      <a:cubicBezTo>
                        <a:pt x="702" y="157"/>
                        <a:pt x="545" y="0"/>
                        <a:pt x="351" y="0"/>
                      </a:cubicBezTo>
                      <a:close/>
                      <a:moveTo>
                        <a:pt x="587" y="438"/>
                      </a:moveTo>
                      <a:cubicBezTo>
                        <a:pt x="568" y="490"/>
                        <a:pt x="531" y="534"/>
                        <a:pt x="485" y="563"/>
                      </a:cubicBezTo>
                      <a:cubicBezTo>
                        <a:pt x="454" y="658"/>
                        <a:pt x="454" y="658"/>
                        <a:pt x="454" y="658"/>
                      </a:cubicBezTo>
                      <a:cubicBezTo>
                        <a:pt x="250" y="658"/>
                        <a:pt x="250" y="658"/>
                        <a:pt x="250" y="658"/>
                      </a:cubicBezTo>
                      <a:cubicBezTo>
                        <a:pt x="219" y="565"/>
                        <a:pt x="219" y="565"/>
                        <a:pt x="219" y="565"/>
                      </a:cubicBezTo>
                      <a:cubicBezTo>
                        <a:pt x="172" y="536"/>
                        <a:pt x="135" y="491"/>
                        <a:pt x="115" y="439"/>
                      </a:cubicBezTo>
                      <a:cubicBezTo>
                        <a:pt x="105" y="411"/>
                        <a:pt x="99" y="382"/>
                        <a:pt x="99" y="351"/>
                      </a:cubicBezTo>
                      <a:cubicBezTo>
                        <a:pt x="99" y="212"/>
                        <a:pt x="212" y="99"/>
                        <a:pt x="351" y="99"/>
                      </a:cubicBezTo>
                      <a:cubicBezTo>
                        <a:pt x="490" y="99"/>
                        <a:pt x="603" y="212"/>
                        <a:pt x="603" y="351"/>
                      </a:cubicBezTo>
                      <a:cubicBezTo>
                        <a:pt x="603" y="381"/>
                        <a:pt x="597" y="411"/>
                        <a:pt x="587" y="438"/>
                      </a:cubicBezTo>
                      <a:close/>
                    </a:path>
                  </a:pathLst>
                </a:custGeom>
                <a:grpFill/>
                <a:ln>
                  <a:noFill/>
                </a:ln>
              </p:spPr>
              <p:txBody>
                <a:bodyPr vert="horz" wrap="square" lIns="91440" tIns="45720" rIns="91440" bIns="45720" numCol="1" anchor="t" anchorCtr="0" compatLnSpc="1">
                  <a:prstTxWarp prst="textNoShape"/>
                </a:bodyPr>
                <a:lstStyle/>
                <a:p>
                  <a:pPr marL="0" marR="0" lvl="0" indent="0" defTabSz="995467">
                    <a:lnSpc>
                      <a:spcPct val="100000"/>
                    </a:lnSpc>
                    <a:spcBef>
                      <a:spcPts val="0"/>
                    </a:spcBef>
                    <a:spcAft>
                      <a:spcPts val="0"/>
                    </a:spcAft>
                    <a:buClrTx/>
                    <a:buSzTx/>
                    <a:buFontTx/>
                    <a:buNone/>
                    <a:defRPr/>
                  </a:pPr>
                  <a:endParaRPr lang="en-GB" sz="300" b="0" i="0" u="none" strike="noStrike" cap="none" spc="0">
                    <a:ln>
                      <a:noFill/>
                    </a:ln>
                    <a:solidFill>
                      <a:srgbClr val="211F26"/>
                    </a:solidFill>
                    <a:latin typeface="Arial"/>
                  </a:endParaRPr>
                </a:p>
              </p:txBody>
            </p:sp>
          </p:grpSp>
          <p:sp>
            <p:nvSpPr>
              <p:cNvPr id="499017724" name="Tekstvak 298"/>
              <p:cNvSpPr txBox="1">
                <a:spLocks noAdjustHandles="1" noChangeArrowheads="1" noChangeShapeType="1" noEditPoints="1" noGrp="1" noMove="1" noResize="1" noRot="1"/>
              </p:cNvSpPr>
              <p:nvPr userDrawn="1"/>
            </p:nvSpPr>
            <p:spPr bwMode="auto">
              <a:xfrm>
                <a:off x="-1753861" y="6420663"/>
                <a:ext cx="759634" cy="389908"/>
              </a:xfrm>
              <a:prstGeom prst="rect">
                <a:avLst/>
              </a:prstGeom>
              <a:noFill/>
            </p:spPr>
            <p:txBody>
              <a:bodyPr wrap="square" lIns="0" tIns="0" rIns="0" bIns="0" rtlCol="0" anchor="ctr">
                <a:noAutofit/>
              </a:bodyPr>
              <a:lstStyle/>
              <a:p>
                <a:pPr marL="0" marR="0" lvl="0" indent="0" algn="ctr" defTabSz="914400">
                  <a:lnSpc>
                    <a:spcPct val="90000"/>
                  </a:lnSpc>
                  <a:spcBef>
                    <a:spcPts val="599"/>
                  </a:spcBef>
                  <a:spcAft>
                    <a:spcPts val="599"/>
                  </a:spcAft>
                  <a:buClrTx/>
                  <a:buSzTx/>
                  <a:buFontTx/>
                  <a:buNone/>
                  <a:defRPr/>
                </a:pPr>
                <a:r>
                  <a:rPr lang="en-GB" sz="1000" b="0" i="0" u="none" strike="noStrike" cap="none" spc="0">
                    <a:ln>
                      <a:noFill/>
                    </a:ln>
                    <a:solidFill>
                      <a:srgbClr val="211F26"/>
                    </a:solidFill>
                    <a:latin typeface="Calibri"/>
                    <a:ea typeface="Arial"/>
                    <a:cs typeface="Calibri"/>
                  </a:rPr>
                  <a:t>Inspiration</a:t>
                </a:r>
                <a:endParaRPr/>
              </a:p>
            </p:txBody>
          </p:sp>
        </p:grpSp>
      </p:grpSp>
      <p:pic>
        <p:nvPicPr>
          <p:cNvPr id="864547803" name=""/>
          <p:cNvPicPr>
            <a:picLocks noChangeAspect="1"/>
          </p:cNvPicPr>
          <p:nvPr/>
        </p:nvPicPr>
        <p:blipFill>
          <a:blip r:embed="rId3"/>
          <a:stretch/>
        </p:blipFill>
        <p:spPr bwMode="auto">
          <a:xfrm flipH="0" flipV="0">
            <a:off x="6827969" y="1496785"/>
            <a:ext cx="4641792" cy="4259035"/>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med" p14:dur="700" advClick="1">
        <p:fade thruBlk="0"/>
      </p:transition>
    </mc:Choice>
    <mc:Fallback>
      <p:transition spd="med" advClick="1">
        <p:fade thruBlk="0"/>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467531507" name="Tijdelijke aanduiding voor datum 4"/>
          <p:cNvSpPr>
            <a:spLocks noGrp="1"/>
          </p:cNvSpPr>
          <p:nvPr>
            <p:ph type="dt" sz="half" idx="18"/>
          </p:nvPr>
        </p:nvSpPr>
        <p:spPr bwMode="auto"/>
        <p:txBody>
          <a:bodyPr/>
          <a:lstStyle/>
          <a:p>
            <a:pPr>
              <a:defRPr/>
            </a:pPr>
            <a:fld id="{D381B562-5BFB-86A0-49D8-74796B1F3BC6}" type="datetime1">
              <a:rPr lang="nl-NL"/>
              <a:t/>
            </a:fld>
            <a:endParaRPr lang="en-GB"/>
          </a:p>
        </p:txBody>
      </p:sp>
      <p:sp>
        <p:nvSpPr>
          <p:cNvPr id="235827205" name="Titel 8"/>
          <p:cNvSpPr>
            <a:spLocks noGrp="1"/>
          </p:cNvSpPr>
          <p:nvPr>
            <p:ph type="title"/>
          </p:nvPr>
        </p:nvSpPr>
        <p:spPr bwMode="auto"/>
        <p:txBody>
          <a:bodyPr/>
          <a:lstStyle/>
          <a:p>
            <a:pPr>
              <a:defRPr/>
            </a:pPr>
            <a:r>
              <a:rPr lang="en-US"/>
              <a:t>CFD </a:t>
            </a:r>
            <a:endParaRPr/>
          </a:p>
        </p:txBody>
      </p:sp>
      <p:sp>
        <p:nvSpPr>
          <p:cNvPr id="996316313" name="Tijdelijke aanduiding voor dianummer 1"/>
          <p:cNvSpPr>
            <a:spLocks noGrp="1"/>
          </p:cNvSpPr>
          <p:nvPr>
            <p:ph type="sldNum" sz="quarter" idx="20"/>
          </p:nvPr>
        </p:nvSpPr>
        <p:spPr bwMode="auto"/>
        <p:txBody>
          <a:bodyPr/>
          <a:lstStyle/>
          <a:p>
            <a:pPr>
              <a:defRPr/>
            </a:pPr>
            <a:fld id="{F00E2C5B-BC38-E335-6B0E-FBD458EFB264}" type="slidenum">
              <a:rPr lang="en-GB"/>
              <a:t/>
            </a:fld>
            <a:endParaRPr lang="en-GB"/>
          </a:p>
        </p:txBody>
      </p:sp>
      <p:grpSp>
        <p:nvGrpSpPr>
          <p:cNvPr id="648759066" name="INSTRUCTION"/>
          <p:cNvGrpSpPr>
            <a:grpSpLocks noGrp="1" noMove="1" noResize="1" noRot="1" noUngrp="1"/>
          </p:cNvGrpSpPr>
          <p:nvPr/>
        </p:nvGrpSpPr>
        <p:grpSpPr bwMode="auto">
          <a:xfrm>
            <a:off x="-3786436" y="0"/>
            <a:ext cx="3693385" cy="5359348"/>
            <a:chOff x="-3786436" y="0"/>
            <a:chExt cx="3693385" cy="5359348"/>
          </a:xfrm>
        </p:grpSpPr>
        <p:sp>
          <p:nvSpPr>
            <p:cNvPr id="935423435" name="Rechthoek 273"/>
            <p:cNvSpPr>
              <a:spLocks noAdjustHandles="1" noChangeArrowheads="1" noChangeShapeType="1" noEditPoints="1" noGrp="1" noMove="1" noResize="1" noRot="1"/>
            </p:cNvSpPr>
            <p:nvPr userDrawn="1"/>
          </p:nvSpPr>
          <p:spPr bwMode="auto">
            <a:xfrm>
              <a:off x="-3786165" y="0"/>
              <a:ext cx="3593090" cy="4641337"/>
            </a:xfrm>
            <a:prstGeom prst="rect">
              <a:avLst/>
            </a:prstGeom>
            <a:solidFill>
              <a:srgbClr val="FFFFFF"/>
            </a:solidFill>
            <a:ln w="6350">
              <a:solidFill>
                <a:srgbClr val="ECECEC"/>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noAutofit/>
            </a:bodyPr>
            <a:lstStyle/>
            <a:p>
              <a:pPr algn="l">
                <a:lnSpc>
                  <a:spcPct val="90000"/>
                </a:lnSpc>
                <a:spcBef>
                  <a:spcPts val="599"/>
                </a:spcBef>
                <a:spcAft>
                  <a:spcPts val="599"/>
                </a:spcAft>
                <a:defRPr/>
              </a:pPr>
              <a:r>
                <a:rPr lang="en-GB" sz="1400" b="1" cap="all">
                  <a:solidFill>
                    <a:schemeClr val="accent1"/>
                  </a:solidFill>
                  <a:latin typeface="Calibri"/>
                  <a:cs typeface="Calibri"/>
                </a:rPr>
                <a:t>Choosing text levels</a:t>
              </a:r>
              <a:endParaRPr/>
            </a:p>
          </p:txBody>
        </p:sp>
        <p:sp>
          <p:nvSpPr>
            <p:cNvPr id="1240607826" name="Ovaal 274"/>
            <p:cNvSpPr>
              <a:spLocks noAdjustHandles="1" noChangeArrowheads="1" noChangeShapeType="1" noEditPoints="1" noGrp="1" noMove="1" noResize="1" noRot="1"/>
            </p:cNvSpPr>
            <p:nvPr userDrawn="1"/>
          </p:nvSpPr>
          <p:spPr bwMode="auto">
            <a:xfrm>
              <a:off x="-3604182" y="1837483"/>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1</a:t>
              </a:r>
              <a:endParaRPr/>
            </a:p>
          </p:txBody>
        </p:sp>
        <p:sp>
          <p:nvSpPr>
            <p:cNvPr id="654111454" name="Rechthoek 275"/>
            <p:cNvSpPr>
              <a:spLocks noAdjustHandles="1" noChangeArrowheads="1" noChangeShapeType="1" noEditPoints="1" noGrp="1" noMove="1" noResize="1" noRot="1"/>
            </p:cNvSpPr>
            <p:nvPr userDrawn="1"/>
          </p:nvSpPr>
          <p:spPr bwMode="auto">
            <a:xfrm>
              <a:off x="-3319414" y="1837483"/>
              <a:ext cx="2949219" cy="180000"/>
            </a:xfrm>
            <a:prstGeom prst="rect">
              <a:avLst/>
            </a:prstGeom>
            <a:noFill/>
            <a:ln w="25400" cap="flat" cmpd="sng" algn="ctr">
              <a:noFill/>
              <a:prstDash val="solid"/>
            </a:ln>
            <a:effectLst/>
          </p:spPr>
          <p:txBody>
            <a:bodyPr lIns="0" tIns="0" rIns="0" bIns="0" rtlCol="0" anchor="ctr"/>
            <a:lstStyle/>
            <a:p>
              <a:pPr marL="357187" marR="0" lvl="0" indent="-357187" defTabSz="914400">
                <a:lnSpc>
                  <a:spcPct val="100000"/>
                </a:lnSpc>
                <a:spcBef>
                  <a:spcPts val="599"/>
                </a:spcBef>
                <a:spcAft>
                  <a:spcPts val="599"/>
                </a:spcAft>
                <a:buClr>
                  <a:schemeClr val="accent1"/>
                </a:buClr>
                <a:buSzTx/>
                <a:buFont typeface="Calibri"/>
                <a:buChar char="•"/>
                <a:defRPr/>
              </a:pPr>
              <a:r>
                <a:rPr lang="en-GB" sz="1400" b="0" i="0" u="none" strike="noStrike" cap="none" spc="0">
                  <a:ln>
                    <a:noFill/>
                  </a:ln>
                  <a:solidFill>
                    <a:srgbClr val="000000"/>
                  </a:solidFill>
                  <a:latin typeface="Arial"/>
                  <a:cs typeface="Calibri"/>
                </a:rPr>
                <a:t>Bullet</a:t>
              </a:r>
              <a:endParaRPr/>
            </a:p>
          </p:txBody>
        </p:sp>
        <p:sp>
          <p:nvSpPr>
            <p:cNvPr id="504489437" name="Ovaal 276"/>
            <p:cNvSpPr>
              <a:spLocks noAdjustHandles="1" noChangeArrowheads="1" noChangeShapeType="1" noEditPoints="1" noGrp="1" noMove="1" noResize="1" noRot="1"/>
            </p:cNvSpPr>
            <p:nvPr userDrawn="1"/>
          </p:nvSpPr>
          <p:spPr bwMode="auto">
            <a:xfrm>
              <a:off x="-3604182" y="2128767"/>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2</a:t>
              </a:r>
              <a:endParaRPr/>
            </a:p>
          </p:txBody>
        </p:sp>
        <p:sp>
          <p:nvSpPr>
            <p:cNvPr id="1656740556" name="Rechthoek 277"/>
            <p:cNvSpPr>
              <a:spLocks noAdjustHandles="1" noChangeArrowheads="1" noChangeShapeType="1" noEditPoints="1" noGrp="1" noMove="1" noResize="1" noRot="1"/>
            </p:cNvSpPr>
            <p:nvPr userDrawn="1"/>
          </p:nvSpPr>
          <p:spPr bwMode="auto">
            <a:xfrm>
              <a:off x="-3604182" y="1196112"/>
              <a:ext cx="3229047" cy="459225"/>
            </a:xfrm>
            <a:prstGeom prst="rect">
              <a:avLst/>
            </a:prstGeom>
            <a:noFill/>
            <a:ln w="25400" cap="flat" cmpd="sng" algn="ctr">
              <a:noFill/>
              <a:prstDash val="solid"/>
            </a:ln>
            <a:effectLst/>
          </p:spPr>
          <p:txBody>
            <a:bodyPr lIns="0" tIns="0" rIns="0" bIns="0" rtlCol="0" anchor="t"/>
            <a:lstStyle/>
            <a:p>
              <a:pPr marL="0" marR="0" lvl="0" indent="0" defTabSz="914400">
                <a:lnSpc>
                  <a:spcPct val="90000"/>
                </a:lnSpc>
                <a:spcBef>
                  <a:spcPts val="599"/>
                </a:spcBef>
                <a:spcAft>
                  <a:spcPts val="599"/>
                </a:spcAft>
                <a:buClrTx/>
                <a:buSzTx/>
                <a:buFontTx/>
                <a:buNone/>
                <a:defRPr/>
              </a:pPr>
              <a:r>
                <a:rPr lang="en-GB" sz="1200" b="0" i="0" u="none" strike="noStrike" cap="none" spc="0">
                  <a:ln>
                    <a:noFill/>
                  </a:ln>
                  <a:solidFill>
                    <a:srgbClr val="000000"/>
                  </a:solidFill>
                  <a:latin typeface="Calibri"/>
                  <a:cs typeface="Calibri"/>
                </a:rPr>
                <a:t>Under the tab </a:t>
              </a:r>
              <a:r>
                <a:rPr lang="en-GB" sz="1200" b="1" i="0" u="none" strike="noStrike" cap="none" spc="0">
                  <a:ln>
                    <a:noFill/>
                  </a:ln>
                  <a:solidFill>
                    <a:srgbClr val="000000"/>
                  </a:solidFill>
                  <a:latin typeface="Calibri"/>
                  <a:cs typeface="Calibri"/>
                </a:rPr>
                <a:t>‘Home’</a:t>
              </a:r>
              <a:r>
                <a:rPr lang="en-GB" sz="1200" b="0" i="0" u="none" strike="noStrike" cap="none" spc="0">
                  <a:ln>
                    <a:noFill/>
                  </a:ln>
                  <a:solidFill>
                    <a:srgbClr val="000000"/>
                  </a:solidFill>
                  <a:latin typeface="Calibri"/>
                  <a:cs typeface="Calibri"/>
                </a:rPr>
                <a:t>, use the </a:t>
              </a:r>
              <a:r>
                <a:rPr lang="en-GB" sz="1200" b="1" i="0" u="none" strike="noStrike" cap="none" spc="0">
                  <a:ln>
                    <a:noFill/>
                  </a:ln>
                  <a:solidFill>
                    <a:srgbClr val="000000"/>
                  </a:solidFill>
                  <a:latin typeface="Calibri"/>
                  <a:cs typeface="Calibri"/>
                </a:rPr>
                <a:t>list level-buttons</a:t>
              </a:r>
              <a:r>
                <a:rPr lang="en-GB" sz="1200" b="0" i="0" u="none" strike="noStrike" cap="none" spc="0">
                  <a:ln>
                    <a:noFill/>
                  </a:ln>
                  <a:solidFill>
                    <a:srgbClr val="000000"/>
                  </a:solidFill>
                  <a:latin typeface="Calibri"/>
                  <a:cs typeface="Calibri"/>
                </a:rPr>
                <a:t> to choose a text level. </a:t>
              </a:r>
              <a:br>
                <a:rPr lang="en-GB" sz="1200" b="0" i="0" u="none" strike="noStrike" cap="none" spc="0">
                  <a:ln>
                    <a:noFill/>
                  </a:ln>
                  <a:solidFill>
                    <a:srgbClr val="000000"/>
                  </a:solidFill>
                  <a:latin typeface="Calibri"/>
                  <a:cs typeface="Calibri"/>
                </a:rPr>
              </a:br>
              <a:r>
                <a:rPr lang="en-GB" sz="1200" b="0" i="0" u="none" strike="noStrike" cap="none" spc="0">
                  <a:ln>
                    <a:noFill/>
                  </a:ln>
                  <a:solidFill>
                    <a:srgbClr val="000000"/>
                  </a:solidFill>
                  <a:latin typeface="Calibri"/>
                  <a:cs typeface="Calibri"/>
                </a:rPr>
                <a:t>Choose from:</a:t>
              </a:r>
              <a:endParaRPr/>
            </a:p>
          </p:txBody>
        </p:sp>
        <p:sp>
          <p:nvSpPr>
            <p:cNvPr id="636786421" name="Rechthoek 278"/>
            <p:cNvSpPr>
              <a:spLocks noAdjustHandles="1" noChangeArrowheads="1" noChangeShapeType="1" noEditPoints="1" noGrp="1" noMove="1" noResize="1" noRot="1"/>
            </p:cNvSpPr>
            <p:nvPr userDrawn="1"/>
          </p:nvSpPr>
          <p:spPr bwMode="auto">
            <a:xfrm>
              <a:off x="-3319414" y="2128872"/>
              <a:ext cx="2949219" cy="180000"/>
            </a:xfrm>
            <a:prstGeom prst="rect">
              <a:avLst/>
            </a:prstGeom>
            <a:noFill/>
            <a:ln w="25400" cap="flat" cmpd="sng" algn="ctr">
              <a:noFill/>
              <a:prstDash val="solid"/>
            </a:ln>
            <a:effectLst/>
          </p:spPr>
          <p:txBody>
            <a:bodyPr lIns="0" tIns="0" rIns="0" bIns="0" rtlCol="0" anchor="ctr"/>
            <a:lstStyle/>
            <a:p>
              <a:pPr marL="715962" marR="0" lvl="0" indent="-358774" defTabSz="914400">
                <a:lnSpc>
                  <a:spcPct val="100000"/>
                </a:lnSpc>
                <a:spcBef>
                  <a:spcPts val="599"/>
                </a:spcBef>
                <a:spcAft>
                  <a:spcPts val="599"/>
                </a:spcAft>
                <a:buClr>
                  <a:schemeClr val="accent1"/>
                </a:buClr>
                <a:buSzTx/>
                <a:buFont typeface="Calibri"/>
                <a:buChar char="•"/>
                <a:defRPr/>
              </a:pPr>
              <a:r>
                <a:rPr lang="en-GB" sz="1400" b="0" i="0" u="none" strike="noStrike" cap="none" spc="0">
                  <a:ln>
                    <a:noFill/>
                  </a:ln>
                  <a:solidFill>
                    <a:srgbClr val="000000"/>
                  </a:solidFill>
                  <a:latin typeface="Arial"/>
                  <a:cs typeface="Calibri"/>
                </a:rPr>
                <a:t>Sub-bullet </a:t>
              </a:r>
              <a:endParaRPr/>
            </a:p>
          </p:txBody>
        </p:sp>
        <p:sp>
          <p:nvSpPr>
            <p:cNvPr id="752134351" name="Ovaal 279"/>
            <p:cNvSpPr>
              <a:spLocks noAdjustHandles="1" noChangeArrowheads="1" noChangeShapeType="1" noEditPoints="1" noGrp="1" noMove="1" noResize="1" noRot="1"/>
            </p:cNvSpPr>
            <p:nvPr userDrawn="1"/>
          </p:nvSpPr>
          <p:spPr bwMode="auto">
            <a:xfrm>
              <a:off x="-3604182" y="2420051"/>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3</a:t>
              </a:r>
              <a:endParaRPr/>
            </a:p>
          </p:txBody>
        </p:sp>
        <p:sp>
          <p:nvSpPr>
            <p:cNvPr id="1811268148" name="Rechthoek 280"/>
            <p:cNvSpPr>
              <a:spLocks noAdjustHandles="1" noChangeArrowheads="1" noChangeShapeType="1" noEditPoints="1" noGrp="1" noMove="1" noResize="1" noRot="1"/>
            </p:cNvSpPr>
            <p:nvPr userDrawn="1"/>
          </p:nvSpPr>
          <p:spPr bwMode="auto">
            <a:xfrm>
              <a:off x="-3319414" y="2420262"/>
              <a:ext cx="2949219" cy="180000"/>
            </a:xfrm>
            <a:prstGeom prst="rect">
              <a:avLst/>
            </a:prstGeom>
            <a:noFill/>
            <a:ln w="25400" cap="flat" cmpd="sng" algn="ctr">
              <a:noFill/>
              <a:prstDash val="solid"/>
            </a:ln>
            <a:effectLst/>
          </p:spPr>
          <p:txBody>
            <a:bodyPr lIns="0" tIns="0" rIns="0" bIns="0" rtlCol="0" anchor="ctr"/>
            <a:lstStyle/>
            <a:p>
              <a:pPr marL="0" marR="0" lvl="0" indent="0" defTabSz="914400">
                <a:lnSpc>
                  <a:spcPct val="100000"/>
                </a:lnSpc>
                <a:spcBef>
                  <a:spcPts val="599"/>
                </a:spcBef>
                <a:spcAft>
                  <a:spcPts val="599"/>
                </a:spcAft>
                <a:buClr>
                  <a:schemeClr val="accent1"/>
                </a:buClr>
                <a:buSzTx/>
                <a:buFont typeface="Calibri"/>
                <a:buNone/>
                <a:defRPr/>
              </a:pPr>
              <a:r>
                <a:rPr lang="en-GB" sz="1400" b="0" i="0" u="none" strike="noStrike" cap="none" spc="0">
                  <a:ln>
                    <a:noFill/>
                  </a:ln>
                  <a:solidFill>
                    <a:srgbClr val="000000"/>
                  </a:solidFill>
                  <a:latin typeface="Arial"/>
                  <a:cs typeface="Calibri"/>
                </a:rPr>
                <a:t>Default text</a:t>
              </a:r>
              <a:endParaRPr/>
            </a:p>
          </p:txBody>
        </p:sp>
        <p:sp>
          <p:nvSpPr>
            <p:cNvPr id="1332397306" name="Ovaal 281"/>
            <p:cNvSpPr>
              <a:spLocks noAdjustHandles="1" noChangeArrowheads="1" noChangeShapeType="1" noEditPoints="1" noGrp="1" noMove="1" noResize="1" noRot="1"/>
            </p:cNvSpPr>
            <p:nvPr userDrawn="1"/>
          </p:nvSpPr>
          <p:spPr bwMode="auto">
            <a:xfrm>
              <a:off x="-3604182" y="2711335"/>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4</a:t>
              </a:r>
              <a:endParaRPr/>
            </a:p>
          </p:txBody>
        </p:sp>
        <p:sp>
          <p:nvSpPr>
            <p:cNvPr id="161762191" name="Rechthoek 282"/>
            <p:cNvSpPr>
              <a:spLocks noAdjustHandles="1" noChangeArrowheads="1" noChangeShapeType="1" noEditPoints="1" noGrp="1" noMove="1" noResize="1" noRot="1"/>
            </p:cNvSpPr>
            <p:nvPr userDrawn="1"/>
          </p:nvSpPr>
          <p:spPr bwMode="auto">
            <a:xfrm>
              <a:off x="-3319414" y="2711650"/>
              <a:ext cx="2949219" cy="180000"/>
            </a:xfrm>
            <a:prstGeom prst="rect">
              <a:avLst/>
            </a:prstGeom>
            <a:noFill/>
            <a:ln w="25400" cap="flat" cmpd="sng" algn="ctr">
              <a:noFill/>
              <a:prstDash val="solid"/>
            </a:ln>
            <a:effectLst/>
          </p:spPr>
          <p:txBody>
            <a:bodyPr lIns="0" tIns="0" rIns="0" bIns="0" rtlCol="0" anchor="ctr"/>
            <a:lstStyle/>
            <a:p>
              <a:pPr marL="0" marR="0" lvl="0" indent="0" defTabSz="914400">
                <a:lnSpc>
                  <a:spcPct val="100000"/>
                </a:lnSpc>
                <a:spcBef>
                  <a:spcPts val="599"/>
                </a:spcBef>
                <a:spcAft>
                  <a:spcPts val="599"/>
                </a:spcAft>
                <a:buClr>
                  <a:schemeClr val="accent1"/>
                </a:buClr>
                <a:buSzTx/>
                <a:buFont typeface="Calibri"/>
                <a:buNone/>
                <a:defRPr/>
              </a:pPr>
              <a:r>
                <a:rPr lang="en-GB" sz="2400" b="1" i="0" u="none" strike="noStrike" cap="none" spc="0">
                  <a:ln>
                    <a:noFill/>
                  </a:ln>
                  <a:solidFill>
                    <a:schemeClr val="tx1"/>
                  </a:solidFill>
                  <a:latin typeface="Arial"/>
                  <a:cs typeface="Calibri"/>
                </a:rPr>
                <a:t>Title/Quote</a:t>
              </a:r>
              <a:endParaRPr/>
            </a:p>
          </p:txBody>
        </p:sp>
        <p:sp>
          <p:nvSpPr>
            <p:cNvPr id="338802113" name="Ovaal 283"/>
            <p:cNvSpPr>
              <a:spLocks noAdjustHandles="1" noChangeArrowheads="1" noChangeShapeType="1" noEditPoints="1" noGrp="1" noMove="1" noResize="1" noRot="1"/>
            </p:cNvSpPr>
            <p:nvPr userDrawn="1"/>
          </p:nvSpPr>
          <p:spPr bwMode="auto">
            <a:xfrm>
              <a:off x="-3604182" y="3002619"/>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5</a:t>
              </a:r>
              <a:endParaRPr/>
            </a:p>
          </p:txBody>
        </p:sp>
        <p:sp>
          <p:nvSpPr>
            <p:cNvPr id="559741036" name="Rechthoek 284"/>
            <p:cNvSpPr>
              <a:spLocks noAdjustHandles="1" noChangeArrowheads="1" noChangeShapeType="1" noEditPoints="1" noGrp="1" noMove="1" noResize="1" noRot="1"/>
            </p:cNvSpPr>
            <p:nvPr userDrawn="1"/>
          </p:nvSpPr>
          <p:spPr bwMode="auto">
            <a:xfrm>
              <a:off x="-3319414" y="3003039"/>
              <a:ext cx="2949219" cy="180000"/>
            </a:xfrm>
            <a:prstGeom prst="rect">
              <a:avLst/>
            </a:prstGeom>
            <a:noFill/>
            <a:ln w="25400" cap="flat" cmpd="sng" algn="ctr">
              <a:noFill/>
              <a:prstDash val="solid"/>
            </a:ln>
            <a:effectLst/>
          </p:spPr>
          <p:txBody>
            <a:bodyPr lIns="0" tIns="0" rIns="0" bIns="0" rtlCol="0" anchor="ctr"/>
            <a:lstStyle/>
            <a:p>
              <a:pPr marL="0" marR="0" lvl="0" indent="0" defTabSz="914400">
                <a:lnSpc>
                  <a:spcPct val="100000"/>
                </a:lnSpc>
                <a:spcBef>
                  <a:spcPts val="599"/>
                </a:spcBef>
                <a:spcAft>
                  <a:spcPts val="599"/>
                </a:spcAft>
                <a:buClr>
                  <a:schemeClr val="accent1"/>
                </a:buClr>
                <a:buSzTx/>
                <a:buFont typeface="Calibri"/>
                <a:buNone/>
                <a:defRPr/>
              </a:pPr>
              <a:r>
                <a:rPr lang="en-GB" sz="1800" b="0" i="0" u="none" strike="noStrike" cap="none" spc="0">
                  <a:ln>
                    <a:noFill/>
                  </a:ln>
                  <a:solidFill>
                    <a:schemeClr val="accent1"/>
                  </a:solidFill>
                  <a:latin typeface="Arial"/>
                  <a:cs typeface="Calibri"/>
                </a:rPr>
                <a:t>Subtitle</a:t>
              </a:r>
              <a:endParaRPr/>
            </a:p>
          </p:txBody>
        </p:sp>
        <p:sp>
          <p:nvSpPr>
            <p:cNvPr id="1760503617" name="Ovaal 285"/>
            <p:cNvSpPr>
              <a:spLocks noAdjustHandles="1" noChangeArrowheads="1" noChangeShapeType="1" noEditPoints="1" noGrp="1" noMove="1" noResize="1" noRot="1"/>
            </p:cNvSpPr>
            <p:nvPr userDrawn="1"/>
          </p:nvSpPr>
          <p:spPr bwMode="auto">
            <a:xfrm>
              <a:off x="-3604182" y="3293903"/>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6</a:t>
              </a:r>
              <a:endParaRPr/>
            </a:p>
          </p:txBody>
        </p:sp>
        <p:sp>
          <p:nvSpPr>
            <p:cNvPr id="1197453980" name="Rechthoek 286"/>
            <p:cNvSpPr>
              <a:spLocks noAdjustHandles="1" noChangeArrowheads="1" noChangeShapeType="1" noEditPoints="1" noGrp="1" noMove="1" noResize="1" noRot="1"/>
            </p:cNvSpPr>
            <p:nvPr userDrawn="1"/>
          </p:nvSpPr>
          <p:spPr bwMode="auto">
            <a:xfrm>
              <a:off x="-3319414" y="3585817"/>
              <a:ext cx="2949219" cy="180000"/>
            </a:xfrm>
            <a:prstGeom prst="rect">
              <a:avLst/>
            </a:prstGeom>
            <a:noFill/>
            <a:ln w="25400" cap="flat" cmpd="sng" algn="ctr">
              <a:noFill/>
              <a:prstDash val="solid"/>
            </a:ln>
            <a:effectLst/>
          </p:spPr>
          <p:txBody>
            <a:bodyPr lIns="0" tIns="0" rIns="0" bIns="0" rtlCol="0" anchor="ctr"/>
            <a:lstStyle/>
            <a:p>
              <a:pPr marL="357187" marR="0" lvl="0" indent="-357187" defTabSz="914400">
                <a:lnSpc>
                  <a:spcPct val="100000"/>
                </a:lnSpc>
                <a:spcBef>
                  <a:spcPts val="599"/>
                </a:spcBef>
                <a:spcAft>
                  <a:spcPts val="599"/>
                </a:spcAft>
                <a:buClr>
                  <a:schemeClr val="accent1"/>
                </a:buClr>
                <a:buSzTx/>
                <a:buFont typeface="+mj-lt"/>
                <a:buAutoNum type="arabicPeriod"/>
                <a:defRPr/>
              </a:pPr>
              <a:r>
                <a:rPr lang="en-GB" sz="1400" b="0" i="0" u="none" strike="noStrike" cap="none" spc="0">
                  <a:ln>
                    <a:noFill/>
                  </a:ln>
                  <a:solidFill>
                    <a:schemeClr val="tx1"/>
                  </a:solidFill>
                  <a:latin typeface="Arial"/>
                  <a:cs typeface="Calibri"/>
                </a:rPr>
                <a:t>Numerical bullet</a:t>
              </a:r>
              <a:endParaRPr/>
            </a:p>
          </p:txBody>
        </p:sp>
        <p:sp>
          <p:nvSpPr>
            <p:cNvPr id="798461568" name="Ovaal 287"/>
            <p:cNvSpPr>
              <a:spLocks noAdjustHandles="1" noChangeArrowheads="1" noChangeShapeType="1" noEditPoints="1" noGrp="1" noMove="1" noResize="1" noRot="1"/>
            </p:cNvSpPr>
            <p:nvPr userDrawn="1"/>
          </p:nvSpPr>
          <p:spPr bwMode="auto">
            <a:xfrm>
              <a:off x="-3604182" y="3585187"/>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7</a:t>
              </a:r>
              <a:endParaRPr/>
            </a:p>
          </p:txBody>
        </p:sp>
        <p:sp>
          <p:nvSpPr>
            <p:cNvPr id="821563531" name="Rechthoek 288"/>
            <p:cNvSpPr>
              <a:spLocks noAdjustHandles="1" noChangeArrowheads="1" noChangeShapeType="1" noEditPoints="1" noGrp="1" noMove="1" noResize="1" noRot="1"/>
            </p:cNvSpPr>
            <p:nvPr userDrawn="1"/>
          </p:nvSpPr>
          <p:spPr bwMode="auto">
            <a:xfrm>
              <a:off x="-3325829" y="3877206"/>
              <a:ext cx="2949219" cy="180000"/>
            </a:xfrm>
            <a:prstGeom prst="rect">
              <a:avLst/>
            </a:prstGeom>
            <a:noFill/>
            <a:ln w="25400" cap="flat" cmpd="sng" algn="ctr">
              <a:noFill/>
              <a:prstDash val="solid"/>
            </a:ln>
            <a:effectLst/>
          </p:spPr>
          <p:txBody>
            <a:bodyPr lIns="0" tIns="0" rIns="0" bIns="0" rtlCol="0" anchor="ctr"/>
            <a:lstStyle/>
            <a:p>
              <a:pPr marL="342900" marR="0" lvl="0" indent="-342900" defTabSz="914400">
                <a:lnSpc>
                  <a:spcPct val="100000"/>
                </a:lnSpc>
                <a:spcBef>
                  <a:spcPts val="599"/>
                </a:spcBef>
                <a:spcAft>
                  <a:spcPts val="599"/>
                </a:spcAft>
                <a:buClr>
                  <a:schemeClr val="accent1"/>
                </a:buClr>
                <a:buSzTx/>
                <a:buFont typeface="+mj-lt"/>
                <a:buAutoNum type="alphaLcPeriod"/>
                <a:defRPr/>
              </a:pPr>
              <a:r>
                <a:rPr lang="en-GB" sz="1400" b="0" i="0" u="none" strike="noStrike" cap="none" spc="0">
                  <a:ln>
                    <a:noFill/>
                  </a:ln>
                  <a:solidFill>
                    <a:schemeClr val="tx1"/>
                  </a:solidFill>
                  <a:latin typeface="Arial"/>
                  <a:cs typeface="Calibri"/>
                </a:rPr>
                <a:t>Alphabetical bullet</a:t>
              </a:r>
              <a:endParaRPr/>
            </a:p>
          </p:txBody>
        </p:sp>
        <p:sp>
          <p:nvSpPr>
            <p:cNvPr id="1590535843" name="Ovaal 289"/>
            <p:cNvSpPr>
              <a:spLocks noAdjustHandles="1" noChangeArrowheads="1" noChangeShapeType="1" noEditPoints="1" noGrp="1" noMove="1" noResize="1" noRot="1"/>
            </p:cNvSpPr>
            <p:nvPr userDrawn="1"/>
          </p:nvSpPr>
          <p:spPr bwMode="auto">
            <a:xfrm>
              <a:off x="-3604182" y="3876471"/>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8</a:t>
              </a:r>
              <a:endParaRPr/>
            </a:p>
          </p:txBody>
        </p:sp>
        <p:sp>
          <p:nvSpPr>
            <p:cNvPr id="43987628" name="Rechthoek 290"/>
            <p:cNvSpPr>
              <a:spLocks noAdjustHandles="1" noChangeArrowheads="1" noChangeShapeType="1" noEditPoints="1" noGrp="1" noMove="1" noResize="1" noRot="1"/>
            </p:cNvSpPr>
            <p:nvPr userDrawn="1"/>
          </p:nvSpPr>
          <p:spPr bwMode="auto">
            <a:xfrm>
              <a:off x="-3319414" y="4168593"/>
              <a:ext cx="2949219" cy="180000"/>
            </a:xfrm>
            <a:prstGeom prst="rect">
              <a:avLst/>
            </a:prstGeom>
            <a:noFill/>
            <a:ln w="25400" cap="flat" cmpd="sng" algn="ctr">
              <a:noFill/>
              <a:prstDash val="solid"/>
            </a:ln>
            <a:effectLst/>
          </p:spPr>
          <p:txBody>
            <a:bodyPr lIns="0" tIns="0" rIns="0" bIns="0" rtlCol="0" anchor="ctr"/>
            <a:lstStyle/>
            <a:p>
              <a:pPr marL="0" marR="0" lvl="0" indent="0" defTabSz="914400">
                <a:lnSpc>
                  <a:spcPct val="100000"/>
                </a:lnSpc>
                <a:spcBef>
                  <a:spcPts val="599"/>
                </a:spcBef>
                <a:spcAft>
                  <a:spcPts val="599"/>
                </a:spcAft>
                <a:buClr>
                  <a:schemeClr val="tx1"/>
                </a:buClr>
                <a:buSzTx/>
                <a:buFont typeface="Calibri"/>
                <a:buNone/>
                <a:defRPr/>
              </a:pPr>
              <a:r>
                <a:rPr lang="en-GB" sz="1200" b="0" i="1" u="none" strike="noStrike" cap="none" spc="0">
                  <a:ln>
                    <a:noFill/>
                  </a:ln>
                  <a:solidFill>
                    <a:srgbClr val="000000"/>
                  </a:solidFill>
                  <a:latin typeface="Arial"/>
                  <a:cs typeface="Calibri"/>
                </a:rPr>
                <a:t>Source</a:t>
              </a:r>
              <a:endParaRPr/>
            </a:p>
          </p:txBody>
        </p:sp>
        <p:sp>
          <p:nvSpPr>
            <p:cNvPr id="1737688052" name="Ovaal 291"/>
            <p:cNvSpPr>
              <a:spLocks noAdjustHandles="1" noChangeArrowheads="1" noChangeShapeType="1" noEditPoints="1" noGrp="1" noMove="1" noResize="1" noRot="1"/>
            </p:cNvSpPr>
            <p:nvPr userDrawn="1"/>
          </p:nvSpPr>
          <p:spPr bwMode="auto">
            <a:xfrm>
              <a:off x="-3604182" y="4168593"/>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9</a:t>
              </a:r>
              <a:endParaRPr/>
            </a:p>
          </p:txBody>
        </p:sp>
        <p:sp>
          <p:nvSpPr>
            <p:cNvPr id="616068859" name="Rechthoek 292"/>
            <p:cNvSpPr>
              <a:spLocks noAdjustHandles="1" noChangeArrowheads="1" noChangeShapeType="1" noEditPoints="1" noGrp="1" noMove="1" noResize="1" noRot="1"/>
            </p:cNvSpPr>
            <p:nvPr userDrawn="1"/>
          </p:nvSpPr>
          <p:spPr bwMode="auto">
            <a:xfrm>
              <a:off x="-3319414" y="3294428"/>
              <a:ext cx="2949219" cy="180000"/>
            </a:xfrm>
            <a:prstGeom prst="rect">
              <a:avLst/>
            </a:prstGeom>
            <a:noFill/>
            <a:ln w="25400" cap="flat" cmpd="sng" algn="ctr">
              <a:noFill/>
              <a:prstDash val="solid"/>
            </a:ln>
            <a:effectLst/>
          </p:spPr>
          <p:txBody>
            <a:bodyPr lIns="0" tIns="0" rIns="0" bIns="0" rtlCol="0" anchor="ctr"/>
            <a:lstStyle/>
            <a:p>
              <a:pPr marL="0" marR="0" lvl="0" indent="0" defTabSz="914400">
                <a:lnSpc>
                  <a:spcPct val="100000"/>
                </a:lnSpc>
                <a:spcBef>
                  <a:spcPts val="599"/>
                </a:spcBef>
                <a:spcAft>
                  <a:spcPts val="599"/>
                </a:spcAft>
                <a:buClr>
                  <a:schemeClr val="accent1"/>
                </a:buClr>
                <a:buSzTx/>
                <a:buFont typeface="Calibri"/>
                <a:buNone/>
                <a:defRPr/>
              </a:pPr>
              <a:r>
                <a:rPr lang="en-GB" sz="1400" b="0" i="0" u="none" strike="noStrike" cap="none" spc="0">
                  <a:ln>
                    <a:noFill/>
                  </a:ln>
                  <a:solidFill>
                    <a:srgbClr val="000000"/>
                  </a:solidFill>
                  <a:latin typeface="Arial"/>
                  <a:cs typeface="Calibri"/>
                </a:rPr>
                <a:t>Default text</a:t>
              </a:r>
              <a:endParaRPr/>
            </a:p>
          </p:txBody>
        </p:sp>
        <p:sp>
          <p:nvSpPr>
            <p:cNvPr id="1122601924" name="Rechthoek 293"/>
            <p:cNvSpPr>
              <a:spLocks noAdjustHandles="1" noChangeArrowheads="1" noChangeShapeType="1" noEditPoints="1" noGrp="1" noMove="1" noResize="1" noRot="1"/>
            </p:cNvSpPr>
            <p:nvPr userDrawn="1"/>
          </p:nvSpPr>
          <p:spPr bwMode="auto">
            <a:xfrm>
              <a:off x="-3786436" y="4531348"/>
              <a:ext cx="3593637" cy="828000"/>
            </a:xfrm>
            <a:prstGeom prst="rect">
              <a:avLst/>
            </a:prstGeom>
            <a:solidFill>
              <a:srgbClr val="ECECEC"/>
            </a:solidFill>
            <a:ln w="6350">
              <a:solidFill>
                <a:srgbClr val="ECECEC"/>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ctr" anchorCtr="0" forceAA="0" compatLnSpc="1">
              <a:prstTxWarp prst="textNoShape"/>
              <a:noAutofit/>
            </a:bodyPr>
            <a:lstStyle/>
            <a:p>
              <a:pPr algn="l">
                <a:lnSpc>
                  <a:spcPct val="90000"/>
                </a:lnSpc>
                <a:spcBef>
                  <a:spcPts val="599"/>
                </a:spcBef>
                <a:spcAft>
                  <a:spcPts val="599"/>
                </a:spcAft>
                <a:defRPr/>
              </a:pPr>
              <a:r>
                <a:rPr lang="en-GB" sz="1200" b="1" cap="all">
                  <a:solidFill>
                    <a:srgbClr val="211F26"/>
                  </a:solidFill>
                  <a:latin typeface="Calibri"/>
                  <a:cs typeface="Calibri"/>
                </a:rPr>
                <a:t>Want to know more?</a:t>
              </a:r>
              <a:br>
                <a:rPr lang="en-GB" sz="1200" b="1" cap="all">
                  <a:solidFill>
                    <a:srgbClr val="211F26"/>
                  </a:solidFill>
                  <a:latin typeface="Calibri"/>
                  <a:cs typeface="Calibri"/>
                </a:rPr>
              </a:br>
              <a:r>
                <a:rPr lang="en-GB" sz="1200" cap="none">
                  <a:solidFill>
                    <a:srgbClr val="211F26"/>
                  </a:solidFill>
                  <a:latin typeface="Calibri"/>
                  <a:cs typeface="Calibri"/>
                </a:rPr>
                <a:t>Go to the </a:t>
              </a:r>
              <a:r>
                <a:rPr lang="en-GB" sz="1200" cap="none">
                  <a:solidFill>
                    <a:srgbClr val="211F26"/>
                  </a:solidFill>
                  <a:latin typeface="Calibri"/>
                  <a:ea typeface="Arial"/>
                  <a:cs typeface="Calibri"/>
                </a:rPr>
                <a:t>tab</a:t>
              </a:r>
              <a:r>
                <a:rPr lang="en-GB" sz="1200" b="1" cap="all">
                  <a:solidFill>
                    <a:srgbClr val="211F26"/>
                  </a:solidFill>
                  <a:latin typeface="Calibri"/>
                  <a:cs typeface="Calibri"/>
                </a:rPr>
                <a:t> 'SLIDEBUILDER’ </a:t>
              </a:r>
              <a:r>
                <a:rPr lang="en-GB" sz="1200" cap="none">
                  <a:solidFill>
                    <a:srgbClr val="211F26"/>
                  </a:solidFill>
                  <a:latin typeface="Calibri"/>
                  <a:ea typeface="Arial"/>
                  <a:cs typeface="Calibri"/>
                </a:rPr>
                <a:t>and click</a:t>
              </a:r>
              <a:br>
                <a:rPr lang="en-GB" sz="1200" cap="none">
                  <a:solidFill>
                    <a:srgbClr val="211F26"/>
                  </a:solidFill>
                  <a:latin typeface="Calibri"/>
                  <a:ea typeface="Arial"/>
                  <a:cs typeface="Calibri"/>
                </a:rPr>
              </a:br>
              <a:r>
                <a:rPr lang="en-GB" sz="1200" cap="none">
                  <a:solidFill>
                    <a:srgbClr val="211F26"/>
                  </a:solidFill>
                  <a:latin typeface="Calibri"/>
                  <a:ea typeface="Arial"/>
                  <a:cs typeface="Calibri"/>
                </a:rPr>
                <a:t>on the button </a:t>
              </a:r>
              <a:r>
                <a:rPr lang="en-GB" sz="1200" b="1" cap="all">
                  <a:solidFill>
                    <a:srgbClr val="211F26"/>
                  </a:solidFill>
                  <a:latin typeface="Calibri"/>
                  <a:cs typeface="Calibri"/>
                </a:rPr>
                <a:t>‘Inspiration'</a:t>
              </a:r>
              <a:endParaRPr/>
            </a:p>
          </p:txBody>
        </p:sp>
        <p:grpSp>
          <p:nvGrpSpPr>
            <p:cNvPr id="461513445" name="ICOON_info"/>
            <p:cNvGrpSpPr>
              <a:grpSpLocks noGrp="1" noMove="1" noResize="1" noRot="1" noUngrp="1"/>
            </p:cNvGrpSpPr>
            <p:nvPr userDrawn="1"/>
          </p:nvGrpSpPr>
          <p:grpSpPr bwMode="auto">
            <a:xfrm>
              <a:off x="-376734" y="4400185"/>
              <a:ext cx="283684" cy="283684"/>
              <a:chOff x="-510741" y="5913712"/>
              <a:chExt cx="267554" cy="267554"/>
            </a:xfrm>
          </p:grpSpPr>
          <p:sp>
            <p:nvSpPr>
              <p:cNvPr id="1877827693" name="Ovaal 342"/>
              <p:cNvSpPr>
                <a:spLocks noAdjustHandles="1" noChangeArrowheads="1" noChangeShapeType="1" noEditPoints="1" noGrp="1" noMove="1" noResize="1" noRot="1"/>
              </p:cNvSpPr>
              <p:nvPr userDrawn="1"/>
            </p:nvSpPr>
            <p:spPr bwMode="auto">
              <a:xfrm>
                <a:off x="-491852" y="5932071"/>
                <a:ext cx="230834" cy="230834"/>
              </a:xfrm>
              <a:prstGeom prst="ellipse">
                <a:avLst/>
              </a:prstGeom>
              <a:solidFill>
                <a:srgbClr val="211F2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noAutofit/>
              </a:bodyPr>
              <a:lstStyle/>
              <a:p>
                <a:pPr algn="ctr">
                  <a:lnSpc>
                    <a:spcPct val="90000"/>
                  </a:lnSpc>
                  <a:spcBef>
                    <a:spcPts val="599"/>
                  </a:spcBef>
                  <a:spcAft>
                    <a:spcPts val="599"/>
                  </a:spcAft>
                  <a:defRPr/>
                </a:pPr>
                <a:endParaRPr lang="en-GB" sz="1600" cap="all">
                  <a:latin typeface="Calibri"/>
                  <a:cs typeface="Calibri"/>
                </a:endParaRPr>
              </a:p>
            </p:txBody>
          </p:sp>
          <p:sp>
            <p:nvSpPr>
              <p:cNvPr id="1695664154" name="Graphic 163" descr="Informatie"/>
              <p:cNvSpPr>
                <a:spLocks noAdjustHandles="1" noChangeArrowheads="1" noChangeShapeType="1" noEditPoints="1" noGrp="1" noMove="1" noResize="1" noRot="1"/>
              </p:cNvSpPr>
              <p:nvPr/>
            </p:nvSpPr>
            <p:spPr bwMode="auto">
              <a:xfrm>
                <a:off x="-510741" y="5913712"/>
                <a:ext cx="267554" cy="267554"/>
              </a:xfrm>
              <a:custGeom>
                <a:avLst/>
                <a:gdLst>
                  <a:gd name="connsiteX0" fmla="*/ 145860 w 291719"/>
                  <a:gd name="connsiteY0" fmla="*/ 0 h 291719"/>
                  <a:gd name="connsiteX1" fmla="*/ 0 w 291719"/>
                  <a:gd name="connsiteY1" fmla="*/ 145860 h 291719"/>
                  <a:gd name="connsiteX2" fmla="*/ 145860 w 291719"/>
                  <a:gd name="connsiteY2" fmla="*/ 291720 h 291719"/>
                  <a:gd name="connsiteX3" fmla="*/ 291720 w 291719"/>
                  <a:gd name="connsiteY3" fmla="*/ 145860 h 291719"/>
                  <a:gd name="connsiteX4" fmla="*/ 145860 w 291719"/>
                  <a:gd name="connsiteY4" fmla="*/ 0 h 291719"/>
                  <a:gd name="connsiteX5" fmla="*/ 138183 w 291719"/>
                  <a:gd name="connsiteY5" fmla="*/ 38384 h 291719"/>
                  <a:gd name="connsiteX6" fmla="*/ 157375 w 291719"/>
                  <a:gd name="connsiteY6" fmla="*/ 57576 h 291719"/>
                  <a:gd name="connsiteX7" fmla="*/ 138183 w 291719"/>
                  <a:gd name="connsiteY7" fmla="*/ 76768 h 291719"/>
                  <a:gd name="connsiteX8" fmla="*/ 118991 w 291719"/>
                  <a:gd name="connsiteY8" fmla="*/ 57576 h 291719"/>
                  <a:gd name="connsiteX9" fmla="*/ 138183 w 291719"/>
                  <a:gd name="connsiteY9" fmla="*/ 38384 h 291719"/>
                  <a:gd name="connsiteX10" fmla="*/ 184244 w 291719"/>
                  <a:gd name="connsiteY10" fmla="*/ 253336 h 291719"/>
                  <a:gd name="connsiteX11" fmla="*/ 107476 w 291719"/>
                  <a:gd name="connsiteY11" fmla="*/ 253336 h 291719"/>
                  <a:gd name="connsiteX12" fmla="*/ 107476 w 291719"/>
                  <a:gd name="connsiteY12" fmla="*/ 230305 h 291719"/>
                  <a:gd name="connsiteX13" fmla="*/ 134345 w 291719"/>
                  <a:gd name="connsiteY13" fmla="*/ 230305 h 291719"/>
                  <a:gd name="connsiteX14" fmla="*/ 134345 w 291719"/>
                  <a:gd name="connsiteY14" fmla="*/ 115153 h 291719"/>
                  <a:gd name="connsiteX15" fmla="*/ 111314 w 291719"/>
                  <a:gd name="connsiteY15" fmla="*/ 115153 h 291719"/>
                  <a:gd name="connsiteX16" fmla="*/ 111314 w 291719"/>
                  <a:gd name="connsiteY16" fmla="*/ 92122 h 291719"/>
                  <a:gd name="connsiteX17" fmla="*/ 157375 w 291719"/>
                  <a:gd name="connsiteY17" fmla="*/ 92122 h 291719"/>
                  <a:gd name="connsiteX18" fmla="*/ 157375 w 291719"/>
                  <a:gd name="connsiteY18" fmla="*/ 115153 h 291719"/>
                  <a:gd name="connsiteX19" fmla="*/ 157375 w 291719"/>
                  <a:gd name="connsiteY19" fmla="*/ 230305 h 291719"/>
                  <a:gd name="connsiteX20" fmla="*/ 184244 w 291719"/>
                  <a:gd name="connsiteY20" fmla="*/ 230305 h 291719"/>
                  <a:gd name="connsiteX21" fmla="*/ 184244 w 291719"/>
                  <a:gd name="connsiteY21" fmla="*/ 253336 h 291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1719" h="291719" fill="norm" stroke="1" extrusionOk="0">
                    <a:moveTo>
                      <a:pt x="145860" y="0"/>
                    </a:moveTo>
                    <a:cubicBezTo>
                      <a:pt x="65253" y="0"/>
                      <a:pt x="0" y="65253"/>
                      <a:pt x="0" y="145860"/>
                    </a:cubicBezTo>
                    <a:cubicBezTo>
                      <a:pt x="0" y="226467"/>
                      <a:pt x="65253" y="291720"/>
                      <a:pt x="145860" y="291720"/>
                    </a:cubicBezTo>
                    <a:cubicBezTo>
                      <a:pt x="226467" y="291720"/>
                      <a:pt x="291720" y="226467"/>
                      <a:pt x="291720" y="145860"/>
                    </a:cubicBezTo>
                    <a:cubicBezTo>
                      <a:pt x="291720" y="65253"/>
                      <a:pt x="226467" y="0"/>
                      <a:pt x="145860" y="0"/>
                    </a:cubicBezTo>
                    <a:close/>
                    <a:moveTo>
                      <a:pt x="138183" y="38384"/>
                    </a:moveTo>
                    <a:cubicBezTo>
                      <a:pt x="148931" y="38384"/>
                      <a:pt x="157375" y="46829"/>
                      <a:pt x="157375" y="57576"/>
                    </a:cubicBezTo>
                    <a:cubicBezTo>
                      <a:pt x="157375" y="68324"/>
                      <a:pt x="148931" y="76768"/>
                      <a:pt x="138183" y="76768"/>
                    </a:cubicBezTo>
                    <a:cubicBezTo>
                      <a:pt x="127435" y="76768"/>
                      <a:pt x="118991" y="68324"/>
                      <a:pt x="118991" y="57576"/>
                    </a:cubicBezTo>
                    <a:cubicBezTo>
                      <a:pt x="118991" y="46829"/>
                      <a:pt x="127435" y="38384"/>
                      <a:pt x="138183" y="38384"/>
                    </a:cubicBezTo>
                    <a:close/>
                    <a:moveTo>
                      <a:pt x="184244" y="253336"/>
                    </a:moveTo>
                    <a:lnTo>
                      <a:pt x="107476" y="253336"/>
                    </a:lnTo>
                    <a:lnTo>
                      <a:pt x="107476" y="230305"/>
                    </a:lnTo>
                    <a:lnTo>
                      <a:pt x="134345" y="230305"/>
                    </a:lnTo>
                    <a:lnTo>
                      <a:pt x="134345" y="115153"/>
                    </a:lnTo>
                    <a:lnTo>
                      <a:pt x="111314" y="115153"/>
                    </a:lnTo>
                    <a:lnTo>
                      <a:pt x="111314" y="92122"/>
                    </a:lnTo>
                    <a:lnTo>
                      <a:pt x="157375" y="92122"/>
                    </a:lnTo>
                    <a:lnTo>
                      <a:pt x="157375" y="115153"/>
                    </a:lnTo>
                    <a:lnTo>
                      <a:pt x="157375" y="230305"/>
                    </a:lnTo>
                    <a:lnTo>
                      <a:pt x="184244" y="230305"/>
                    </a:lnTo>
                    <a:lnTo>
                      <a:pt x="184244" y="253336"/>
                    </a:lnTo>
                    <a:close/>
                  </a:path>
                </a:pathLst>
              </a:custGeom>
              <a:solidFill>
                <a:srgbClr val="1FF524"/>
              </a:solidFill>
              <a:ln w="3770" cap="flat">
                <a:noFill/>
                <a:prstDash val="solid"/>
                <a:miter/>
              </a:ln>
            </p:spPr>
            <p:txBody>
              <a:bodyPr rtlCol="0" anchor="ctr"/>
              <a:lstStyle/>
              <a:p>
                <a:pPr>
                  <a:defRPr/>
                </a:pPr>
                <a:endParaRPr lang="en-GB" sz="2000">
                  <a:solidFill>
                    <a:srgbClr val="211F26"/>
                  </a:solidFill>
                  <a:latin typeface="Calibri"/>
                  <a:cs typeface="Calibri"/>
                </a:endParaRPr>
              </a:p>
            </p:txBody>
          </p:sp>
        </p:grpSp>
        <p:grpSp>
          <p:nvGrpSpPr>
            <p:cNvPr id="1004353059" name="VOORBEELD"/>
            <p:cNvGrpSpPr>
              <a:grpSpLocks noGrp="1" noMove="1" noResize="1" noRot="1" noUngrp="1"/>
            </p:cNvGrpSpPr>
            <p:nvPr userDrawn="1"/>
          </p:nvGrpSpPr>
          <p:grpSpPr bwMode="auto">
            <a:xfrm>
              <a:off x="-3605171" y="458673"/>
              <a:ext cx="3234310" cy="558874"/>
              <a:chOff x="-3605171" y="458673"/>
              <a:chExt cx="3234310" cy="558874"/>
            </a:xfrm>
          </p:grpSpPr>
          <p:sp>
            <p:nvSpPr>
              <p:cNvPr id="138677510" name="Rechthoek 302"/>
              <p:cNvSpPr>
                <a:spLocks noAdjustHandles="1" noChangeArrowheads="1" noChangeShapeType="1" noEditPoints="1" noGrp="1" noMove="1" noResize="1" noRot="1"/>
              </p:cNvSpPr>
              <p:nvPr userDrawn="1"/>
            </p:nvSpPr>
            <p:spPr bwMode="auto">
              <a:xfrm>
                <a:off x="-3604182" y="458673"/>
                <a:ext cx="393458" cy="184057"/>
              </a:xfrm>
              <a:prstGeom prst="rect">
                <a:avLst/>
              </a:prstGeom>
              <a:solidFill>
                <a:srgbClr val="F8F8F8"/>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18000" rIns="0" bIns="0" numCol="1" spcCol="0" rtlCol="0" fromWordArt="0" anchor="t" anchorCtr="0" forceAA="0" compatLnSpc="1">
                <a:prstTxWarp prst="textNoShape"/>
                <a:noAutofit/>
              </a:bodyPr>
              <a:lstStyle/>
              <a:p>
                <a:pPr algn="ctr">
                  <a:defRPr/>
                </a:pPr>
                <a:r>
                  <a:rPr lang="en-GB" sz="900" b="1">
                    <a:solidFill>
                      <a:srgbClr val="211F26"/>
                    </a:solidFill>
                    <a:latin typeface="Calibri"/>
                    <a:cs typeface="Calibri"/>
                  </a:rPr>
                  <a:t>Home</a:t>
                </a:r>
                <a:endParaRPr/>
              </a:p>
            </p:txBody>
          </p:sp>
          <p:sp>
            <p:nvSpPr>
              <p:cNvPr id="1772457471" name="Rechthoek 303"/>
              <p:cNvSpPr>
                <a:spLocks noAdjustHandles="1" noChangeArrowheads="1" noChangeShapeType="1" noEditPoints="1" noGrp="1" noMove="1" noResize="1" noRot="1"/>
              </p:cNvSpPr>
              <p:nvPr userDrawn="1"/>
            </p:nvSpPr>
            <p:spPr bwMode="auto">
              <a:xfrm>
                <a:off x="-3599183" y="621344"/>
                <a:ext cx="383781" cy="27171"/>
              </a:xfrm>
              <a:prstGeom prst="rect">
                <a:avLst/>
              </a:prstGeom>
              <a:solidFill>
                <a:srgbClr val="B7462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noAutofit/>
              </a:bodyPr>
              <a:lstStyle/>
              <a:p>
                <a:pPr algn="l">
                  <a:defRPr/>
                </a:pPr>
                <a:endParaRPr lang="en-GB" sz="1000" b="1">
                  <a:solidFill>
                    <a:srgbClr val="211F26"/>
                  </a:solidFill>
                  <a:latin typeface="Calibri"/>
                  <a:cs typeface="Calibri"/>
                </a:endParaRPr>
              </a:p>
            </p:txBody>
          </p:sp>
          <p:grpSp>
            <p:nvGrpSpPr>
              <p:cNvPr id="4348644" name="Groep 304"/>
              <p:cNvGrpSpPr>
                <a:grpSpLocks noGrp="1" noMove="1" noResize="1" noRot="1" noUngrp="1"/>
              </p:cNvGrpSpPr>
              <p:nvPr userDrawn="1"/>
            </p:nvGrpSpPr>
            <p:grpSpPr bwMode="auto">
              <a:xfrm>
                <a:off x="-3386246" y="830871"/>
                <a:ext cx="139422" cy="109566"/>
                <a:chOff x="-2866743" y="827069"/>
                <a:chExt cx="168700" cy="132574"/>
              </a:xfrm>
            </p:grpSpPr>
            <p:grpSp>
              <p:nvGrpSpPr>
                <p:cNvPr id="219418030" name="Groep 335"/>
                <p:cNvGrpSpPr>
                  <a:grpSpLocks noGrp="1" noMove="1" noResize="1" noRot="1" noUngrp="1"/>
                </p:cNvGrpSpPr>
                <p:nvPr userDrawn="1"/>
              </p:nvGrpSpPr>
              <p:grpSpPr bwMode="auto">
                <a:xfrm>
                  <a:off x="-2866743" y="827069"/>
                  <a:ext cx="168700" cy="132574"/>
                  <a:chOff x="-2866743" y="827069"/>
                  <a:chExt cx="168700" cy="132574"/>
                </a:xfrm>
              </p:grpSpPr>
              <p:cxnSp>
                <p:nvCxnSpPr>
                  <p:cNvPr id="1126013539" name="Rechte verbindingslijn 337"/>
                  <p:cNvCxnSpPr>
                    <a:cxnSpLocks noAdjustHandles="1" noChangeArrowheads="1" noChangeShapeType="1" noEditPoints="1" noGrp="1" noMove="1" noResize="1" noRot="1"/>
                  </p:cNvCxnSpPr>
                  <p:nvPr userDrawn="1"/>
                </p:nvCxnSpPr>
                <p:spPr bwMode="auto">
                  <a:xfrm>
                    <a:off x="-2866743" y="827069"/>
                    <a:ext cx="168700" cy="0"/>
                  </a:xfrm>
                  <a:prstGeom prst="line">
                    <a:avLst/>
                  </a:prstGeom>
                  <a:solidFill>
                    <a:schemeClr val="bg1"/>
                  </a:solidFill>
                  <a:ln w="12700" cap="flat" cmpd="sng" algn="ctr">
                    <a:solidFill>
                      <a:srgbClr val="9D9FA1"/>
                    </a:solidFill>
                    <a:prstDash val="solid"/>
                  </a:ln>
                  <a:effectLst/>
                </p:spPr>
              </p:cxnSp>
              <p:cxnSp>
                <p:nvCxnSpPr>
                  <p:cNvPr id="1619900095" name="Rechte verbindingslijn 338"/>
                  <p:cNvCxnSpPr>
                    <a:cxnSpLocks noAdjustHandles="1" noChangeArrowheads="1" noChangeShapeType="1" noEditPoints="1" noGrp="1" noMove="1" noResize="1" noRot="1"/>
                  </p:cNvCxnSpPr>
                  <p:nvPr userDrawn="1"/>
                </p:nvCxnSpPr>
                <p:spPr bwMode="auto">
                  <a:xfrm>
                    <a:off x="-2866743" y="959645"/>
                    <a:ext cx="168700" cy="0"/>
                  </a:xfrm>
                  <a:prstGeom prst="line">
                    <a:avLst/>
                  </a:prstGeom>
                  <a:solidFill>
                    <a:schemeClr val="bg1"/>
                  </a:solidFill>
                  <a:ln w="12700" cap="flat" cmpd="sng" algn="ctr">
                    <a:solidFill>
                      <a:srgbClr val="9D9FA1"/>
                    </a:solidFill>
                    <a:prstDash val="solid"/>
                  </a:ln>
                  <a:effectLst/>
                </p:spPr>
              </p:cxnSp>
              <p:cxnSp>
                <p:nvCxnSpPr>
                  <p:cNvPr id="1572037988" name="Rechte verbindingslijn 339"/>
                  <p:cNvCxnSpPr>
                    <a:cxnSpLocks noAdjustHandles="1" noChangeArrowheads="1" noChangeShapeType="1" noEditPoints="1" noGrp="1" noMove="1" noResize="1" noRot="1"/>
                  </p:cNvCxnSpPr>
                  <p:nvPr userDrawn="1"/>
                </p:nvCxnSpPr>
                <p:spPr bwMode="auto">
                  <a:xfrm>
                    <a:off x="-2773989" y="926502"/>
                    <a:ext cx="75946" cy="0"/>
                  </a:xfrm>
                  <a:prstGeom prst="line">
                    <a:avLst/>
                  </a:prstGeom>
                  <a:solidFill>
                    <a:schemeClr val="bg1"/>
                  </a:solidFill>
                  <a:ln w="12700" cap="flat" cmpd="sng" algn="ctr">
                    <a:solidFill>
                      <a:srgbClr val="9D9FA1"/>
                    </a:solidFill>
                    <a:prstDash val="solid"/>
                  </a:ln>
                  <a:effectLst/>
                </p:spPr>
              </p:cxnSp>
              <p:cxnSp>
                <p:nvCxnSpPr>
                  <p:cNvPr id="1629746303" name="Rechte verbindingslijn 340"/>
                  <p:cNvCxnSpPr>
                    <a:cxnSpLocks noAdjustHandles="1" noChangeArrowheads="1" noChangeShapeType="1" noEditPoints="1" noGrp="1" noMove="1" noResize="1" noRot="1"/>
                  </p:cNvCxnSpPr>
                  <p:nvPr userDrawn="1"/>
                </p:nvCxnSpPr>
                <p:spPr bwMode="auto">
                  <a:xfrm>
                    <a:off x="-2773989" y="893358"/>
                    <a:ext cx="75946" cy="0"/>
                  </a:xfrm>
                  <a:prstGeom prst="line">
                    <a:avLst/>
                  </a:prstGeom>
                  <a:solidFill>
                    <a:schemeClr val="bg1"/>
                  </a:solidFill>
                  <a:ln w="12700" cap="flat" cmpd="sng" algn="ctr">
                    <a:solidFill>
                      <a:srgbClr val="9D9FA1"/>
                    </a:solidFill>
                    <a:prstDash val="solid"/>
                  </a:ln>
                  <a:effectLst/>
                </p:spPr>
              </p:cxnSp>
              <p:cxnSp>
                <p:nvCxnSpPr>
                  <p:cNvPr id="1337130310" name="Rechte verbindingslijn 341"/>
                  <p:cNvCxnSpPr>
                    <a:cxnSpLocks noAdjustHandles="1" noChangeArrowheads="1" noChangeShapeType="1" noEditPoints="1" noGrp="1" noMove="1" noResize="1" noRot="1"/>
                  </p:cNvCxnSpPr>
                  <p:nvPr userDrawn="1"/>
                </p:nvCxnSpPr>
                <p:spPr bwMode="auto">
                  <a:xfrm>
                    <a:off x="-2773989" y="860214"/>
                    <a:ext cx="75946" cy="0"/>
                  </a:xfrm>
                  <a:prstGeom prst="line">
                    <a:avLst/>
                  </a:prstGeom>
                  <a:solidFill>
                    <a:schemeClr val="bg1"/>
                  </a:solidFill>
                  <a:ln w="12700" cap="flat" cmpd="sng" algn="ctr">
                    <a:solidFill>
                      <a:srgbClr val="9D9FA1"/>
                    </a:solidFill>
                    <a:prstDash val="solid"/>
                  </a:ln>
                  <a:effectLst/>
                </p:spPr>
              </p:cxnSp>
            </p:grpSp>
            <p:sp>
              <p:nvSpPr>
                <p:cNvPr id="1603276289" name="Pijl: rechts 336"/>
                <p:cNvSpPr>
                  <a:spLocks noAdjustHandles="1" noChangeArrowheads="1" noChangeShapeType="1" noEditPoints="1" noGrp="1" noMove="1" noResize="1" noRot="1"/>
                </p:cNvSpPr>
                <p:nvPr userDrawn="1"/>
              </p:nvSpPr>
              <p:spPr bwMode="auto">
                <a:xfrm>
                  <a:off x="-2866743" y="858736"/>
                  <a:ext cx="70675" cy="67901"/>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noAutofit/>
                </a:bodyPr>
                <a:lstStyle/>
                <a:p>
                  <a:pPr algn="l">
                    <a:defRPr/>
                  </a:pPr>
                  <a:endParaRPr lang="en-GB" sz="1000" b="1">
                    <a:solidFill>
                      <a:srgbClr val="211F26"/>
                    </a:solidFill>
                    <a:latin typeface="Calibri"/>
                    <a:cs typeface="Calibri"/>
                  </a:endParaRPr>
                </a:p>
              </p:txBody>
            </p:sp>
          </p:grpSp>
          <p:grpSp>
            <p:nvGrpSpPr>
              <p:cNvPr id="1758312477" name="Groep 305"/>
              <p:cNvGrpSpPr>
                <a:grpSpLocks noGrp="1" noMove="1" noResize="1" noRot="1" noUngrp="1"/>
              </p:cNvGrpSpPr>
              <p:nvPr userDrawn="1"/>
            </p:nvGrpSpPr>
            <p:grpSpPr bwMode="auto">
              <a:xfrm>
                <a:off x="-3605171" y="830871"/>
                <a:ext cx="139422" cy="109566"/>
                <a:chOff x="-2866743" y="518073"/>
                <a:chExt cx="168700" cy="132574"/>
              </a:xfrm>
            </p:grpSpPr>
            <p:grpSp>
              <p:nvGrpSpPr>
                <p:cNvPr id="1389956143" name="Groep 328"/>
                <p:cNvGrpSpPr>
                  <a:grpSpLocks noGrp="1" noMove="1" noResize="1" noRot="1" noUngrp="1"/>
                </p:cNvGrpSpPr>
                <p:nvPr userDrawn="1"/>
              </p:nvGrpSpPr>
              <p:grpSpPr bwMode="auto">
                <a:xfrm>
                  <a:off x="-2866743" y="518073"/>
                  <a:ext cx="168700" cy="132574"/>
                  <a:chOff x="-2866743" y="518073"/>
                  <a:chExt cx="168700" cy="132574"/>
                </a:xfrm>
              </p:grpSpPr>
              <p:cxnSp>
                <p:nvCxnSpPr>
                  <p:cNvPr id="702917064" name="Rechte verbindingslijn 330"/>
                  <p:cNvCxnSpPr>
                    <a:cxnSpLocks noAdjustHandles="1" noChangeArrowheads="1" noChangeShapeType="1" noEditPoints="1" noGrp="1" noMove="1" noResize="1" noRot="1"/>
                  </p:cNvCxnSpPr>
                  <p:nvPr userDrawn="1"/>
                </p:nvCxnSpPr>
                <p:spPr bwMode="auto">
                  <a:xfrm>
                    <a:off x="-2866743" y="518073"/>
                    <a:ext cx="168700" cy="0"/>
                  </a:xfrm>
                  <a:prstGeom prst="line">
                    <a:avLst/>
                  </a:prstGeom>
                  <a:solidFill>
                    <a:schemeClr val="bg1"/>
                  </a:solidFill>
                  <a:ln w="12700" cap="flat" cmpd="sng" algn="ctr">
                    <a:solidFill>
                      <a:srgbClr val="9D9FA1"/>
                    </a:solidFill>
                    <a:prstDash val="solid"/>
                  </a:ln>
                  <a:effectLst/>
                </p:spPr>
              </p:cxnSp>
              <p:cxnSp>
                <p:nvCxnSpPr>
                  <p:cNvPr id="501604212" name="Rechte verbindingslijn 331"/>
                  <p:cNvCxnSpPr>
                    <a:cxnSpLocks noAdjustHandles="1" noChangeArrowheads="1" noChangeShapeType="1" noEditPoints="1" noGrp="1" noMove="1" noResize="1" noRot="1"/>
                  </p:cNvCxnSpPr>
                  <p:nvPr userDrawn="1"/>
                </p:nvCxnSpPr>
                <p:spPr bwMode="auto">
                  <a:xfrm>
                    <a:off x="-2866743" y="650648"/>
                    <a:ext cx="168700" cy="0"/>
                  </a:xfrm>
                  <a:prstGeom prst="line">
                    <a:avLst/>
                  </a:prstGeom>
                  <a:solidFill>
                    <a:schemeClr val="bg1"/>
                  </a:solidFill>
                  <a:ln w="12700" cap="flat" cmpd="sng" algn="ctr">
                    <a:solidFill>
                      <a:srgbClr val="9D9FA1"/>
                    </a:solidFill>
                    <a:prstDash val="solid"/>
                  </a:ln>
                  <a:effectLst/>
                </p:spPr>
              </p:cxnSp>
              <p:cxnSp>
                <p:nvCxnSpPr>
                  <p:cNvPr id="857254757" name="Rechte verbindingslijn 332"/>
                  <p:cNvCxnSpPr>
                    <a:cxnSpLocks noAdjustHandles="1" noChangeArrowheads="1" noChangeShapeType="1" noEditPoints="1" noGrp="1" noMove="1" noResize="1" noRot="1"/>
                  </p:cNvCxnSpPr>
                  <p:nvPr userDrawn="1"/>
                </p:nvCxnSpPr>
                <p:spPr bwMode="auto">
                  <a:xfrm>
                    <a:off x="-2773989" y="617505"/>
                    <a:ext cx="75946" cy="0"/>
                  </a:xfrm>
                  <a:prstGeom prst="line">
                    <a:avLst/>
                  </a:prstGeom>
                  <a:solidFill>
                    <a:schemeClr val="bg1"/>
                  </a:solidFill>
                  <a:ln w="12700" cap="flat" cmpd="sng" algn="ctr">
                    <a:solidFill>
                      <a:srgbClr val="9D9FA1"/>
                    </a:solidFill>
                    <a:prstDash val="solid"/>
                  </a:ln>
                  <a:effectLst/>
                </p:spPr>
              </p:cxnSp>
              <p:cxnSp>
                <p:nvCxnSpPr>
                  <p:cNvPr id="1568293097" name="Rechte verbindingslijn 333"/>
                  <p:cNvCxnSpPr>
                    <a:cxnSpLocks noAdjustHandles="1" noChangeArrowheads="1" noChangeShapeType="1" noEditPoints="1" noGrp="1" noMove="1" noResize="1" noRot="1"/>
                  </p:cNvCxnSpPr>
                  <p:nvPr userDrawn="1"/>
                </p:nvCxnSpPr>
                <p:spPr bwMode="auto">
                  <a:xfrm>
                    <a:off x="-2773989" y="584361"/>
                    <a:ext cx="75946" cy="0"/>
                  </a:xfrm>
                  <a:prstGeom prst="line">
                    <a:avLst/>
                  </a:prstGeom>
                  <a:solidFill>
                    <a:schemeClr val="bg1"/>
                  </a:solidFill>
                  <a:ln w="12700" cap="flat" cmpd="sng" algn="ctr">
                    <a:solidFill>
                      <a:srgbClr val="9D9FA1"/>
                    </a:solidFill>
                    <a:prstDash val="solid"/>
                  </a:ln>
                  <a:effectLst/>
                </p:spPr>
              </p:cxnSp>
              <p:cxnSp>
                <p:nvCxnSpPr>
                  <p:cNvPr id="1127996883" name="Rechte verbindingslijn 334"/>
                  <p:cNvCxnSpPr>
                    <a:cxnSpLocks noAdjustHandles="1" noChangeArrowheads="1" noChangeShapeType="1" noEditPoints="1" noGrp="1" noMove="1" noResize="1" noRot="1"/>
                  </p:cNvCxnSpPr>
                  <p:nvPr userDrawn="1"/>
                </p:nvCxnSpPr>
                <p:spPr bwMode="auto">
                  <a:xfrm>
                    <a:off x="-2773989" y="551217"/>
                    <a:ext cx="75946" cy="0"/>
                  </a:xfrm>
                  <a:prstGeom prst="line">
                    <a:avLst/>
                  </a:prstGeom>
                  <a:solidFill>
                    <a:schemeClr val="bg1"/>
                  </a:solidFill>
                  <a:ln w="12700" cap="flat" cmpd="sng" algn="ctr">
                    <a:solidFill>
                      <a:srgbClr val="9D9FA1"/>
                    </a:solidFill>
                    <a:prstDash val="solid"/>
                  </a:ln>
                  <a:effectLst/>
                </p:spPr>
              </p:cxnSp>
            </p:grpSp>
            <p:sp>
              <p:nvSpPr>
                <p:cNvPr id="1693337285" name="Pijl: rechts 329"/>
                <p:cNvSpPr>
                  <a:spLocks noAdjustHandles="1" noChangeArrowheads="1" noChangeShapeType="1" noEditPoints="1" noGrp="1" noMove="1" noResize="1" noRot="1"/>
                </p:cNvSpPr>
                <p:nvPr userDrawn="1"/>
              </p:nvSpPr>
              <p:spPr bwMode="auto">
                <a:xfrm flipH="1">
                  <a:off x="-2866743" y="549739"/>
                  <a:ext cx="70675" cy="67901"/>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noAutofit/>
                </a:bodyPr>
                <a:lstStyle/>
                <a:p>
                  <a:pPr algn="l">
                    <a:defRPr/>
                  </a:pPr>
                  <a:endParaRPr lang="en-GB" sz="1000" b="1">
                    <a:solidFill>
                      <a:srgbClr val="211F26"/>
                    </a:solidFill>
                    <a:latin typeface="Calibri"/>
                    <a:cs typeface="Calibri"/>
                  </a:endParaRPr>
                </a:p>
              </p:txBody>
            </p:sp>
          </p:grpSp>
          <p:cxnSp>
            <p:nvCxnSpPr>
              <p:cNvPr id="1075307541" name="Rechte verbindingslijn 306"/>
              <p:cNvCxnSpPr>
                <a:cxnSpLocks noAdjustHandles="1" noChangeArrowheads="1" noChangeShapeType="1" noEditPoints="1" noGrp="1" noMove="1" noResize="1" noRot="1"/>
              </p:cNvCxnSpPr>
              <p:nvPr userDrawn="1"/>
            </p:nvCxnSpPr>
            <p:spPr bwMode="auto">
              <a:xfrm flipV="1">
                <a:off x="-3459956" y="588168"/>
                <a:ext cx="547686" cy="219075"/>
              </a:xfrm>
              <a:prstGeom prst="line">
                <a:avLst/>
              </a:prstGeom>
              <a:noFill/>
              <a:ln w="19050" cap="rnd" cmpd="sng" algn="ctr">
                <a:solidFill>
                  <a:schemeClr val="accent1"/>
                </a:solidFill>
                <a:prstDash val="solid"/>
                <a:headEnd type="oval"/>
              </a:ln>
              <a:effectLst/>
            </p:spPr>
          </p:cxnSp>
          <p:cxnSp>
            <p:nvCxnSpPr>
              <p:cNvPr id="1858895659" name="Rechte verbindingslijn 307"/>
              <p:cNvCxnSpPr>
                <a:cxnSpLocks noAdjustHandles="1" noChangeArrowheads="1" noChangeShapeType="1" noEditPoints="1" noGrp="1" noMove="1" noResize="1" noRot="1"/>
              </p:cNvCxnSpPr>
              <p:nvPr userDrawn="1"/>
            </p:nvCxnSpPr>
            <p:spPr bwMode="auto">
              <a:xfrm>
                <a:off x="-3224212" y="828675"/>
                <a:ext cx="319087" cy="0"/>
              </a:xfrm>
              <a:prstGeom prst="line">
                <a:avLst/>
              </a:prstGeom>
              <a:noFill/>
              <a:ln w="19050" cap="rnd" cmpd="sng" algn="ctr">
                <a:solidFill>
                  <a:schemeClr val="accent1"/>
                </a:solidFill>
                <a:prstDash val="solid"/>
                <a:headEnd type="oval"/>
              </a:ln>
              <a:effectLst/>
            </p:spPr>
          </p:cxnSp>
          <p:sp>
            <p:nvSpPr>
              <p:cNvPr id="505395242" name="Rechthoek 308"/>
              <p:cNvSpPr>
                <a:spLocks noAdjustHandles="1" noChangeArrowheads="1" noChangeShapeType="1" noEditPoints="1" noGrp="1" noMove="1" noResize="1" noRot="1"/>
              </p:cNvSpPr>
              <p:nvPr userDrawn="1"/>
            </p:nvSpPr>
            <p:spPr bwMode="auto">
              <a:xfrm>
                <a:off x="-2559902" y="512178"/>
                <a:ext cx="2189041" cy="151083"/>
              </a:xfrm>
              <a:prstGeom prst="rect">
                <a:avLst/>
              </a:prstGeom>
              <a:noFill/>
              <a:ln w="25400" cap="flat" cmpd="sng" algn="ctr">
                <a:noFill/>
                <a:prstDash val="solid"/>
              </a:ln>
              <a:effectLst/>
            </p:spPr>
            <p:txBody>
              <a:bodyPr lIns="0" tIns="0" rIns="0" bIns="0" rtlCol="0" anchor="ctr"/>
              <a:lstStyle/>
              <a:p>
                <a:pPr marL="0" marR="0" lvl="0" indent="0" defTabSz="914400">
                  <a:lnSpc>
                    <a:spcPct val="90000"/>
                  </a:lnSpc>
                  <a:spcBef>
                    <a:spcPts val="599"/>
                  </a:spcBef>
                  <a:spcAft>
                    <a:spcPts val="599"/>
                  </a:spcAft>
                  <a:buClrTx/>
                  <a:buSzTx/>
                  <a:buFontTx/>
                  <a:buNone/>
                  <a:defRPr/>
                </a:pPr>
                <a:r>
                  <a:rPr lang="en-GB" sz="1100" b="0" i="0" u="none" strike="noStrike" cap="none" spc="0">
                    <a:ln>
                      <a:noFill/>
                    </a:ln>
                    <a:solidFill>
                      <a:schemeClr val="tx1"/>
                    </a:solidFill>
                    <a:latin typeface="Calibri"/>
                    <a:cs typeface="Calibri"/>
                  </a:rPr>
                  <a:t>Text level down</a:t>
                </a:r>
                <a:endParaRPr/>
              </a:p>
            </p:txBody>
          </p:sp>
          <p:sp>
            <p:nvSpPr>
              <p:cNvPr id="267059654" name="Rechthoek 309"/>
              <p:cNvSpPr>
                <a:spLocks noAdjustHandles="1" noChangeArrowheads="1" noChangeShapeType="1" noEditPoints="1" noGrp="1" noMove="1" noResize="1" noRot="1"/>
              </p:cNvSpPr>
              <p:nvPr userDrawn="1"/>
            </p:nvSpPr>
            <p:spPr bwMode="auto">
              <a:xfrm>
                <a:off x="-2559902" y="819560"/>
                <a:ext cx="2189043" cy="142201"/>
              </a:xfrm>
              <a:prstGeom prst="rect">
                <a:avLst/>
              </a:prstGeom>
              <a:noFill/>
              <a:ln w="25400" cap="flat" cmpd="sng" algn="ctr">
                <a:noFill/>
                <a:prstDash val="solid"/>
              </a:ln>
              <a:effectLst/>
            </p:spPr>
            <p:txBody>
              <a:bodyPr lIns="0" tIns="0" rIns="0" bIns="0" rtlCol="0" anchor="ctr"/>
              <a:lstStyle/>
              <a:p>
                <a:pPr marL="0" marR="0" lvl="0" indent="0" defTabSz="914400">
                  <a:lnSpc>
                    <a:spcPct val="90000"/>
                  </a:lnSpc>
                  <a:spcBef>
                    <a:spcPts val="599"/>
                  </a:spcBef>
                  <a:spcAft>
                    <a:spcPts val="599"/>
                  </a:spcAft>
                  <a:buClrTx/>
                  <a:buSzTx/>
                  <a:buFontTx/>
                  <a:buNone/>
                  <a:defRPr/>
                </a:pPr>
                <a:r>
                  <a:rPr lang="en-GB" sz="1100" b="0" i="0" u="none" strike="noStrike" cap="none" spc="0">
                    <a:ln>
                      <a:noFill/>
                    </a:ln>
                    <a:solidFill>
                      <a:schemeClr val="tx1"/>
                    </a:solidFill>
                    <a:latin typeface="Calibri"/>
                    <a:cs typeface="Calibri"/>
                  </a:rPr>
                  <a:t>Text level up</a:t>
                </a:r>
                <a:endParaRPr/>
              </a:p>
            </p:txBody>
          </p:sp>
          <p:grpSp>
            <p:nvGrpSpPr>
              <p:cNvPr id="741499012" name="Groep 310"/>
              <p:cNvGrpSpPr>
                <a:grpSpLocks noGrp="1" noMove="1" noResize="1" noRot="1" noUngrp="1"/>
              </p:cNvGrpSpPr>
              <p:nvPr userDrawn="1"/>
            </p:nvGrpSpPr>
            <p:grpSpPr bwMode="auto">
              <a:xfrm>
                <a:off x="-2916762" y="769167"/>
                <a:ext cx="268737" cy="248380"/>
                <a:chOff x="-2916762" y="769167"/>
                <a:chExt cx="268737" cy="248380"/>
              </a:xfrm>
            </p:grpSpPr>
            <p:sp>
              <p:nvSpPr>
                <p:cNvPr id="889873755" name="Rechthoek 320"/>
                <p:cNvSpPr>
                  <a:spLocks noAdjustHandles="1" noChangeArrowheads="1" noChangeShapeType="1" noEditPoints="1" noGrp="1" noMove="1" noResize="1" noRot="1"/>
                </p:cNvSpPr>
                <p:nvPr userDrawn="1"/>
              </p:nvSpPr>
              <p:spPr bwMode="auto">
                <a:xfrm>
                  <a:off x="-2916762" y="769167"/>
                  <a:ext cx="268737" cy="248380"/>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noAutofit/>
                </a:bodyPr>
                <a:lstStyle/>
                <a:p>
                  <a:pPr algn="ctr">
                    <a:defRPr/>
                  </a:pPr>
                  <a:endParaRPr lang="en-GB" sz="1050" b="0">
                    <a:solidFill>
                      <a:srgbClr val="211F26"/>
                    </a:solidFill>
                    <a:latin typeface="Calibri"/>
                    <a:cs typeface="Calibri"/>
                  </a:endParaRPr>
                </a:p>
              </p:txBody>
            </p:sp>
            <p:grpSp>
              <p:nvGrpSpPr>
                <p:cNvPr id="1626520416" name="Groep 321"/>
                <p:cNvGrpSpPr>
                  <a:grpSpLocks noGrp="1" noMove="1" noResize="1" noRot="1" noUngrp="1"/>
                </p:cNvGrpSpPr>
                <p:nvPr userDrawn="1"/>
              </p:nvGrpSpPr>
              <p:grpSpPr bwMode="auto">
                <a:xfrm>
                  <a:off x="-2866743" y="827069"/>
                  <a:ext cx="168700" cy="132574"/>
                  <a:chOff x="-2866743" y="827069"/>
                  <a:chExt cx="168700" cy="132574"/>
                </a:xfrm>
              </p:grpSpPr>
              <p:cxnSp>
                <p:nvCxnSpPr>
                  <p:cNvPr id="1258313236" name="Rechte verbindingslijn 323"/>
                  <p:cNvCxnSpPr>
                    <a:cxnSpLocks noAdjustHandles="1" noChangeArrowheads="1" noChangeShapeType="1" noEditPoints="1" noGrp="1" noMove="1" noResize="1" noRot="1"/>
                  </p:cNvCxnSpPr>
                  <p:nvPr userDrawn="1"/>
                </p:nvCxnSpPr>
                <p:spPr bwMode="auto">
                  <a:xfrm>
                    <a:off x="-2866743" y="827069"/>
                    <a:ext cx="168700" cy="0"/>
                  </a:xfrm>
                  <a:prstGeom prst="line">
                    <a:avLst/>
                  </a:prstGeom>
                  <a:solidFill>
                    <a:schemeClr val="bg1"/>
                  </a:solidFill>
                  <a:ln w="12700" cap="flat" cmpd="sng" algn="ctr">
                    <a:solidFill>
                      <a:srgbClr val="9D9FA1"/>
                    </a:solidFill>
                    <a:prstDash val="solid"/>
                  </a:ln>
                  <a:effectLst/>
                </p:spPr>
              </p:cxnSp>
              <p:cxnSp>
                <p:nvCxnSpPr>
                  <p:cNvPr id="807561853" name="Rechte verbindingslijn 324"/>
                  <p:cNvCxnSpPr>
                    <a:cxnSpLocks noAdjustHandles="1" noChangeArrowheads="1" noChangeShapeType="1" noEditPoints="1" noGrp="1" noMove="1" noResize="1" noRot="1"/>
                  </p:cNvCxnSpPr>
                  <p:nvPr userDrawn="1"/>
                </p:nvCxnSpPr>
                <p:spPr bwMode="auto">
                  <a:xfrm>
                    <a:off x="-2866743" y="959645"/>
                    <a:ext cx="168700" cy="0"/>
                  </a:xfrm>
                  <a:prstGeom prst="line">
                    <a:avLst/>
                  </a:prstGeom>
                  <a:solidFill>
                    <a:schemeClr val="bg1"/>
                  </a:solidFill>
                  <a:ln w="12700" cap="flat" cmpd="sng" algn="ctr">
                    <a:solidFill>
                      <a:srgbClr val="9D9FA1"/>
                    </a:solidFill>
                    <a:prstDash val="solid"/>
                  </a:ln>
                  <a:effectLst/>
                </p:spPr>
              </p:cxnSp>
              <p:cxnSp>
                <p:nvCxnSpPr>
                  <p:cNvPr id="1166734045" name="Rechte verbindingslijn 325"/>
                  <p:cNvCxnSpPr>
                    <a:cxnSpLocks noAdjustHandles="1" noChangeArrowheads="1" noChangeShapeType="1" noEditPoints="1" noGrp="1" noMove="1" noResize="1" noRot="1"/>
                  </p:cNvCxnSpPr>
                  <p:nvPr userDrawn="1"/>
                </p:nvCxnSpPr>
                <p:spPr bwMode="auto">
                  <a:xfrm>
                    <a:off x="-2773989" y="926502"/>
                    <a:ext cx="75946" cy="0"/>
                  </a:xfrm>
                  <a:prstGeom prst="line">
                    <a:avLst/>
                  </a:prstGeom>
                  <a:solidFill>
                    <a:schemeClr val="bg1"/>
                  </a:solidFill>
                  <a:ln w="12700" cap="flat" cmpd="sng" algn="ctr">
                    <a:solidFill>
                      <a:srgbClr val="9D9FA1"/>
                    </a:solidFill>
                    <a:prstDash val="solid"/>
                  </a:ln>
                  <a:effectLst/>
                </p:spPr>
              </p:cxnSp>
              <p:cxnSp>
                <p:nvCxnSpPr>
                  <p:cNvPr id="278121645" name="Rechte verbindingslijn 326"/>
                  <p:cNvCxnSpPr>
                    <a:cxnSpLocks noAdjustHandles="1" noChangeArrowheads="1" noChangeShapeType="1" noEditPoints="1" noGrp="1" noMove="1" noResize="1" noRot="1"/>
                  </p:cNvCxnSpPr>
                  <p:nvPr userDrawn="1"/>
                </p:nvCxnSpPr>
                <p:spPr bwMode="auto">
                  <a:xfrm>
                    <a:off x="-2773989" y="893358"/>
                    <a:ext cx="75946" cy="0"/>
                  </a:xfrm>
                  <a:prstGeom prst="line">
                    <a:avLst/>
                  </a:prstGeom>
                  <a:solidFill>
                    <a:schemeClr val="bg1"/>
                  </a:solidFill>
                  <a:ln w="12700" cap="flat" cmpd="sng" algn="ctr">
                    <a:solidFill>
                      <a:srgbClr val="9D9FA1"/>
                    </a:solidFill>
                    <a:prstDash val="solid"/>
                  </a:ln>
                  <a:effectLst/>
                </p:spPr>
              </p:cxnSp>
              <p:cxnSp>
                <p:nvCxnSpPr>
                  <p:cNvPr id="1727979159" name="Rechte verbindingslijn 327"/>
                  <p:cNvCxnSpPr>
                    <a:cxnSpLocks noAdjustHandles="1" noChangeArrowheads="1" noChangeShapeType="1" noEditPoints="1" noGrp="1" noMove="1" noResize="1" noRot="1"/>
                  </p:cNvCxnSpPr>
                  <p:nvPr userDrawn="1"/>
                </p:nvCxnSpPr>
                <p:spPr bwMode="auto">
                  <a:xfrm>
                    <a:off x="-2773989" y="860214"/>
                    <a:ext cx="75946" cy="0"/>
                  </a:xfrm>
                  <a:prstGeom prst="line">
                    <a:avLst/>
                  </a:prstGeom>
                  <a:solidFill>
                    <a:schemeClr val="bg1"/>
                  </a:solidFill>
                  <a:ln w="12700" cap="flat" cmpd="sng" algn="ctr">
                    <a:solidFill>
                      <a:srgbClr val="9D9FA1"/>
                    </a:solidFill>
                    <a:prstDash val="solid"/>
                  </a:ln>
                  <a:effectLst/>
                </p:spPr>
              </p:cxnSp>
            </p:grpSp>
            <p:sp>
              <p:nvSpPr>
                <p:cNvPr id="1884139577" name="Pijl: rechts 322"/>
                <p:cNvSpPr>
                  <a:spLocks noAdjustHandles="1" noChangeArrowheads="1" noChangeShapeType="1" noEditPoints="1" noGrp="1" noMove="1" noResize="1" noRot="1"/>
                </p:cNvSpPr>
                <p:nvPr userDrawn="1"/>
              </p:nvSpPr>
              <p:spPr bwMode="auto">
                <a:xfrm>
                  <a:off x="-2866743" y="858736"/>
                  <a:ext cx="70675" cy="67901"/>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noAutofit/>
                </a:bodyPr>
                <a:lstStyle/>
                <a:p>
                  <a:pPr algn="l">
                    <a:defRPr/>
                  </a:pPr>
                  <a:endParaRPr lang="en-GB" sz="1000" b="1">
                    <a:solidFill>
                      <a:srgbClr val="211F26"/>
                    </a:solidFill>
                    <a:latin typeface="Calibri"/>
                    <a:cs typeface="Calibri"/>
                  </a:endParaRPr>
                </a:p>
              </p:txBody>
            </p:sp>
          </p:grpSp>
          <p:grpSp>
            <p:nvGrpSpPr>
              <p:cNvPr id="1001322649" name="Groep 311"/>
              <p:cNvGrpSpPr>
                <a:grpSpLocks noGrp="1" noMove="1" noResize="1" noRot="1" noUngrp="1"/>
              </p:cNvGrpSpPr>
              <p:nvPr userDrawn="1"/>
            </p:nvGrpSpPr>
            <p:grpSpPr bwMode="auto">
              <a:xfrm>
                <a:off x="-2916762" y="460170"/>
                <a:ext cx="268737" cy="248380"/>
                <a:chOff x="-2916762" y="460170"/>
                <a:chExt cx="268737" cy="248380"/>
              </a:xfrm>
            </p:grpSpPr>
            <p:sp>
              <p:nvSpPr>
                <p:cNvPr id="1571384442" name="Rechthoek 312"/>
                <p:cNvSpPr>
                  <a:spLocks noAdjustHandles="1" noChangeArrowheads="1" noChangeShapeType="1" noEditPoints="1" noGrp="1" noMove="1" noResize="1" noRot="1"/>
                </p:cNvSpPr>
                <p:nvPr userDrawn="1"/>
              </p:nvSpPr>
              <p:spPr bwMode="auto">
                <a:xfrm>
                  <a:off x="-2916762" y="460170"/>
                  <a:ext cx="268737" cy="248380"/>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noAutofit/>
                </a:bodyPr>
                <a:lstStyle/>
                <a:p>
                  <a:pPr algn="ctr">
                    <a:defRPr/>
                  </a:pPr>
                  <a:endParaRPr lang="en-GB" sz="1050" b="0">
                    <a:solidFill>
                      <a:srgbClr val="211F26"/>
                    </a:solidFill>
                    <a:latin typeface="Calibri"/>
                    <a:cs typeface="Calibri"/>
                  </a:endParaRPr>
                </a:p>
              </p:txBody>
            </p:sp>
            <p:grpSp>
              <p:nvGrpSpPr>
                <p:cNvPr id="536739954" name="Groep 313"/>
                <p:cNvGrpSpPr>
                  <a:grpSpLocks noGrp="1" noMove="1" noResize="1" noRot="1" noUngrp="1"/>
                </p:cNvGrpSpPr>
                <p:nvPr userDrawn="1"/>
              </p:nvGrpSpPr>
              <p:grpSpPr bwMode="auto">
                <a:xfrm>
                  <a:off x="-2866743" y="518073"/>
                  <a:ext cx="168700" cy="132574"/>
                  <a:chOff x="-2866743" y="518073"/>
                  <a:chExt cx="168700" cy="132574"/>
                </a:xfrm>
              </p:grpSpPr>
              <p:cxnSp>
                <p:nvCxnSpPr>
                  <p:cNvPr id="764379566" name="Rechte verbindingslijn 315"/>
                  <p:cNvCxnSpPr>
                    <a:cxnSpLocks noAdjustHandles="1" noChangeArrowheads="1" noChangeShapeType="1" noEditPoints="1" noGrp="1" noMove="1" noResize="1" noRot="1"/>
                  </p:cNvCxnSpPr>
                  <p:nvPr userDrawn="1"/>
                </p:nvCxnSpPr>
                <p:spPr bwMode="auto">
                  <a:xfrm>
                    <a:off x="-2866743" y="518073"/>
                    <a:ext cx="168700" cy="0"/>
                  </a:xfrm>
                  <a:prstGeom prst="line">
                    <a:avLst/>
                  </a:prstGeom>
                  <a:solidFill>
                    <a:schemeClr val="bg1"/>
                  </a:solidFill>
                  <a:ln w="12700" cap="flat" cmpd="sng" algn="ctr">
                    <a:solidFill>
                      <a:srgbClr val="9D9FA1"/>
                    </a:solidFill>
                    <a:prstDash val="solid"/>
                  </a:ln>
                  <a:effectLst/>
                </p:spPr>
              </p:cxnSp>
              <p:cxnSp>
                <p:nvCxnSpPr>
                  <p:cNvPr id="41123559" name="Rechte verbindingslijn 316"/>
                  <p:cNvCxnSpPr>
                    <a:cxnSpLocks noAdjustHandles="1" noChangeArrowheads="1" noChangeShapeType="1" noEditPoints="1" noGrp="1" noMove="1" noResize="1" noRot="1"/>
                  </p:cNvCxnSpPr>
                  <p:nvPr userDrawn="1"/>
                </p:nvCxnSpPr>
                <p:spPr bwMode="auto">
                  <a:xfrm>
                    <a:off x="-2866743" y="650648"/>
                    <a:ext cx="168700" cy="0"/>
                  </a:xfrm>
                  <a:prstGeom prst="line">
                    <a:avLst/>
                  </a:prstGeom>
                  <a:solidFill>
                    <a:schemeClr val="bg1"/>
                  </a:solidFill>
                  <a:ln w="12700" cap="flat" cmpd="sng" algn="ctr">
                    <a:solidFill>
                      <a:srgbClr val="9D9FA1"/>
                    </a:solidFill>
                    <a:prstDash val="solid"/>
                  </a:ln>
                  <a:effectLst/>
                </p:spPr>
              </p:cxnSp>
              <p:cxnSp>
                <p:nvCxnSpPr>
                  <p:cNvPr id="608647377" name="Rechte verbindingslijn 317"/>
                  <p:cNvCxnSpPr>
                    <a:cxnSpLocks noAdjustHandles="1" noChangeArrowheads="1" noChangeShapeType="1" noEditPoints="1" noGrp="1" noMove="1" noResize="1" noRot="1"/>
                  </p:cNvCxnSpPr>
                  <p:nvPr userDrawn="1"/>
                </p:nvCxnSpPr>
                <p:spPr bwMode="auto">
                  <a:xfrm>
                    <a:off x="-2773989" y="617505"/>
                    <a:ext cx="75946" cy="0"/>
                  </a:xfrm>
                  <a:prstGeom prst="line">
                    <a:avLst/>
                  </a:prstGeom>
                  <a:solidFill>
                    <a:schemeClr val="bg1"/>
                  </a:solidFill>
                  <a:ln w="12700" cap="flat" cmpd="sng" algn="ctr">
                    <a:solidFill>
                      <a:srgbClr val="9D9FA1"/>
                    </a:solidFill>
                    <a:prstDash val="solid"/>
                  </a:ln>
                  <a:effectLst/>
                </p:spPr>
              </p:cxnSp>
              <p:cxnSp>
                <p:nvCxnSpPr>
                  <p:cNvPr id="1487262047" name="Rechte verbindingslijn 318"/>
                  <p:cNvCxnSpPr>
                    <a:cxnSpLocks noAdjustHandles="1" noChangeArrowheads="1" noChangeShapeType="1" noEditPoints="1" noGrp="1" noMove="1" noResize="1" noRot="1"/>
                  </p:cNvCxnSpPr>
                  <p:nvPr userDrawn="1"/>
                </p:nvCxnSpPr>
                <p:spPr bwMode="auto">
                  <a:xfrm>
                    <a:off x="-2773989" y="584361"/>
                    <a:ext cx="75946" cy="0"/>
                  </a:xfrm>
                  <a:prstGeom prst="line">
                    <a:avLst/>
                  </a:prstGeom>
                  <a:solidFill>
                    <a:schemeClr val="bg1"/>
                  </a:solidFill>
                  <a:ln w="12700" cap="flat" cmpd="sng" algn="ctr">
                    <a:solidFill>
                      <a:srgbClr val="9D9FA1"/>
                    </a:solidFill>
                    <a:prstDash val="solid"/>
                  </a:ln>
                  <a:effectLst/>
                </p:spPr>
              </p:cxnSp>
              <p:cxnSp>
                <p:nvCxnSpPr>
                  <p:cNvPr id="1353051986" name="Rechte verbindingslijn 319"/>
                  <p:cNvCxnSpPr>
                    <a:cxnSpLocks noAdjustHandles="1" noChangeArrowheads="1" noChangeShapeType="1" noEditPoints="1" noGrp="1" noMove="1" noResize="1" noRot="1"/>
                  </p:cNvCxnSpPr>
                  <p:nvPr userDrawn="1"/>
                </p:nvCxnSpPr>
                <p:spPr bwMode="auto">
                  <a:xfrm>
                    <a:off x="-2773989" y="551217"/>
                    <a:ext cx="75946" cy="0"/>
                  </a:xfrm>
                  <a:prstGeom prst="line">
                    <a:avLst/>
                  </a:prstGeom>
                  <a:solidFill>
                    <a:schemeClr val="bg1"/>
                  </a:solidFill>
                  <a:ln w="12700" cap="flat" cmpd="sng" algn="ctr">
                    <a:solidFill>
                      <a:srgbClr val="9D9FA1"/>
                    </a:solidFill>
                    <a:prstDash val="solid"/>
                  </a:ln>
                  <a:effectLst/>
                </p:spPr>
              </p:cxnSp>
            </p:grpSp>
            <p:sp>
              <p:nvSpPr>
                <p:cNvPr id="850706304" name="Pijl: rechts 314"/>
                <p:cNvSpPr>
                  <a:spLocks noAdjustHandles="1" noChangeArrowheads="1" noChangeShapeType="1" noEditPoints="1" noGrp="1" noMove="1" noResize="1" noRot="1"/>
                </p:cNvSpPr>
                <p:nvPr userDrawn="1"/>
              </p:nvSpPr>
              <p:spPr bwMode="auto">
                <a:xfrm flipH="1">
                  <a:off x="-2866743" y="549739"/>
                  <a:ext cx="70675" cy="67901"/>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noAutofit/>
                </a:bodyPr>
                <a:lstStyle/>
                <a:p>
                  <a:pPr algn="l">
                    <a:defRPr/>
                  </a:pPr>
                  <a:endParaRPr lang="en-GB" sz="1000" b="1">
                    <a:solidFill>
                      <a:srgbClr val="211F26"/>
                    </a:solidFill>
                    <a:latin typeface="Calibri"/>
                    <a:cs typeface="Calibri"/>
                  </a:endParaRPr>
                </a:p>
              </p:txBody>
            </p:sp>
          </p:grpSp>
        </p:grpSp>
        <p:grpSp>
          <p:nvGrpSpPr>
            <p:cNvPr id="269691252" name="Groep 296"/>
            <p:cNvGrpSpPr>
              <a:grpSpLocks noGrp="1" noMove="1" noResize="1" noRot="1" noUngrp="1"/>
            </p:cNvGrpSpPr>
            <p:nvPr userDrawn="1"/>
          </p:nvGrpSpPr>
          <p:grpSpPr bwMode="auto">
            <a:xfrm>
              <a:off x="-938433" y="4663036"/>
              <a:ext cx="627797" cy="576693"/>
              <a:chOff x="-1753861" y="6112774"/>
              <a:chExt cx="759634" cy="697797"/>
            </a:xfrm>
          </p:grpSpPr>
          <p:grpSp>
            <p:nvGrpSpPr>
              <p:cNvPr id="1178857361" name="Inspireren"/>
              <p:cNvGrpSpPr>
                <a:grpSpLocks noChangeAspect="1" noGrp="1" noMove="1" noResize="1" noRot="1" noUngrp="1"/>
              </p:cNvGrpSpPr>
              <p:nvPr userDrawn="1"/>
            </p:nvGrpSpPr>
            <p:grpSpPr bwMode="auto">
              <a:xfrm>
                <a:off x="-1484857" y="6112774"/>
                <a:ext cx="205430" cy="293285"/>
                <a:chOff x="4767" y="2782"/>
                <a:chExt cx="787" cy="1125"/>
              </a:xfrm>
              <a:gradFill>
                <a:gsLst>
                  <a:gs pos="0">
                    <a:srgbClr val="9D9FA1"/>
                  </a:gs>
                  <a:gs pos="70000">
                    <a:srgbClr val="211F26"/>
                  </a:gs>
                </a:gsLst>
                <a:lin ang="2700000" scaled="0"/>
              </a:gradFill>
            </p:grpSpPr>
            <p:sp>
              <p:nvSpPr>
                <p:cNvPr id="1501273737" name="Freeform 12"/>
                <p:cNvSpPr>
                  <a:spLocks noAdjustHandles="1" noChangeArrowheads="1" noChangeShapeType="1" noEditPoints="1" noGrp="1" noMove="1" noResize="1" noRot="1"/>
                </p:cNvSpPr>
                <p:nvPr/>
              </p:nvSpPr>
              <p:spPr bwMode="auto">
                <a:xfrm>
                  <a:off x="5000" y="3186"/>
                  <a:ext cx="318" cy="288"/>
                </a:xfrm>
                <a:custGeom>
                  <a:avLst/>
                  <a:gdLst>
                    <a:gd name="T0" fmla="*/ 220 w 319"/>
                    <a:gd name="T1" fmla="*/ 288 h 288"/>
                    <a:gd name="T2" fmla="*/ 107 w 319"/>
                    <a:gd name="T3" fmla="*/ 288 h 288"/>
                    <a:gd name="T4" fmla="*/ 0 w 319"/>
                    <a:gd name="T5" fmla="*/ 0 h 288"/>
                    <a:gd name="T6" fmla="*/ 319 w 319"/>
                    <a:gd name="T7" fmla="*/ 0 h 288"/>
                    <a:gd name="T8" fmla="*/ 220 w 319"/>
                    <a:gd name="T9" fmla="*/ 288 h 288"/>
                  </a:gdLst>
                  <a:ahLst/>
                  <a:cxnLst>
                    <a:cxn ang="0">
                      <a:pos x="T0" y="T1"/>
                    </a:cxn>
                    <a:cxn ang="0">
                      <a:pos x="T2" y="T3"/>
                    </a:cxn>
                    <a:cxn ang="0">
                      <a:pos x="T4" y="T5"/>
                    </a:cxn>
                    <a:cxn ang="0">
                      <a:pos x="T6" y="T7"/>
                    </a:cxn>
                    <a:cxn ang="0">
                      <a:pos x="T8" y="T9"/>
                    </a:cxn>
                  </a:cxnLst>
                  <a:rect l="0" t="0" r="r" b="b"/>
                  <a:pathLst>
                    <a:path w="319" h="288" fill="norm" stroke="1" extrusionOk="0">
                      <a:moveTo>
                        <a:pt x="220" y="288"/>
                      </a:moveTo>
                      <a:lnTo>
                        <a:pt x="107" y="288"/>
                      </a:lnTo>
                      <a:lnTo>
                        <a:pt x="0" y="0"/>
                      </a:lnTo>
                      <a:lnTo>
                        <a:pt x="319" y="0"/>
                      </a:lnTo>
                      <a:lnTo>
                        <a:pt x="220" y="288"/>
                      </a:lnTo>
                      <a:close/>
                    </a:path>
                  </a:pathLst>
                </a:custGeom>
                <a:solidFill>
                  <a:srgbClr val="1FF524"/>
                </a:solidFill>
                <a:ln>
                  <a:noFill/>
                </a:ln>
              </p:spPr>
              <p:txBody>
                <a:bodyPr vert="horz" wrap="square" lIns="91440" tIns="45720" rIns="91440" bIns="45720" numCol="1" anchor="t" anchorCtr="0" compatLnSpc="1">
                  <a:prstTxWarp prst="textNoShape"/>
                </a:bodyPr>
                <a:lstStyle/>
                <a:p>
                  <a:pPr marL="0" marR="0" lvl="0" indent="0" defTabSz="995467">
                    <a:lnSpc>
                      <a:spcPct val="100000"/>
                    </a:lnSpc>
                    <a:spcBef>
                      <a:spcPts val="0"/>
                    </a:spcBef>
                    <a:spcAft>
                      <a:spcPts val="0"/>
                    </a:spcAft>
                    <a:buClrTx/>
                    <a:buSzTx/>
                    <a:buFontTx/>
                    <a:buNone/>
                    <a:defRPr/>
                  </a:pPr>
                  <a:endParaRPr lang="en-GB" sz="300" b="0" i="0" u="none" strike="noStrike" cap="none" spc="0">
                    <a:ln>
                      <a:noFill/>
                    </a:ln>
                    <a:solidFill>
                      <a:srgbClr val="211F26"/>
                    </a:solidFill>
                    <a:latin typeface="Arial"/>
                  </a:endParaRPr>
                </a:p>
              </p:txBody>
            </p:sp>
            <p:sp>
              <p:nvSpPr>
                <p:cNvPr id="1717543953" name="Freeform 13"/>
                <p:cNvSpPr>
                  <a:spLocks noAdjustHandles="1" noChangeArrowheads="1" noChangeShapeType="1" noEditPoints="1" noGrp="1" noMove="1" noResize="1" noRot="1"/>
                </p:cNvSpPr>
                <p:nvPr/>
              </p:nvSpPr>
              <p:spPr bwMode="auto">
                <a:xfrm>
                  <a:off x="5022" y="3794"/>
                  <a:ext cx="281" cy="111"/>
                </a:xfrm>
                <a:custGeom>
                  <a:avLst/>
                  <a:gdLst>
                    <a:gd name="T0" fmla="*/ 229 w 251"/>
                    <a:gd name="T1" fmla="*/ 70 h 100"/>
                    <a:gd name="T2" fmla="*/ 229 w 251"/>
                    <a:gd name="T3" fmla="*/ 69 h 100"/>
                    <a:gd name="T4" fmla="*/ 251 w 251"/>
                    <a:gd name="T5" fmla="*/ 0 h 100"/>
                    <a:gd name="T6" fmla="*/ 0 w 251"/>
                    <a:gd name="T7" fmla="*/ 0 h 100"/>
                    <a:gd name="T8" fmla="*/ 22 w 251"/>
                    <a:gd name="T9" fmla="*/ 69 h 100"/>
                    <a:gd name="T10" fmla="*/ 63 w 251"/>
                    <a:gd name="T11" fmla="*/ 100 h 100"/>
                    <a:gd name="T12" fmla="*/ 188 w 251"/>
                    <a:gd name="T13" fmla="*/ 100 h 100"/>
                    <a:gd name="T14" fmla="*/ 229 w 251"/>
                    <a:gd name="T15" fmla="*/ 71 h 100"/>
                    <a:gd name="T16" fmla="*/ 229 w 251"/>
                    <a:gd name="T17" fmla="*/ 71 h 100"/>
                    <a:gd name="T18" fmla="*/ 229 w 251"/>
                    <a:gd name="T19" fmla="*/ 7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1" h="100" fill="norm" stroke="1" extrusionOk="0">
                      <a:moveTo>
                        <a:pt x="229" y="70"/>
                      </a:moveTo>
                      <a:cubicBezTo>
                        <a:pt x="229" y="70"/>
                        <a:pt x="229" y="69"/>
                        <a:pt x="229" y="69"/>
                      </a:cubicBezTo>
                      <a:cubicBezTo>
                        <a:pt x="251" y="0"/>
                        <a:pt x="251" y="0"/>
                        <a:pt x="251" y="0"/>
                      </a:cubicBezTo>
                      <a:cubicBezTo>
                        <a:pt x="0" y="0"/>
                        <a:pt x="0" y="0"/>
                        <a:pt x="0" y="0"/>
                      </a:cubicBezTo>
                      <a:cubicBezTo>
                        <a:pt x="22" y="69"/>
                        <a:pt x="22" y="69"/>
                        <a:pt x="22" y="69"/>
                      </a:cubicBezTo>
                      <a:cubicBezTo>
                        <a:pt x="27" y="87"/>
                        <a:pt x="44" y="100"/>
                        <a:pt x="63" y="100"/>
                      </a:cubicBezTo>
                      <a:cubicBezTo>
                        <a:pt x="188" y="100"/>
                        <a:pt x="188" y="100"/>
                        <a:pt x="188" y="100"/>
                      </a:cubicBezTo>
                      <a:cubicBezTo>
                        <a:pt x="207" y="100"/>
                        <a:pt x="223" y="88"/>
                        <a:pt x="229" y="71"/>
                      </a:cubicBezTo>
                      <a:cubicBezTo>
                        <a:pt x="229" y="71"/>
                        <a:pt x="229" y="71"/>
                        <a:pt x="229" y="71"/>
                      </a:cubicBezTo>
                      <a:lnTo>
                        <a:pt x="229" y="70"/>
                      </a:lnTo>
                      <a:close/>
                    </a:path>
                  </a:pathLst>
                </a:custGeom>
                <a:grpFill/>
                <a:ln>
                  <a:noFill/>
                </a:ln>
              </p:spPr>
              <p:txBody>
                <a:bodyPr vert="horz" wrap="square" lIns="91440" tIns="45720" rIns="91440" bIns="45720" numCol="1" anchor="t" anchorCtr="0" compatLnSpc="1">
                  <a:prstTxWarp prst="textNoShape"/>
                </a:bodyPr>
                <a:lstStyle/>
                <a:p>
                  <a:pPr marL="0" marR="0" lvl="0" indent="0" defTabSz="995467">
                    <a:lnSpc>
                      <a:spcPct val="100000"/>
                    </a:lnSpc>
                    <a:spcBef>
                      <a:spcPts val="0"/>
                    </a:spcBef>
                    <a:spcAft>
                      <a:spcPts val="0"/>
                    </a:spcAft>
                    <a:buClrTx/>
                    <a:buSzTx/>
                    <a:buFontTx/>
                    <a:buNone/>
                    <a:defRPr/>
                  </a:pPr>
                  <a:endParaRPr lang="en-GB" sz="300" b="0" i="0" u="none" strike="noStrike" cap="none" spc="0">
                    <a:ln>
                      <a:noFill/>
                    </a:ln>
                    <a:solidFill>
                      <a:srgbClr val="211F26"/>
                    </a:solidFill>
                    <a:latin typeface="Arial"/>
                  </a:endParaRPr>
                </a:p>
              </p:txBody>
            </p:sp>
            <p:sp>
              <p:nvSpPr>
                <p:cNvPr id="113320149" name="Freeform 14"/>
                <p:cNvSpPr>
                  <a:spLocks noAdjustHandles="1" noChangeArrowheads="1" noChangeShapeType="1" noEditPoints="1" noGrp="1" noMove="1" noResize="1" noRot="1"/>
                </p:cNvSpPr>
                <p:nvPr/>
              </p:nvSpPr>
              <p:spPr bwMode="auto">
                <a:xfrm>
                  <a:off x="4767" y="2782"/>
                  <a:ext cx="787" cy="965"/>
                </a:xfrm>
                <a:custGeom>
                  <a:avLst/>
                  <a:gdLst>
                    <a:gd name="T0" fmla="*/ 351 w 702"/>
                    <a:gd name="T1" fmla="*/ 0 h 860"/>
                    <a:gd name="T2" fmla="*/ 0 w 702"/>
                    <a:gd name="T3" fmla="*/ 351 h 860"/>
                    <a:gd name="T4" fmla="*/ 134 w 702"/>
                    <a:gd name="T5" fmla="*/ 627 h 860"/>
                    <a:gd name="T6" fmla="*/ 165 w 702"/>
                    <a:gd name="T7" fmla="*/ 718 h 860"/>
                    <a:gd name="T8" fmla="*/ 266 w 702"/>
                    <a:gd name="T9" fmla="*/ 718 h 860"/>
                    <a:gd name="T10" fmla="*/ 266 w 702"/>
                    <a:gd name="T11" fmla="*/ 718 h 860"/>
                    <a:gd name="T12" fmla="*/ 434 w 702"/>
                    <a:gd name="T13" fmla="*/ 718 h 860"/>
                    <a:gd name="T14" fmla="*/ 419 w 702"/>
                    <a:gd name="T15" fmla="*/ 760 h 860"/>
                    <a:gd name="T16" fmla="*/ 284 w 702"/>
                    <a:gd name="T17" fmla="*/ 760 h 860"/>
                    <a:gd name="T18" fmla="*/ 284 w 702"/>
                    <a:gd name="T19" fmla="*/ 760 h 860"/>
                    <a:gd name="T20" fmla="*/ 179 w 702"/>
                    <a:gd name="T21" fmla="*/ 760 h 860"/>
                    <a:gd name="T22" fmla="*/ 212 w 702"/>
                    <a:gd name="T23" fmla="*/ 860 h 860"/>
                    <a:gd name="T24" fmla="*/ 212 w 702"/>
                    <a:gd name="T25" fmla="*/ 860 h 860"/>
                    <a:gd name="T26" fmla="*/ 216 w 702"/>
                    <a:gd name="T27" fmla="*/ 860 h 860"/>
                    <a:gd name="T28" fmla="*/ 488 w 702"/>
                    <a:gd name="T29" fmla="*/ 860 h 860"/>
                    <a:gd name="T30" fmla="*/ 491 w 702"/>
                    <a:gd name="T31" fmla="*/ 860 h 860"/>
                    <a:gd name="T32" fmla="*/ 570 w 702"/>
                    <a:gd name="T33" fmla="*/ 625 h 860"/>
                    <a:gd name="T34" fmla="*/ 702 w 702"/>
                    <a:gd name="T35" fmla="*/ 351 h 860"/>
                    <a:gd name="T36" fmla="*/ 351 w 702"/>
                    <a:gd name="T37" fmla="*/ 0 h 860"/>
                    <a:gd name="T38" fmla="*/ 587 w 702"/>
                    <a:gd name="T39" fmla="*/ 438 h 860"/>
                    <a:gd name="T40" fmla="*/ 485 w 702"/>
                    <a:gd name="T41" fmla="*/ 563 h 860"/>
                    <a:gd name="T42" fmla="*/ 454 w 702"/>
                    <a:gd name="T43" fmla="*/ 658 h 860"/>
                    <a:gd name="T44" fmla="*/ 250 w 702"/>
                    <a:gd name="T45" fmla="*/ 658 h 860"/>
                    <a:gd name="T46" fmla="*/ 219 w 702"/>
                    <a:gd name="T47" fmla="*/ 565 h 860"/>
                    <a:gd name="T48" fmla="*/ 115 w 702"/>
                    <a:gd name="T49" fmla="*/ 439 h 860"/>
                    <a:gd name="T50" fmla="*/ 99 w 702"/>
                    <a:gd name="T51" fmla="*/ 351 h 860"/>
                    <a:gd name="T52" fmla="*/ 351 w 702"/>
                    <a:gd name="T53" fmla="*/ 99 h 860"/>
                    <a:gd name="T54" fmla="*/ 603 w 702"/>
                    <a:gd name="T55" fmla="*/ 351 h 860"/>
                    <a:gd name="T56" fmla="*/ 587 w 702"/>
                    <a:gd name="T57" fmla="*/ 438 h 8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702" h="860" fill="norm" stroke="1" extrusionOk="0">
                      <a:moveTo>
                        <a:pt x="351" y="0"/>
                      </a:moveTo>
                      <a:cubicBezTo>
                        <a:pt x="157" y="0"/>
                        <a:pt x="0" y="157"/>
                        <a:pt x="0" y="351"/>
                      </a:cubicBezTo>
                      <a:cubicBezTo>
                        <a:pt x="0" y="463"/>
                        <a:pt x="52" y="562"/>
                        <a:pt x="134" y="627"/>
                      </a:cubicBezTo>
                      <a:cubicBezTo>
                        <a:pt x="165" y="718"/>
                        <a:pt x="165" y="718"/>
                        <a:pt x="165" y="718"/>
                      </a:cubicBezTo>
                      <a:cubicBezTo>
                        <a:pt x="266" y="718"/>
                        <a:pt x="266" y="718"/>
                        <a:pt x="266" y="718"/>
                      </a:cubicBezTo>
                      <a:cubicBezTo>
                        <a:pt x="266" y="718"/>
                        <a:pt x="266" y="718"/>
                        <a:pt x="266" y="718"/>
                      </a:cubicBezTo>
                      <a:cubicBezTo>
                        <a:pt x="434" y="718"/>
                        <a:pt x="434" y="718"/>
                        <a:pt x="434" y="718"/>
                      </a:cubicBezTo>
                      <a:cubicBezTo>
                        <a:pt x="419" y="760"/>
                        <a:pt x="419" y="760"/>
                        <a:pt x="419" y="760"/>
                      </a:cubicBezTo>
                      <a:cubicBezTo>
                        <a:pt x="284" y="760"/>
                        <a:pt x="284" y="760"/>
                        <a:pt x="284" y="760"/>
                      </a:cubicBezTo>
                      <a:cubicBezTo>
                        <a:pt x="284" y="760"/>
                        <a:pt x="284" y="760"/>
                        <a:pt x="284" y="760"/>
                      </a:cubicBezTo>
                      <a:cubicBezTo>
                        <a:pt x="179" y="760"/>
                        <a:pt x="179" y="760"/>
                        <a:pt x="179" y="760"/>
                      </a:cubicBezTo>
                      <a:cubicBezTo>
                        <a:pt x="212" y="860"/>
                        <a:pt x="212" y="860"/>
                        <a:pt x="212" y="860"/>
                      </a:cubicBezTo>
                      <a:cubicBezTo>
                        <a:pt x="212" y="860"/>
                        <a:pt x="212" y="860"/>
                        <a:pt x="212" y="860"/>
                      </a:cubicBezTo>
                      <a:cubicBezTo>
                        <a:pt x="216" y="860"/>
                        <a:pt x="216" y="860"/>
                        <a:pt x="216" y="860"/>
                      </a:cubicBezTo>
                      <a:cubicBezTo>
                        <a:pt x="488" y="860"/>
                        <a:pt x="488" y="860"/>
                        <a:pt x="488" y="860"/>
                      </a:cubicBezTo>
                      <a:cubicBezTo>
                        <a:pt x="491" y="860"/>
                        <a:pt x="491" y="860"/>
                        <a:pt x="491" y="860"/>
                      </a:cubicBezTo>
                      <a:cubicBezTo>
                        <a:pt x="570" y="625"/>
                        <a:pt x="570" y="625"/>
                        <a:pt x="570" y="625"/>
                      </a:cubicBezTo>
                      <a:cubicBezTo>
                        <a:pt x="651" y="560"/>
                        <a:pt x="702" y="461"/>
                        <a:pt x="702" y="351"/>
                      </a:cubicBezTo>
                      <a:cubicBezTo>
                        <a:pt x="702" y="157"/>
                        <a:pt x="545" y="0"/>
                        <a:pt x="351" y="0"/>
                      </a:cubicBezTo>
                      <a:close/>
                      <a:moveTo>
                        <a:pt x="587" y="438"/>
                      </a:moveTo>
                      <a:cubicBezTo>
                        <a:pt x="568" y="490"/>
                        <a:pt x="531" y="534"/>
                        <a:pt x="485" y="563"/>
                      </a:cubicBezTo>
                      <a:cubicBezTo>
                        <a:pt x="454" y="658"/>
                        <a:pt x="454" y="658"/>
                        <a:pt x="454" y="658"/>
                      </a:cubicBezTo>
                      <a:cubicBezTo>
                        <a:pt x="250" y="658"/>
                        <a:pt x="250" y="658"/>
                        <a:pt x="250" y="658"/>
                      </a:cubicBezTo>
                      <a:cubicBezTo>
                        <a:pt x="219" y="565"/>
                        <a:pt x="219" y="565"/>
                        <a:pt x="219" y="565"/>
                      </a:cubicBezTo>
                      <a:cubicBezTo>
                        <a:pt x="172" y="536"/>
                        <a:pt x="135" y="491"/>
                        <a:pt x="115" y="439"/>
                      </a:cubicBezTo>
                      <a:cubicBezTo>
                        <a:pt x="105" y="411"/>
                        <a:pt x="99" y="382"/>
                        <a:pt x="99" y="351"/>
                      </a:cubicBezTo>
                      <a:cubicBezTo>
                        <a:pt x="99" y="212"/>
                        <a:pt x="212" y="99"/>
                        <a:pt x="351" y="99"/>
                      </a:cubicBezTo>
                      <a:cubicBezTo>
                        <a:pt x="490" y="99"/>
                        <a:pt x="603" y="212"/>
                        <a:pt x="603" y="351"/>
                      </a:cubicBezTo>
                      <a:cubicBezTo>
                        <a:pt x="603" y="381"/>
                        <a:pt x="597" y="411"/>
                        <a:pt x="587" y="438"/>
                      </a:cubicBezTo>
                      <a:close/>
                    </a:path>
                  </a:pathLst>
                </a:custGeom>
                <a:grpFill/>
                <a:ln>
                  <a:noFill/>
                </a:ln>
              </p:spPr>
              <p:txBody>
                <a:bodyPr vert="horz" wrap="square" lIns="91440" tIns="45720" rIns="91440" bIns="45720" numCol="1" anchor="t" anchorCtr="0" compatLnSpc="1">
                  <a:prstTxWarp prst="textNoShape"/>
                </a:bodyPr>
                <a:lstStyle/>
                <a:p>
                  <a:pPr marL="0" marR="0" lvl="0" indent="0" defTabSz="995467">
                    <a:lnSpc>
                      <a:spcPct val="100000"/>
                    </a:lnSpc>
                    <a:spcBef>
                      <a:spcPts val="0"/>
                    </a:spcBef>
                    <a:spcAft>
                      <a:spcPts val="0"/>
                    </a:spcAft>
                    <a:buClrTx/>
                    <a:buSzTx/>
                    <a:buFontTx/>
                    <a:buNone/>
                    <a:defRPr/>
                  </a:pPr>
                  <a:endParaRPr lang="en-GB" sz="300" b="0" i="0" u="none" strike="noStrike" cap="none" spc="0">
                    <a:ln>
                      <a:noFill/>
                    </a:ln>
                    <a:solidFill>
                      <a:srgbClr val="211F26"/>
                    </a:solidFill>
                    <a:latin typeface="Arial"/>
                  </a:endParaRPr>
                </a:p>
              </p:txBody>
            </p:sp>
          </p:grpSp>
          <p:sp>
            <p:nvSpPr>
              <p:cNvPr id="545714970" name="Tekstvak 298"/>
              <p:cNvSpPr txBox="1">
                <a:spLocks noAdjustHandles="1" noChangeArrowheads="1" noChangeShapeType="1" noEditPoints="1" noGrp="1" noMove="1" noResize="1" noRot="1"/>
              </p:cNvSpPr>
              <p:nvPr userDrawn="1"/>
            </p:nvSpPr>
            <p:spPr bwMode="auto">
              <a:xfrm>
                <a:off x="-1753861" y="6420663"/>
                <a:ext cx="759634" cy="389908"/>
              </a:xfrm>
              <a:prstGeom prst="rect">
                <a:avLst/>
              </a:prstGeom>
              <a:noFill/>
            </p:spPr>
            <p:txBody>
              <a:bodyPr wrap="square" lIns="0" tIns="0" rIns="0" bIns="0" rtlCol="0" anchor="ctr">
                <a:noAutofit/>
              </a:bodyPr>
              <a:lstStyle/>
              <a:p>
                <a:pPr marL="0" marR="0" lvl="0" indent="0" algn="ctr" defTabSz="914400">
                  <a:lnSpc>
                    <a:spcPct val="90000"/>
                  </a:lnSpc>
                  <a:spcBef>
                    <a:spcPts val="599"/>
                  </a:spcBef>
                  <a:spcAft>
                    <a:spcPts val="599"/>
                  </a:spcAft>
                  <a:buClrTx/>
                  <a:buSzTx/>
                  <a:buFontTx/>
                  <a:buNone/>
                  <a:defRPr/>
                </a:pPr>
                <a:r>
                  <a:rPr lang="en-GB" sz="1000" b="0" i="0" u="none" strike="noStrike" cap="none" spc="0">
                    <a:ln>
                      <a:noFill/>
                    </a:ln>
                    <a:solidFill>
                      <a:srgbClr val="211F26"/>
                    </a:solidFill>
                    <a:latin typeface="Calibri"/>
                    <a:ea typeface="Arial"/>
                    <a:cs typeface="Calibri"/>
                  </a:rPr>
                  <a:t>Inspiration</a:t>
                </a:r>
                <a:endParaRPr/>
              </a:p>
            </p:txBody>
          </p:sp>
        </p:grpSp>
      </p:grpSp>
      <p:pic>
        <p:nvPicPr>
          <p:cNvPr id="1938260680" name=""/>
          <p:cNvPicPr>
            <a:picLocks noChangeAspect="1"/>
          </p:cNvPicPr>
          <p:nvPr/>
        </p:nvPicPr>
        <p:blipFill>
          <a:blip r:embed="rId3"/>
          <a:stretch/>
        </p:blipFill>
        <p:spPr bwMode="auto">
          <a:xfrm flipH="0" flipV="0">
            <a:off x="6916791" y="2450214"/>
            <a:ext cx="4407321" cy="2773387"/>
          </a:xfrm>
          <a:prstGeom prst="rect">
            <a:avLst/>
          </a:prstGeom>
        </p:spPr>
      </p:pic>
      <p:pic>
        <p:nvPicPr>
          <p:cNvPr id="1919455392" name=""/>
          <p:cNvPicPr>
            <a:picLocks noChangeAspect="1"/>
          </p:cNvPicPr>
          <p:nvPr/>
        </p:nvPicPr>
        <p:blipFill>
          <a:blip r:embed="rId4"/>
          <a:stretch/>
        </p:blipFill>
        <p:spPr bwMode="auto">
          <a:xfrm flipH="0" flipV="0">
            <a:off x="863839" y="2701482"/>
            <a:ext cx="3027803" cy="2270852"/>
          </a:xfrm>
          <a:prstGeom prst="rect">
            <a:avLst/>
          </a:prstGeom>
        </p:spPr>
      </p:pic>
      <p:sp>
        <p:nvSpPr>
          <p:cNvPr id="423977521" name=""/>
          <p:cNvSpPr/>
          <p:nvPr/>
        </p:nvSpPr>
        <p:spPr bwMode="auto">
          <a:xfrm flipH="0" flipV="0">
            <a:off x="3795363" y="3836908"/>
            <a:ext cx="2299606" cy="557892"/>
          </a:xfrm>
          <a:prstGeom prst="rightArrow">
            <a:avLst>
              <a:gd name="adj1" fmla="val 50000"/>
              <a:gd name="adj2"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782445058" name=""/>
          <p:cNvSpPr txBox="1"/>
          <p:nvPr/>
        </p:nvSpPr>
        <p:spPr bwMode="auto">
          <a:xfrm flipH="0" flipV="0">
            <a:off x="695356" y="5415642"/>
            <a:ext cx="3620219" cy="640440"/>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defRPr/>
            </a:pPr>
            <a:r>
              <a:rPr lang="en-US"/>
              <a:t>CAD 3D model generated in Onshape</a:t>
            </a:r>
            <a:endParaRPr/>
          </a:p>
        </p:txBody>
      </p:sp>
      <p:sp>
        <p:nvSpPr>
          <p:cNvPr id="342453687" name=""/>
          <p:cNvSpPr txBox="1"/>
          <p:nvPr/>
        </p:nvSpPr>
        <p:spPr bwMode="auto">
          <a:xfrm flipH="0" flipV="0">
            <a:off x="7039006" y="5415642"/>
            <a:ext cx="3636059" cy="640440"/>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defRPr/>
            </a:pPr>
            <a:r>
              <a:rPr lang="en-US"/>
              <a:t>Geometry preparation for CFD simulation</a:t>
            </a:r>
            <a:endParaRPr/>
          </a:p>
        </p:txBody>
      </p:sp>
      <p:sp>
        <p:nvSpPr>
          <p:cNvPr id="1841425602" name="Tijdelijke aanduiding voor verticale tekst 33"/>
          <p:cNvSpPr txBox="1"/>
          <p:nvPr/>
        </p:nvSpPr>
        <p:spPr bwMode="auto">
          <a:xfrm flipH="0" flipV="0">
            <a:off x="719137" y="1569103"/>
            <a:ext cx="11106861" cy="4431645"/>
          </a:xfrm>
          <a:prstGeom prst="rect">
            <a:avLst/>
          </a:prstGeom>
        </p:spPr>
        <p:txBody>
          <a:bodyPr lIns="0" tIns="0" rIns="0" bIns="0"/>
          <a:lstStyle>
            <a:lvl1pPr marL="361949" indent="-361949" algn="l" defTabSz="914400">
              <a:lnSpc>
                <a:spcPct val="90000"/>
              </a:lnSpc>
              <a:spcBef>
                <a:spcPts val="599"/>
              </a:spcBef>
              <a:spcAft>
                <a:spcPts val="599"/>
              </a:spcAft>
              <a:buClr>
                <a:schemeClr val="accent1"/>
              </a:buClr>
              <a:buSzPct val="120000"/>
              <a:buFont typeface="Arial"/>
              <a:buChar char="•"/>
              <a:defRPr sz="2000">
                <a:solidFill>
                  <a:schemeClr val="tx2"/>
                </a:solidFill>
                <a:latin typeface="+mn-lt"/>
                <a:ea typeface="+mn-ea"/>
                <a:cs typeface="+mn-cs"/>
              </a:defRPr>
            </a:lvl1pPr>
            <a:lvl2pPr marL="712787" indent="-350838" algn="l" defTabSz="914400">
              <a:lnSpc>
                <a:spcPct val="90000"/>
              </a:lnSpc>
              <a:spcBef>
                <a:spcPts val="599"/>
              </a:spcBef>
              <a:spcAft>
                <a:spcPts val="599"/>
              </a:spcAft>
              <a:buClr>
                <a:schemeClr val="accent1"/>
              </a:buClr>
              <a:buSzPct val="120000"/>
              <a:buFont typeface="Arial"/>
              <a:buChar char="•"/>
              <a:tabLst>
                <a:tab pos="712787" algn="l"/>
              </a:tabLst>
              <a:defRPr sz="2000">
                <a:solidFill>
                  <a:schemeClr val="tx2"/>
                </a:solidFill>
                <a:latin typeface="+mn-lt"/>
                <a:ea typeface="+mn-ea"/>
                <a:cs typeface="+mn-cs"/>
              </a:defRPr>
            </a:lvl2pPr>
            <a:lvl3pPr marL="0" indent="0" algn="l" defTabSz="914400">
              <a:lnSpc>
                <a:spcPct val="90000"/>
              </a:lnSpc>
              <a:spcBef>
                <a:spcPts val="599"/>
              </a:spcBef>
              <a:spcAft>
                <a:spcPts val="599"/>
              </a:spcAft>
              <a:buClr>
                <a:schemeClr val="accent3"/>
              </a:buClr>
              <a:buFont typeface="Segoe UI Light"/>
              <a:buNone/>
              <a:defRPr sz="2000">
                <a:solidFill>
                  <a:schemeClr val="tx2"/>
                </a:solidFill>
                <a:latin typeface="+mn-lt"/>
                <a:ea typeface="+mn-ea"/>
                <a:cs typeface="+mn-cs"/>
              </a:defRPr>
            </a:lvl3pPr>
            <a:lvl4pPr marL="0" indent="0" algn="l" defTabSz="914400">
              <a:lnSpc>
                <a:spcPct val="90000"/>
              </a:lnSpc>
              <a:spcBef>
                <a:spcPts val="599"/>
              </a:spcBef>
              <a:spcAft>
                <a:spcPts val="599"/>
              </a:spcAft>
              <a:buFont typeface="Arial"/>
              <a:buNone/>
              <a:defRPr sz="3600" b="1">
                <a:solidFill>
                  <a:schemeClr val="tx2"/>
                </a:solidFill>
                <a:latin typeface="+mj-lt"/>
                <a:ea typeface="+mn-ea"/>
                <a:cs typeface="+mn-cs"/>
              </a:defRPr>
            </a:lvl4pPr>
            <a:lvl5pPr marL="0" indent="0" algn="l" defTabSz="914400">
              <a:lnSpc>
                <a:spcPct val="90000"/>
              </a:lnSpc>
              <a:spcBef>
                <a:spcPts val="599"/>
              </a:spcBef>
              <a:spcAft>
                <a:spcPts val="599"/>
              </a:spcAft>
              <a:buFont typeface="Arial"/>
              <a:buNone/>
              <a:defRPr sz="2400" b="0">
                <a:solidFill>
                  <a:schemeClr val="accent1"/>
                </a:solidFill>
                <a:latin typeface="+mj-lt"/>
                <a:ea typeface="+mn-ea"/>
                <a:cs typeface="+mn-cs"/>
              </a:defRPr>
            </a:lvl5pPr>
            <a:lvl6pPr marL="0" indent="0" algn="l" defTabSz="914400">
              <a:lnSpc>
                <a:spcPct val="90000"/>
              </a:lnSpc>
              <a:spcBef>
                <a:spcPts val="599"/>
              </a:spcBef>
              <a:spcAft>
                <a:spcPts val="599"/>
              </a:spcAft>
              <a:buClr>
                <a:schemeClr val="accent1"/>
              </a:buClr>
              <a:buFont typeface="Arial"/>
              <a:buNone/>
              <a:defRPr sz="2000" b="0" cap="none">
                <a:solidFill>
                  <a:schemeClr val="tx1"/>
                </a:solidFill>
                <a:latin typeface="+mj-lt"/>
                <a:ea typeface="+mn-ea"/>
                <a:cs typeface="+mn-cs"/>
              </a:defRPr>
            </a:lvl6pPr>
            <a:lvl7pPr marL="361949" indent="-361949" algn="l" defTabSz="914400">
              <a:lnSpc>
                <a:spcPct val="90000"/>
              </a:lnSpc>
              <a:spcBef>
                <a:spcPts val="599"/>
              </a:spcBef>
              <a:spcAft>
                <a:spcPts val="599"/>
              </a:spcAft>
              <a:buClr>
                <a:schemeClr val="accent1"/>
              </a:buClr>
              <a:buFont typeface="+mj-lt"/>
              <a:buAutoNum type="arabicPeriod"/>
              <a:defRPr sz="2000">
                <a:solidFill>
                  <a:schemeClr val="tx1"/>
                </a:solidFill>
                <a:latin typeface="+mn-lt"/>
                <a:ea typeface="+mn-ea"/>
                <a:cs typeface="+mn-cs"/>
              </a:defRPr>
            </a:lvl7pPr>
            <a:lvl8pPr marL="361949" indent="-361949" algn="l" defTabSz="914400">
              <a:lnSpc>
                <a:spcPct val="90000"/>
              </a:lnSpc>
              <a:spcBef>
                <a:spcPts val="599"/>
              </a:spcBef>
              <a:spcAft>
                <a:spcPts val="599"/>
              </a:spcAft>
              <a:buClr>
                <a:schemeClr val="accent1"/>
              </a:buClr>
              <a:buFont typeface="+mj-lt"/>
              <a:buAutoNum type="alphaLcPeriod"/>
              <a:defRPr sz="2000">
                <a:solidFill>
                  <a:schemeClr val="tx1"/>
                </a:solidFill>
                <a:latin typeface="+mn-lt"/>
                <a:ea typeface="+mn-ea"/>
                <a:cs typeface="+mn-cs"/>
              </a:defRPr>
            </a:lvl8pPr>
            <a:lvl9pPr marL="0" indent="0" algn="l" defTabSz="914400">
              <a:lnSpc>
                <a:spcPct val="90000"/>
              </a:lnSpc>
              <a:spcBef>
                <a:spcPts val="599"/>
              </a:spcBef>
              <a:spcAft>
                <a:spcPts val="599"/>
              </a:spcAft>
              <a:buClr>
                <a:schemeClr val="accent1"/>
              </a:buClr>
              <a:buFont typeface="Arial"/>
              <a:buNone/>
              <a:defRPr sz="1600" i="1">
                <a:solidFill>
                  <a:schemeClr val="tx1"/>
                </a:solidFill>
                <a:latin typeface="+mn-lt"/>
                <a:ea typeface="+mn-ea"/>
                <a:cs typeface="+mn-cs"/>
              </a:defRPr>
            </a:lvl9pPr>
          </a:lstStyle>
          <a:p>
            <a:pPr>
              <a:defRPr/>
            </a:pPr>
            <a:r>
              <a:rPr lang="en-US"/>
              <a:t>CFD setup relies on 2 Multiple-Reference-Frame (MRF) regions </a:t>
            </a:r>
            <a:r>
              <a:rPr lang="en-US"/>
              <a:t>that define rotating regions for the main and tip rotor. Periodic boundary conditions are used to reduce the domain size. </a:t>
            </a:r>
            <a:endParaRPr lang="en-US"/>
          </a:p>
          <a:p>
            <a:pPr>
              <a:defRPr/>
            </a:pPr>
            <a:endParaRPr lang="en-US"/>
          </a:p>
          <a:p>
            <a:pPr>
              <a:defRPr/>
            </a:pPr>
            <a:endParaRPr lang="en-US"/>
          </a:p>
          <a:p>
            <a:pPr>
              <a:defRPr/>
            </a:pPr>
            <a:endParaRPr lang="en-US"/>
          </a:p>
          <a:p>
            <a:pPr>
              <a:defRPr/>
            </a:pPr>
            <a:endParaRPr lang="en-US"/>
          </a:p>
          <a:p>
            <a:pPr>
              <a:defRPr/>
            </a:pP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med" p14:dur="700" advClick="1">
        <p:fade thruBlk="0"/>
      </p:transition>
    </mc:Choice>
    <mc:Fallback>
      <p:transition spd="med" advClick="1">
        <p:fade thruBlk="0"/>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363014522" name=""/>
          <p:cNvPicPr>
            <a:picLocks noChangeAspect="1"/>
          </p:cNvPicPr>
          <p:nvPr/>
        </p:nvPicPr>
        <p:blipFill>
          <a:blip r:embed="rId3"/>
          <a:srcRect l="21957" t="0" r="3036" b="0"/>
          <a:stretch/>
        </p:blipFill>
        <p:spPr bwMode="auto">
          <a:xfrm flipH="0" flipV="0">
            <a:off x="6011073" y="2259962"/>
            <a:ext cx="5729757" cy="3257550"/>
          </a:xfrm>
          <a:prstGeom prst="rect">
            <a:avLst/>
          </a:prstGeom>
        </p:spPr>
      </p:pic>
      <p:sp>
        <p:nvSpPr>
          <p:cNvPr id="1571656504" name="Tijdelijke aanduiding voor datum 4"/>
          <p:cNvSpPr>
            <a:spLocks noGrp="1"/>
          </p:cNvSpPr>
          <p:nvPr>
            <p:ph type="dt" sz="half" idx="18"/>
          </p:nvPr>
        </p:nvSpPr>
        <p:spPr bwMode="auto"/>
        <p:txBody>
          <a:bodyPr/>
          <a:lstStyle/>
          <a:p>
            <a:pPr>
              <a:defRPr/>
            </a:pPr>
            <a:fld id="{4DCD343D-F36D-A041-3503-91E9880F3168}" type="datetime1">
              <a:rPr lang="nl-NL"/>
              <a:t/>
            </a:fld>
            <a:endParaRPr lang="en-GB"/>
          </a:p>
        </p:txBody>
      </p:sp>
      <p:sp>
        <p:nvSpPr>
          <p:cNvPr id="444521363" name="Titel 8"/>
          <p:cNvSpPr>
            <a:spLocks noGrp="1"/>
          </p:cNvSpPr>
          <p:nvPr>
            <p:ph type="title"/>
          </p:nvPr>
        </p:nvSpPr>
        <p:spPr bwMode="auto"/>
        <p:txBody>
          <a:bodyPr/>
          <a:lstStyle/>
          <a:p>
            <a:pPr>
              <a:defRPr/>
            </a:pPr>
            <a:r>
              <a:rPr lang="en-US"/>
              <a:t>CFD meshing</a:t>
            </a:r>
            <a:endParaRPr/>
          </a:p>
        </p:txBody>
      </p:sp>
      <p:sp>
        <p:nvSpPr>
          <p:cNvPr id="637802618" name="Tijdelijke aanduiding voor dianummer 1"/>
          <p:cNvSpPr>
            <a:spLocks noGrp="1"/>
          </p:cNvSpPr>
          <p:nvPr>
            <p:ph type="sldNum" sz="quarter" idx="20"/>
          </p:nvPr>
        </p:nvSpPr>
        <p:spPr bwMode="auto"/>
        <p:txBody>
          <a:bodyPr/>
          <a:lstStyle/>
          <a:p>
            <a:pPr>
              <a:defRPr/>
            </a:pPr>
            <a:fld id="{6CB9483A-C16A-765C-0F2A-340000DDDC05}" type="slidenum">
              <a:rPr lang="en-GB"/>
              <a:t/>
            </a:fld>
            <a:endParaRPr lang="en-GB"/>
          </a:p>
        </p:txBody>
      </p:sp>
      <p:grpSp>
        <p:nvGrpSpPr>
          <p:cNvPr id="1758905415" name="INSTRUCTION"/>
          <p:cNvGrpSpPr>
            <a:grpSpLocks noGrp="1" noMove="1" noResize="1" noRot="1" noUngrp="1"/>
          </p:cNvGrpSpPr>
          <p:nvPr/>
        </p:nvGrpSpPr>
        <p:grpSpPr bwMode="auto">
          <a:xfrm>
            <a:off x="-3786435" y="0"/>
            <a:ext cx="3693384" cy="5359347"/>
            <a:chOff x="-3786435" y="0"/>
            <a:chExt cx="3693384" cy="5359347"/>
          </a:xfrm>
        </p:grpSpPr>
        <p:sp>
          <p:nvSpPr>
            <p:cNvPr id="1987875171" name="Rechthoek 273"/>
            <p:cNvSpPr>
              <a:spLocks noAdjustHandles="1" noChangeArrowheads="1" noChangeShapeType="1" noEditPoints="1" noGrp="1" noMove="1" noResize="1" noRot="1"/>
            </p:cNvSpPr>
            <p:nvPr userDrawn="1"/>
          </p:nvSpPr>
          <p:spPr bwMode="auto">
            <a:xfrm>
              <a:off x="-3786165" y="0"/>
              <a:ext cx="3593089" cy="4641336"/>
            </a:xfrm>
            <a:prstGeom prst="rect">
              <a:avLst/>
            </a:prstGeom>
            <a:solidFill>
              <a:srgbClr val="FFFFFF"/>
            </a:solidFill>
            <a:ln w="6350">
              <a:solidFill>
                <a:srgbClr val="ECECEC"/>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noAutofit/>
            </a:bodyPr>
            <a:lstStyle/>
            <a:p>
              <a:pPr algn="l">
                <a:lnSpc>
                  <a:spcPct val="90000"/>
                </a:lnSpc>
                <a:spcBef>
                  <a:spcPts val="598"/>
                </a:spcBef>
                <a:spcAft>
                  <a:spcPts val="598"/>
                </a:spcAft>
                <a:defRPr/>
              </a:pPr>
              <a:r>
                <a:rPr lang="en-GB" sz="1400" b="1" cap="all">
                  <a:solidFill>
                    <a:schemeClr val="accent1"/>
                  </a:solidFill>
                  <a:latin typeface="Calibri"/>
                  <a:cs typeface="Calibri"/>
                </a:rPr>
                <a:t>Choosing text levels</a:t>
              </a:r>
              <a:endParaRPr/>
            </a:p>
          </p:txBody>
        </p:sp>
        <p:sp>
          <p:nvSpPr>
            <p:cNvPr id="1110352448" name="Ovaal 274"/>
            <p:cNvSpPr>
              <a:spLocks noAdjustHandles="1" noChangeArrowheads="1" noChangeShapeType="1" noEditPoints="1" noGrp="1" noMove="1" noResize="1" noRot="1"/>
            </p:cNvSpPr>
            <p:nvPr userDrawn="1"/>
          </p:nvSpPr>
          <p:spPr bwMode="auto">
            <a:xfrm>
              <a:off x="-3604181" y="1837482"/>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1</a:t>
              </a:r>
              <a:endParaRPr/>
            </a:p>
          </p:txBody>
        </p:sp>
        <p:sp>
          <p:nvSpPr>
            <p:cNvPr id="557052314" name="Rechthoek 275"/>
            <p:cNvSpPr>
              <a:spLocks noAdjustHandles="1" noChangeArrowheads="1" noChangeShapeType="1" noEditPoints="1" noGrp="1" noMove="1" noResize="1" noRot="1"/>
            </p:cNvSpPr>
            <p:nvPr userDrawn="1"/>
          </p:nvSpPr>
          <p:spPr bwMode="auto">
            <a:xfrm>
              <a:off x="-3319413" y="1837482"/>
              <a:ext cx="2949218" cy="180000"/>
            </a:xfrm>
            <a:prstGeom prst="rect">
              <a:avLst/>
            </a:prstGeom>
            <a:noFill/>
            <a:ln w="25400" cap="flat" cmpd="sng" algn="ctr">
              <a:noFill/>
              <a:prstDash val="solid"/>
            </a:ln>
            <a:effectLst/>
          </p:spPr>
          <p:txBody>
            <a:bodyPr lIns="0" tIns="0" rIns="0" bIns="0" rtlCol="0" anchor="ctr"/>
            <a:lstStyle/>
            <a:p>
              <a:pPr marL="357186" marR="0" lvl="0" indent="-357186" defTabSz="914400">
                <a:lnSpc>
                  <a:spcPct val="100000"/>
                </a:lnSpc>
                <a:spcBef>
                  <a:spcPts val="598"/>
                </a:spcBef>
                <a:spcAft>
                  <a:spcPts val="598"/>
                </a:spcAft>
                <a:buClr>
                  <a:schemeClr val="accent1"/>
                </a:buClr>
                <a:buSzTx/>
                <a:buFont typeface="Calibri"/>
                <a:buChar char="•"/>
                <a:defRPr/>
              </a:pPr>
              <a:r>
                <a:rPr lang="en-GB" sz="1400" b="0" i="0" u="none" strike="noStrike" cap="none" spc="0">
                  <a:ln>
                    <a:noFill/>
                  </a:ln>
                  <a:solidFill>
                    <a:srgbClr val="000000"/>
                  </a:solidFill>
                  <a:latin typeface="Arial"/>
                  <a:cs typeface="Calibri"/>
                </a:rPr>
                <a:t>Bullet</a:t>
              </a:r>
              <a:endParaRPr/>
            </a:p>
          </p:txBody>
        </p:sp>
        <p:sp>
          <p:nvSpPr>
            <p:cNvPr id="125175315" name="Ovaal 276"/>
            <p:cNvSpPr>
              <a:spLocks noAdjustHandles="1" noChangeArrowheads="1" noChangeShapeType="1" noEditPoints="1" noGrp="1" noMove="1" noResize="1" noRot="1"/>
            </p:cNvSpPr>
            <p:nvPr userDrawn="1"/>
          </p:nvSpPr>
          <p:spPr bwMode="auto">
            <a:xfrm>
              <a:off x="-3604181" y="2128766"/>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2</a:t>
              </a:r>
              <a:endParaRPr/>
            </a:p>
          </p:txBody>
        </p:sp>
        <p:sp>
          <p:nvSpPr>
            <p:cNvPr id="805148809" name="Rechthoek 277"/>
            <p:cNvSpPr>
              <a:spLocks noAdjustHandles="1" noChangeArrowheads="1" noChangeShapeType="1" noEditPoints="1" noGrp="1" noMove="1" noResize="1" noRot="1"/>
            </p:cNvSpPr>
            <p:nvPr userDrawn="1"/>
          </p:nvSpPr>
          <p:spPr bwMode="auto">
            <a:xfrm>
              <a:off x="-3604181" y="1196111"/>
              <a:ext cx="3229047" cy="459225"/>
            </a:xfrm>
            <a:prstGeom prst="rect">
              <a:avLst/>
            </a:prstGeom>
            <a:noFill/>
            <a:ln w="25400" cap="flat" cmpd="sng" algn="ctr">
              <a:noFill/>
              <a:prstDash val="solid"/>
            </a:ln>
            <a:effectLst/>
          </p:spPr>
          <p:txBody>
            <a:bodyPr lIns="0" tIns="0" rIns="0" bIns="0" rtlCol="0" anchor="t"/>
            <a:lstStyle/>
            <a:p>
              <a:pPr marL="0" marR="0" lvl="0" indent="0" defTabSz="914400">
                <a:lnSpc>
                  <a:spcPct val="90000"/>
                </a:lnSpc>
                <a:spcBef>
                  <a:spcPts val="598"/>
                </a:spcBef>
                <a:spcAft>
                  <a:spcPts val="598"/>
                </a:spcAft>
                <a:buClrTx/>
                <a:buSzTx/>
                <a:buFontTx/>
                <a:buNone/>
                <a:defRPr/>
              </a:pPr>
              <a:r>
                <a:rPr lang="en-GB" sz="1200" b="0" i="0" u="none" strike="noStrike" cap="none" spc="0">
                  <a:ln>
                    <a:noFill/>
                  </a:ln>
                  <a:solidFill>
                    <a:srgbClr val="000000"/>
                  </a:solidFill>
                  <a:latin typeface="Calibri"/>
                  <a:cs typeface="Calibri"/>
                </a:rPr>
                <a:t>Under the tab </a:t>
              </a:r>
              <a:r>
                <a:rPr lang="en-GB" sz="1200" b="1" i="0" u="none" strike="noStrike" cap="none" spc="0">
                  <a:ln>
                    <a:noFill/>
                  </a:ln>
                  <a:solidFill>
                    <a:srgbClr val="000000"/>
                  </a:solidFill>
                  <a:latin typeface="Calibri"/>
                  <a:cs typeface="Calibri"/>
                </a:rPr>
                <a:t>‘Home’</a:t>
              </a:r>
              <a:r>
                <a:rPr lang="en-GB" sz="1200" b="0" i="0" u="none" strike="noStrike" cap="none" spc="0">
                  <a:ln>
                    <a:noFill/>
                  </a:ln>
                  <a:solidFill>
                    <a:srgbClr val="000000"/>
                  </a:solidFill>
                  <a:latin typeface="Calibri"/>
                  <a:cs typeface="Calibri"/>
                </a:rPr>
                <a:t>, use the </a:t>
              </a:r>
              <a:r>
                <a:rPr lang="en-GB" sz="1200" b="1" i="0" u="none" strike="noStrike" cap="none" spc="0">
                  <a:ln>
                    <a:noFill/>
                  </a:ln>
                  <a:solidFill>
                    <a:srgbClr val="000000"/>
                  </a:solidFill>
                  <a:latin typeface="Calibri"/>
                  <a:cs typeface="Calibri"/>
                </a:rPr>
                <a:t>list level-buttons</a:t>
              </a:r>
              <a:r>
                <a:rPr lang="en-GB" sz="1200" b="0" i="0" u="none" strike="noStrike" cap="none" spc="0">
                  <a:ln>
                    <a:noFill/>
                  </a:ln>
                  <a:solidFill>
                    <a:srgbClr val="000000"/>
                  </a:solidFill>
                  <a:latin typeface="Calibri"/>
                  <a:cs typeface="Calibri"/>
                </a:rPr>
                <a:t> to choose a text level. </a:t>
              </a:r>
              <a:br>
                <a:rPr lang="en-GB" sz="1200" b="0" i="0" u="none" strike="noStrike" cap="none" spc="0">
                  <a:ln>
                    <a:noFill/>
                  </a:ln>
                  <a:solidFill>
                    <a:srgbClr val="000000"/>
                  </a:solidFill>
                  <a:latin typeface="Calibri"/>
                  <a:cs typeface="Calibri"/>
                </a:rPr>
              </a:br>
              <a:r>
                <a:rPr lang="en-GB" sz="1200" b="0" i="0" u="none" strike="noStrike" cap="none" spc="0">
                  <a:ln>
                    <a:noFill/>
                  </a:ln>
                  <a:solidFill>
                    <a:srgbClr val="000000"/>
                  </a:solidFill>
                  <a:latin typeface="Calibri"/>
                  <a:cs typeface="Calibri"/>
                </a:rPr>
                <a:t>Choose from:</a:t>
              </a:r>
              <a:endParaRPr/>
            </a:p>
          </p:txBody>
        </p:sp>
        <p:sp>
          <p:nvSpPr>
            <p:cNvPr id="661588127" name="Rechthoek 278"/>
            <p:cNvSpPr>
              <a:spLocks noAdjustHandles="1" noChangeArrowheads="1" noChangeShapeType="1" noEditPoints="1" noGrp="1" noMove="1" noResize="1" noRot="1"/>
            </p:cNvSpPr>
            <p:nvPr userDrawn="1"/>
          </p:nvSpPr>
          <p:spPr bwMode="auto">
            <a:xfrm>
              <a:off x="-3319413" y="2128871"/>
              <a:ext cx="2949218" cy="180000"/>
            </a:xfrm>
            <a:prstGeom prst="rect">
              <a:avLst/>
            </a:prstGeom>
            <a:noFill/>
            <a:ln w="25400" cap="flat" cmpd="sng" algn="ctr">
              <a:noFill/>
              <a:prstDash val="solid"/>
            </a:ln>
            <a:effectLst/>
          </p:spPr>
          <p:txBody>
            <a:bodyPr lIns="0" tIns="0" rIns="0" bIns="0" rtlCol="0" anchor="ctr"/>
            <a:lstStyle/>
            <a:p>
              <a:pPr marL="715961" marR="0" lvl="0" indent="-358773" defTabSz="914400">
                <a:lnSpc>
                  <a:spcPct val="100000"/>
                </a:lnSpc>
                <a:spcBef>
                  <a:spcPts val="598"/>
                </a:spcBef>
                <a:spcAft>
                  <a:spcPts val="598"/>
                </a:spcAft>
                <a:buClr>
                  <a:schemeClr val="accent1"/>
                </a:buClr>
                <a:buSzTx/>
                <a:buFont typeface="Calibri"/>
                <a:buChar char="•"/>
                <a:defRPr/>
              </a:pPr>
              <a:r>
                <a:rPr lang="en-GB" sz="1400" b="0" i="0" u="none" strike="noStrike" cap="none" spc="0">
                  <a:ln>
                    <a:noFill/>
                  </a:ln>
                  <a:solidFill>
                    <a:srgbClr val="000000"/>
                  </a:solidFill>
                  <a:latin typeface="Arial"/>
                  <a:cs typeface="Calibri"/>
                </a:rPr>
                <a:t>Sub-bullet </a:t>
              </a:r>
              <a:endParaRPr/>
            </a:p>
          </p:txBody>
        </p:sp>
        <p:sp>
          <p:nvSpPr>
            <p:cNvPr id="50226654" name="Ovaal 279"/>
            <p:cNvSpPr>
              <a:spLocks noAdjustHandles="1" noChangeArrowheads="1" noChangeShapeType="1" noEditPoints="1" noGrp="1" noMove="1" noResize="1" noRot="1"/>
            </p:cNvSpPr>
            <p:nvPr userDrawn="1"/>
          </p:nvSpPr>
          <p:spPr bwMode="auto">
            <a:xfrm>
              <a:off x="-3604181" y="2420050"/>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3</a:t>
              </a:r>
              <a:endParaRPr/>
            </a:p>
          </p:txBody>
        </p:sp>
        <p:sp>
          <p:nvSpPr>
            <p:cNvPr id="1947765007" name="Rechthoek 280"/>
            <p:cNvSpPr>
              <a:spLocks noAdjustHandles="1" noChangeArrowheads="1" noChangeShapeType="1" noEditPoints="1" noGrp="1" noMove="1" noResize="1" noRot="1"/>
            </p:cNvSpPr>
            <p:nvPr userDrawn="1"/>
          </p:nvSpPr>
          <p:spPr bwMode="auto">
            <a:xfrm>
              <a:off x="-3319413" y="2420262"/>
              <a:ext cx="2949218" cy="180000"/>
            </a:xfrm>
            <a:prstGeom prst="rect">
              <a:avLst/>
            </a:prstGeom>
            <a:noFill/>
            <a:ln w="25400" cap="flat" cmpd="sng" algn="ctr">
              <a:noFill/>
              <a:prstDash val="solid"/>
            </a:ln>
            <a:effectLst/>
          </p:spPr>
          <p:txBody>
            <a:bodyPr lIns="0" tIns="0" rIns="0" bIns="0" rtlCol="0" anchor="ctr"/>
            <a:lstStyle/>
            <a:p>
              <a:pPr marL="0" marR="0" lvl="0" indent="0" defTabSz="914400">
                <a:lnSpc>
                  <a:spcPct val="100000"/>
                </a:lnSpc>
                <a:spcBef>
                  <a:spcPts val="598"/>
                </a:spcBef>
                <a:spcAft>
                  <a:spcPts val="598"/>
                </a:spcAft>
                <a:buClr>
                  <a:schemeClr val="accent1"/>
                </a:buClr>
                <a:buSzTx/>
                <a:buFont typeface="Calibri"/>
                <a:buNone/>
                <a:defRPr/>
              </a:pPr>
              <a:r>
                <a:rPr lang="en-GB" sz="1400" b="0" i="0" u="none" strike="noStrike" cap="none" spc="0">
                  <a:ln>
                    <a:noFill/>
                  </a:ln>
                  <a:solidFill>
                    <a:srgbClr val="000000"/>
                  </a:solidFill>
                  <a:latin typeface="Arial"/>
                  <a:cs typeface="Calibri"/>
                </a:rPr>
                <a:t>Default text</a:t>
              </a:r>
              <a:endParaRPr/>
            </a:p>
          </p:txBody>
        </p:sp>
        <p:sp>
          <p:nvSpPr>
            <p:cNvPr id="1551176496" name="Ovaal 281"/>
            <p:cNvSpPr>
              <a:spLocks noAdjustHandles="1" noChangeArrowheads="1" noChangeShapeType="1" noEditPoints="1" noGrp="1" noMove="1" noResize="1" noRot="1"/>
            </p:cNvSpPr>
            <p:nvPr userDrawn="1"/>
          </p:nvSpPr>
          <p:spPr bwMode="auto">
            <a:xfrm>
              <a:off x="-3604181" y="271133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4</a:t>
              </a:r>
              <a:endParaRPr/>
            </a:p>
          </p:txBody>
        </p:sp>
        <p:sp>
          <p:nvSpPr>
            <p:cNvPr id="1431526595" name="Rechthoek 282"/>
            <p:cNvSpPr>
              <a:spLocks noAdjustHandles="1" noChangeArrowheads="1" noChangeShapeType="1" noEditPoints="1" noGrp="1" noMove="1" noResize="1" noRot="1"/>
            </p:cNvSpPr>
            <p:nvPr userDrawn="1"/>
          </p:nvSpPr>
          <p:spPr bwMode="auto">
            <a:xfrm>
              <a:off x="-3319413" y="2711649"/>
              <a:ext cx="2949218" cy="180000"/>
            </a:xfrm>
            <a:prstGeom prst="rect">
              <a:avLst/>
            </a:prstGeom>
            <a:noFill/>
            <a:ln w="25400" cap="flat" cmpd="sng" algn="ctr">
              <a:noFill/>
              <a:prstDash val="solid"/>
            </a:ln>
            <a:effectLst/>
          </p:spPr>
          <p:txBody>
            <a:bodyPr lIns="0" tIns="0" rIns="0" bIns="0" rtlCol="0" anchor="ctr"/>
            <a:lstStyle/>
            <a:p>
              <a:pPr marL="0" marR="0" lvl="0" indent="0" defTabSz="914400">
                <a:lnSpc>
                  <a:spcPct val="100000"/>
                </a:lnSpc>
                <a:spcBef>
                  <a:spcPts val="598"/>
                </a:spcBef>
                <a:spcAft>
                  <a:spcPts val="598"/>
                </a:spcAft>
                <a:buClr>
                  <a:schemeClr val="accent1"/>
                </a:buClr>
                <a:buSzTx/>
                <a:buFont typeface="Calibri"/>
                <a:buNone/>
                <a:defRPr/>
              </a:pPr>
              <a:r>
                <a:rPr lang="en-GB" sz="2400" b="1" i="0" u="none" strike="noStrike" cap="none" spc="0">
                  <a:ln>
                    <a:noFill/>
                  </a:ln>
                  <a:solidFill>
                    <a:schemeClr val="tx1"/>
                  </a:solidFill>
                  <a:latin typeface="Arial"/>
                  <a:cs typeface="Calibri"/>
                </a:rPr>
                <a:t>Title/Quote</a:t>
              </a:r>
              <a:endParaRPr/>
            </a:p>
          </p:txBody>
        </p:sp>
        <p:sp>
          <p:nvSpPr>
            <p:cNvPr id="683257413" name="Ovaal 283"/>
            <p:cNvSpPr>
              <a:spLocks noAdjustHandles="1" noChangeArrowheads="1" noChangeShapeType="1" noEditPoints="1" noGrp="1" noMove="1" noResize="1" noRot="1"/>
            </p:cNvSpPr>
            <p:nvPr userDrawn="1"/>
          </p:nvSpPr>
          <p:spPr bwMode="auto">
            <a:xfrm>
              <a:off x="-3604181" y="3002618"/>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5</a:t>
              </a:r>
              <a:endParaRPr/>
            </a:p>
          </p:txBody>
        </p:sp>
        <p:sp>
          <p:nvSpPr>
            <p:cNvPr id="851707973" name="Rechthoek 284"/>
            <p:cNvSpPr>
              <a:spLocks noAdjustHandles="1" noChangeArrowheads="1" noChangeShapeType="1" noEditPoints="1" noGrp="1" noMove="1" noResize="1" noRot="1"/>
            </p:cNvSpPr>
            <p:nvPr userDrawn="1"/>
          </p:nvSpPr>
          <p:spPr bwMode="auto">
            <a:xfrm>
              <a:off x="-3319413" y="3003039"/>
              <a:ext cx="2949218" cy="180000"/>
            </a:xfrm>
            <a:prstGeom prst="rect">
              <a:avLst/>
            </a:prstGeom>
            <a:noFill/>
            <a:ln w="25400" cap="flat" cmpd="sng" algn="ctr">
              <a:noFill/>
              <a:prstDash val="solid"/>
            </a:ln>
            <a:effectLst/>
          </p:spPr>
          <p:txBody>
            <a:bodyPr lIns="0" tIns="0" rIns="0" bIns="0" rtlCol="0" anchor="ctr"/>
            <a:lstStyle/>
            <a:p>
              <a:pPr marL="0" marR="0" lvl="0" indent="0" defTabSz="914400">
                <a:lnSpc>
                  <a:spcPct val="100000"/>
                </a:lnSpc>
                <a:spcBef>
                  <a:spcPts val="598"/>
                </a:spcBef>
                <a:spcAft>
                  <a:spcPts val="598"/>
                </a:spcAft>
                <a:buClr>
                  <a:schemeClr val="accent1"/>
                </a:buClr>
                <a:buSzTx/>
                <a:buFont typeface="Calibri"/>
                <a:buNone/>
                <a:defRPr/>
              </a:pPr>
              <a:r>
                <a:rPr lang="en-GB" sz="1800" b="0" i="0" u="none" strike="noStrike" cap="none" spc="0">
                  <a:ln>
                    <a:noFill/>
                  </a:ln>
                  <a:solidFill>
                    <a:schemeClr val="accent1"/>
                  </a:solidFill>
                  <a:latin typeface="Arial"/>
                  <a:cs typeface="Calibri"/>
                </a:rPr>
                <a:t>Subtitle</a:t>
              </a:r>
              <a:endParaRPr/>
            </a:p>
          </p:txBody>
        </p:sp>
        <p:sp>
          <p:nvSpPr>
            <p:cNvPr id="201384359" name="Ovaal 285"/>
            <p:cNvSpPr>
              <a:spLocks noAdjustHandles="1" noChangeArrowheads="1" noChangeShapeType="1" noEditPoints="1" noGrp="1" noMove="1" noResize="1" noRot="1"/>
            </p:cNvSpPr>
            <p:nvPr userDrawn="1"/>
          </p:nvSpPr>
          <p:spPr bwMode="auto">
            <a:xfrm>
              <a:off x="-3604181" y="3293902"/>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6</a:t>
              </a:r>
              <a:endParaRPr/>
            </a:p>
          </p:txBody>
        </p:sp>
        <p:sp>
          <p:nvSpPr>
            <p:cNvPr id="917989639" name="Rechthoek 286"/>
            <p:cNvSpPr>
              <a:spLocks noAdjustHandles="1" noChangeArrowheads="1" noChangeShapeType="1" noEditPoints="1" noGrp="1" noMove="1" noResize="1" noRot="1"/>
            </p:cNvSpPr>
            <p:nvPr userDrawn="1"/>
          </p:nvSpPr>
          <p:spPr bwMode="auto">
            <a:xfrm>
              <a:off x="-3319413" y="3585816"/>
              <a:ext cx="2949218" cy="180000"/>
            </a:xfrm>
            <a:prstGeom prst="rect">
              <a:avLst/>
            </a:prstGeom>
            <a:noFill/>
            <a:ln w="25400" cap="flat" cmpd="sng" algn="ctr">
              <a:noFill/>
              <a:prstDash val="solid"/>
            </a:ln>
            <a:effectLst/>
          </p:spPr>
          <p:txBody>
            <a:bodyPr lIns="0" tIns="0" rIns="0" bIns="0" rtlCol="0" anchor="ctr"/>
            <a:lstStyle/>
            <a:p>
              <a:pPr marL="357186" marR="0" lvl="0" indent="-357186" defTabSz="914400">
                <a:lnSpc>
                  <a:spcPct val="100000"/>
                </a:lnSpc>
                <a:spcBef>
                  <a:spcPts val="598"/>
                </a:spcBef>
                <a:spcAft>
                  <a:spcPts val="598"/>
                </a:spcAft>
                <a:buClr>
                  <a:schemeClr val="accent1"/>
                </a:buClr>
                <a:buSzTx/>
                <a:buFont typeface="+mj-lt"/>
                <a:buAutoNum type="arabicPeriod"/>
                <a:defRPr/>
              </a:pPr>
              <a:r>
                <a:rPr lang="en-GB" sz="1400" b="0" i="0" u="none" strike="noStrike" cap="none" spc="0">
                  <a:ln>
                    <a:noFill/>
                  </a:ln>
                  <a:solidFill>
                    <a:schemeClr val="tx1"/>
                  </a:solidFill>
                  <a:latin typeface="Arial"/>
                  <a:cs typeface="Calibri"/>
                </a:rPr>
                <a:t>Numerical bullet</a:t>
              </a:r>
              <a:endParaRPr/>
            </a:p>
          </p:txBody>
        </p:sp>
        <p:sp>
          <p:nvSpPr>
            <p:cNvPr id="713186034" name="Ovaal 287"/>
            <p:cNvSpPr>
              <a:spLocks noAdjustHandles="1" noChangeArrowheads="1" noChangeShapeType="1" noEditPoints="1" noGrp="1" noMove="1" noResize="1" noRot="1"/>
            </p:cNvSpPr>
            <p:nvPr userDrawn="1"/>
          </p:nvSpPr>
          <p:spPr bwMode="auto">
            <a:xfrm>
              <a:off x="-3604181" y="3585186"/>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7</a:t>
              </a:r>
              <a:endParaRPr/>
            </a:p>
          </p:txBody>
        </p:sp>
        <p:sp>
          <p:nvSpPr>
            <p:cNvPr id="249653936" name="Rechthoek 288"/>
            <p:cNvSpPr>
              <a:spLocks noAdjustHandles="1" noChangeArrowheads="1" noChangeShapeType="1" noEditPoints="1" noGrp="1" noMove="1" noResize="1" noRot="1"/>
            </p:cNvSpPr>
            <p:nvPr userDrawn="1"/>
          </p:nvSpPr>
          <p:spPr bwMode="auto">
            <a:xfrm>
              <a:off x="-3325829" y="3877205"/>
              <a:ext cx="2949218" cy="180000"/>
            </a:xfrm>
            <a:prstGeom prst="rect">
              <a:avLst/>
            </a:prstGeom>
            <a:noFill/>
            <a:ln w="25400" cap="flat" cmpd="sng" algn="ctr">
              <a:noFill/>
              <a:prstDash val="solid"/>
            </a:ln>
            <a:effectLst/>
          </p:spPr>
          <p:txBody>
            <a:bodyPr lIns="0" tIns="0" rIns="0" bIns="0" rtlCol="0" anchor="ctr"/>
            <a:lstStyle/>
            <a:p>
              <a:pPr marL="342900" marR="0" lvl="0" indent="-342900" defTabSz="914400">
                <a:lnSpc>
                  <a:spcPct val="100000"/>
                </a:lnSpc>
                <a:spcBef>
                  <a:spcPts val="598"/>
                </a:spcBef>
                <a:spcAft>
                  <a:spcPts val="598"/>
                </a:spcAft>
                <a:buClr>
                  <a:schemeClr val="accent1"/>
                </a:buClr>
                <a:buSzTx/>
                <a:buFont typeface="+mj-lt"/>
                <a:buAutoNum type="alphaLcPeriod"/>
                <a:defRPr/>
              </a:pPr>
              <a:r>
                <a:rPr lang="en-GB" sz="1400" b="0" i="0" u="none" strike="noStrike" cap="none" spc="0">
                  <a:ln>
                    <a:noFill/>
                  </a:ln>
                  <a:solidFill>
                    <a:schemeClr val="tx1"/>
                  </a:solidFill>
                  <a:latin typeface="Arial"/>
                  <a:cs typeface="Calibri"/>
                </a:rPr>
                <a:t>Alphabetical bullet</a:t>
              </a:r>
              <a:endParaRPr/>
            </a:p>
          </p:txBody>
        </p:sp>
        <p:sp>
          <p:nvSpPr>
            <p:cNvPr id="1164486723" name="Ovaal 289"/>
            <p:cNvSpPr>
              <a:spLocks noAdjustHandles="1" noChangeArrowheads="1" noChangeShapeType="1" noEditPoints="1" noGrp="1" noMove="1" noResize="1" noRot="1"/>
            </p:cNvSpPr>
            <p:nvPr userDrawn="1"/>
          </p:nvSpPr>
          <p:spPr bwMode="auto">
            <a:xfrm>
              <a:off x="-3604181" y="3876471"/>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8</a:t>
              </a:r>
              <a:endParaRPr/>
            </a:p>
          </p:txBody>
        </p:sp>
        <p:sp>
          <p:nvSpPr>
            <p:cNvPr id="1897040035" name="Rechthoek 290"/>
            <p:cNvSpPr>
              <a:spLocks noAdjustHandles="1" noChangeArrowheads="1" noChangeShapeType="1" noEditPoints="1" noGrp="1" noMove="1" noResize="1" noRot="1"/>
            </p:cNvSpPr>
            <p:nvPr userDrawn="1"/>
          </p:nvSpPr>
          <p:spPr bwMode="auto">
            <a:xfrm>
              <a:off x="-3319413" y="4168593"/>
              <a:ext cx="2949218" cy="180000"/>
            </a:xfrm>
            <a:prstGeom prst="rect">
              <a:avLst/>
            </a:prstGeom>
            <a:noFill/>
            <a:ln w="25400" cap="flat" cmpd="sng" algn="ctr">
              <a:noFill/>
              <a:prstDash val="solid"/>
            </a:ln>
            <a:effectLst/>
          </p:spPr>
          <p:txBody>
            <a:bodyPr lIns="0" tIns="0" rIns="0" bIns="0" rtlCol="0" anchor="ctr"/>
            <a:lstStyle/>
            <a:p>
              <a:pPr marL="0" marR="0" lvl="0" indent="0" defTabSz="914400">
                <a:lnSpc>
                  <a:spcPct val="100000"/>
                </a:lnSpc>
                <a:spcBef>
                  <a:spcPts val="598"/>
                </a:spcBef>
                <a:spcAft>
                  <a:spcPts val="598"/>
                </a:spcAft>
                <a:buClr>
                  <a:schemeClr val="tx1"/>
                </a:buClr>
                <a:buSzTx/>
                <a:buFont typeface="Calibri"/>
                <a:buNone/>
                <a:defRPr/>
              </a:pPr>
              <a:r>
                <a:rPr lang="en-GB" sz="1200" b="0" i="1" u="none" strike="noStrike" cap="none" spc="0">
                  <a:ln>
                    <a:noFill/>
                  </a:ln>
                  <a:solidFill>
                    <a:srgbClr val="000000"/>
                  </a:solidFill>
                  <a:latin typeface="Arial"/>
                  <a:cs typeface="Calibri"/>
                </a:rPr>
                <a:t>Source</a:t>
              </a:r>
              <a:endParaRPr/>
            </a:p>
          </p:txBody>
        </p:sp>
        <p:sp>
          <p:nvSpPr>
            <p:cNvPr id="1842557429" name="Ovaal 291"/>
            <p:cNvSpPr>
              <a:spLocks noAdjustHandles="1" noChangeArrowheads="1" noChangeShapeType="1" noEditPoints="1" noGrp="1" noMove="1" noResize="1" noRot="1"/>
            </p:cNvSpPr>
            <p:nvPr userDrawn="1"/>
          </p:nvSpPr>
          <p:spPr bwMode="auto">
            <a:xfrm>
              <a:off x="-3604181" y="4168593"/>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9</a:t>
              </a:r>
              <a:endParaRPr/>
            </a:p>
          </p:txBody>
        </p:sp>
        <p:sp>
          <p:nvSpPr>
            <p:cNvPr id="1271176896" name="Rechthoek 292"/>
            <p:cNvSpPr>
              <a:spLocks noAdjustHandles="1" noChangeArrowheads="1" noChangeShapeType="1" noEditPoints="1" noGrp="1" noMove="1" noResize="1" noRot="1"/>
            </p:cNvSpPr>
            <p:nvPr userDrawn="1"/>
          </p:nvSpPr>
          <p:spPr bwMode="auto">
            <a:xfrm>
              <a:off x="-3319413" y="3294427"/>
              <a:ext cx="2949218" cy="180000"/>
            </a:xfrm>
            <a:prstGeom prst="rect">
              <a:avLst/>
            </a:prstGeom>
            <a:noFill/>
            <a:ln w="25400" cap="flat" cmpd="sng" algn="ctr">
              <a:noFill/>
              <a:prstDash val="solid"/>
            </a:ln>
            <a:effectLst/>
          </p:spPr>
          <p:txBody>
            <a:bodyPr lIns="0" tIns="0" rIns="0" bIns="0" rtlCol="0" anchor="ctr"/>
            <a:lstStyle/>
            <a:p>
              <a:pPr marL="0" marR="0" lvl="0" indent="0" defTabSz="914400">
                <a:lnSpc>
                  <a:spcPct val="100000"/>
                </a:lnSpc>
                <a:spcBef>
                  <a:spcPts val="598"/>
                </a:spcBef>
                <a:spcAft>
                  <a:spcPts val="598"/>
                </a:spcAft>
                <a:buClr>
                  <a:schemeClr val="accent1"/>
                </a:buClr>
                <a:buSzTx/>
                <a:buFont typeface="Calibri"/>
                <a:buNone/>
                <a:defRPr/>
              </a:pPr>
              <a:r>
                <a:rPr lang="en-GB" sz="1400" b="0" i="0" u="none" strike="noStrike" cap="none" spc="0">
                  <a:ln>
                    <a:noFill/>
                  </a:ln>
                  <a:solidFill>
                    <a:srgbClr val="000000"/>
                  </a:solidFill>
                  <a:latin typeface="Arial"/>
                  <a:cs typeface="Calibri"/>
                </a:rPr>
                <a:t>Default text</a:t>
              </a:r>
              <a:endParaRPr/>
            </a:p>
          </p:txBody>
        </p:sp>
        <p:sp>
          <p:nvSpPr>
            <p:cNvPr id="469864220" name="Rechthoek 293"/>
            <p:cNvSpPr>
              <a:spLocks noAdjustHandles="1" noChangeArrowheads="1" noChangeShapeType="1" noEditPoints="1" noGrp="1" noMove="1" noResize="1" noRot="1"/>
            </p:cNvSpPr>
            <p:nvPr userDrawn="1"/>
          </p:nvSpPr>
          <p:spPr bwMode="auto">
            <a:xfrm>
              <a:off x="-3786435" y="4531347"/>
              <a:ext cx="3593637" cy="828000"/>
            </a:xfrm>
            <a:prstGeom prst="rect">
              <a:avLst/>
            </a:prstGeom>
            <a:solidFill>
              <a:srgbClr val="ECECEC"/>
            </a:solidFill>
            <a:ln w="6350">
              <a:solidFill>
                <a:srgbClr val="ECECEC"/>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ctr" anchorCtr="0" forceAA="0" compatLnSpc="1">
              <a:prstTxWarp prst="textNoShape"/>
              <a:noAutofit/>
            </a:bodyPr>
            <a:lstStyle/>
            <a:p>
              <a:pPr algn="l">
                <a:lnSpc>
                  <a:spcPct val="90000"/>
                </a:lnSpc>
                <a:spcBef>
                  <a:spcPts val="598"/>
                </a:spcBef>
                <a:spcAft>
                  <a:spcPts val="598"/>
                </a:spcAft>
                <a:defRPr/>
              </a:pPr>
              <a:r>
                <a:rPr lang="en-GB" sz="1200" b="1" cap="all">
                  <a:solidFill>
                    <a:srgbClr val="211F26"/>
                  </a:solidFill>
                  <a:latin typeface="Calibri"/>
                  <a:cs typeface="Calibri"/>
                </a:rPr>
                <a:t>Want to know more?</a:t>
              </a:r>
              <a:br>
                <a:rPr lang="en-GB" sz="1200" b="1" cap="all">
                  <a:solidFill>
                    <a:srgbClr val="211F26"/>
                  </a:solidFill>
                  <a:latin typeface="Calibri"/>
                  <a:cs typeface="Calibri"/>
                </a:rPr>
              </a:br>
              <a:r>
                <a:rPr lang="en-GB" sz="1200" cap="none">
                  <a:solidFill>
                    <a:srgbClr val="211F26"/>
                  </a:solidFill>
                  <a:latin typeface="Calibri"/>
                  <a:cs typeface="Calibri"/>
                </a:rPr>
                <a:t>Go to the </a:t>
              </a:r>
              <a:r>
                <a:rPr lang="en-GB" sz="1200" cap="none">
                  <a:solidFill>
                    <a:srgbClr val="211F26"/>
                  </a:solidFill>
                  <a:latin typeface="Calibri"/>
                  <a:ea typeface="Arial"/>
                  <a:cs typeface="Calibri"/>
                </a:rPr>
                <a:t>tab</a:t>
              </a:r>
              <a:r>
                <a:rPr lang="en-GB" sz="1200" b="1" cap="all">
                  <a:solidFill>
                    <a:srgbClr val="211F26"/>
                  </a:solidFill>
                  <a:latin typeface="Calibri"/>
                  <a:cs typeface="Calibri"/>
                </a:rPr>
                <a:t> 'SLIDEBUILDER’ </a:t>
              </a:r>
              <a:r>
                <a:rPr lang="en-GB" sz="1200" cap="none">
                  <a:solidFill>
                    <a:srgbClr val="211F26"/>
                  </a:solidFill>
                  <a:latin typeface="Calibri"/>
                  <a:ea typeface="Arial"/>
                  <a:cs typeface="Calibri"/>
                </a:rPr>
                <a:t>and click</a:t>
              </a:r>
              <a:br>
                <a:rPr lang="en-GB" sz="1200" cap="none">
                  <a:solidFill>
                    <a:srgbClr val="211F26"/>
                  </a:solidFill>
                  <a:latin typeface="Calibri"/>
                  <a:ea typeface="Arial"/>
                  <a:cs typeface="Calibri"/>
                </a:rPr>
              </a:br>
              <a:r>
                <a:rPr lang="en-GB" sz="1200" cap="none">
                  <a:solidFill>
                    <a:srgbClr val="211F26"/>
                  </a:solidFill>
                  <a:latin typeface="Calibri"/>
                  <a:ea typeface="Arial"/>
                  <a:cs typeface="Calibri"/>
                </a:rPr>
                <a:t>on the button </a:t>
              </a:r>
              <a:r>
                <a:rPr lang="en-GB" sz="1200" b="1" cap="all">
                  <a:solidFill>
                    <a:srgbClr val="211F26"/>
                  </a:solidFill>
                  <a:latin typeface="Calibri"/>
                  <a:cs typeface="Calibri"/>
                </a:rPr>
                <a:t>‘Inspiration'</a:t>
              </a:r>
              <a:endParaRPr/>
            </a:p>
          </p:txBody>
        </p:sp>
        <p:grpSp>
          <p:nvGrpSpPr>
            <p:cNvPr id="573919128" name="ICOON_info"/>
            <p:cNvGrpSpPr>
              <a:grpSpLocks noGrp="1" noMove="1" noResize="1" noRot="1" noUngrp="1"/>
            </p:cNvGrpSpPr>
            <p:nvPr userDrawn="1"/>
          </p:nvGrpSpPr>
          <p:grpSpPr bwMode="auto">
            <a:xfrm>
              <a:off x="-376733" y="4400184"/>
              <a:ext cx="283683" cy="283683"/>
              <a:chOff x="-510741" y="5913711"/>
              <a:chExt cx="267553" cy="267553"/>
            </a:xfrm>
          </p:grpSpPr>
          <p:sp>
            <p:nvSpPr>
              <p:cNvPr id="1156360048" name="Ovaal 342"/>
              <p:cNvSpPr>
                <a:spLocks noAdjustHandles="1" noChangeArrowheads="1" noChangeShapeType="1" noEditPoints="1" noGrp="1" noMove="1" noResize="1" noRot="1"/>
              </p:cNvSpPr>
              <p:nvPr userDrawn="1"/>
            </p:nvSpPr>
            <p:spPr bwMode="auto">
              <a:xfrm>
                <a:off x="-491851" y="5932071"/>
                <a:ext cx="230833" cy="230833"/>
              </a:xfrm>
              <a:prstGeom prst="ellipse">
                <a:avLst/>
              </a:prstGeom>
              <a:solidFill>
                <a:srgbClr val="211F2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noAutofit/>
              </a:bodyPr>
              <a:lstStyle/>
              <a:p>
                <a:pPr algn="ctr">
                  <a:lnSpc>
                    <a:spcPct val="90000"/>
                  </a:lnSpc>
                  <a:spcBef>
                    <a:spcPts val="598"/>
                  </a:spcBef>
                  <a:spcAft>
                    <a:spcPts val="598"/>
                  </a:spcAft>
                  <a:defRPr/>
                </a:pPr>
                <a:endParaRPr lang="en-GB" sz="1600" cap="all">
                  <a:latin typeface="Calibri"/>
                  <a:cs typeface="Calibri"/>
                </a:endParaRPr>
              </a:p>
            </p:txBody>
          </p:sp>
          <p:sp>
            <p:nvSpPr>
              <p:cNvPr id="1404419395" name="Graphic 163" descr="Informatie"/>
              <p:cNvSpPr>
                <a:spLocks noAdjustHandles="1" noChangeArrowheads="1" noChangeShapeType="1" noEditPoints="1" noGrp="1" noMove="1" noResize="1" noRot="1"/>
              </p:cNvSpPr>
              <p:nvPr/>
            </p:nvSpPr>
            <p:spPr bwMode="auto">
              <a:xfrm>
                <a:off x="-510741" y="5913711"/>
                <a:ext cx="267553" cy="267553"/>
              </a:xfrm>
              <a:custGeom>
                <a:avLst/>
                <a:gdLst>
                  <a:gd name="connsiteX0" fmla="*/ 145860 w 291719"/>
                  <a:gd name="connsiteY0" fmla="*/ 0 h 291719"/>
                  <a:gd name="connsiteX1" fmla="*/ 0 w 291719"/>
                  <a:gd name="connsiteY1" fmla="*/ 145860 h 291719"/>
                  <a:gd name="connsiteX2" fmla="*/ 145860 w 291719"/>
                  <a:gd name="connsiteY2" fmla="*/ 291720 h 291719"/>
                  <a:gd name="connsiteX3" fmla="*/ 291720 w 291719"/>
                  <a:gd name="connsiteY3" fmla="*/ 145860 h 291719"/>
                  <a:gd name="connsiteX4" fmla="*/ 145860 w 291719"/>
                  <a:gd name="connsiteY4" fmla="*/ 0 h 291719"/>
                  <a:gd name="connsiteX5" fmla="*/ 138183 w 291719"/>
                  <a:gd name="connsiteY5" fmla="*/ 38384 h 291719"/>
                  <a:gd name="connsiteX6" fmla="*/ 157375 w 291719"/>
                  <a:gd name="connsiteY6" fmla="*/ 57576 h 291719"/>
                  <a:gd name="connsiteX7" fmla="*/ 138183 w 291719"/>
                  <a:gd name="connsiteY7" fmla="*/ 76768 h 291719"/>
                  <a:gd name="connsiteX8" fmla="*/ 118991 w 291719"/>
                  <a:gd name="connsiteY8" fmla="*/ 57576 h 291719"/>
                  <a:gd name="connsiteX9" fmla="*/ 138183 w 291719"/>
                  <a:gd name="connsiteY9" fmla="*/ 38384 h 291719"/>
                  <a:gd name="connsiteX10" fmla="*/ 184244 w 291719"/>
                  <a:gd name="connsiteY10" fmla="*/ 253336 h 291719"/>
                  <a:gd name="connsiteX11" fmla="*/ 107476 w 291719"/>
                  <a:gd name="connsiteY11" fmla="*/ 253336 h 291719"/>
                  <a:gd name="connsiteX12" fmla="*/ 107476 w 291719"/>
                  <a:gd name="connsiteY12" fmla="*/ 230305 h 291719"/>
                  <a:gd name="connsiteX13" fmla="*/ 134345 w 291719"/>
                  <a:gd name="connsiteY13" fmla="*/ 230305 h 291719"/>
                  <a:gd name="connsiteX14" fmla="*/ 134345 w 291719"/>
                  <a:gd name="connsiteY14" fmla="*/ 115153 h 291719"/>
                  <a:gd name="connsiteX15" fmla="*/ 111314 w 291719"/>
                  <a:gd name="connsiteY15" fmla="*/ 115153 h 291719"/>
                  <a:gd name="connsiteX16" fmla="*/ 111314 w 291719"/>
                  <a:gd name="connsiteY16" fmla="*/ 92122 h 291719"/>
                  <a:gd name="connsiteX17" fmla="*/ 157375 w 291719"/>
                  <a:gd name="connsiteY17" fmla="*/ 92122 h 291719"/>
                  <a:gd name="connsiteX18" fmla="*/ 157375 w 291719"/>
                  <a:gd name="connsiteY18" fmla="*/ 115153 h 291719"/>
                  <a:gd name="connsiteX19" fmla="*/ 157375 w 291719"/>
                  <a:gd name="connsiteY19" fmla="*/ 230305 h 291719"/>
                  <a:gd name="connsiteX20" fmla="*/ 184244 w 291719"/>
                  <a:gd name="connsiteY20" fmla="*/ 230305 h 291719"/>
                  <a:gd name="connsiteX21" fmla="*/ 184244 w 291719"/>
                  <a:gd name="connsiteY21" fmla="*/ 253336 h 291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1719" h="291719" fill="norm" stroke="1" extrusionOk="0">
                    <a:moveTo>
                      <a:pt x="145860" y="0"/>
                    </a:moveTo>
                    <a:cubicBezTo>
                      <a:pt x="65253" y="0"/>
                      <a:pt x="0" y="65253"/>
                      <a:pt x="0" y="145860"/>
                    </a:cubicBezTo>
                    <a:cubicBezTo>
                      <a:pt x="0" y="226467"/>
                      <a:pt x="65253" y="291720"/>
                      <a:pt x="145860" y="291720"/>
                    </a:cubicBezTo>
                    <a:cubicBezTo>
                      <a:pt x="226467" y="291720"/>
                      <a:pt x="291720" y="226467"/>
                      <a:pt x="291720" y="145860"/>
                    </a:cubicBezTo>
                    <a:cubicBezTo>
                      <a:pt x="291720" y="65253"/>
                      <a:pt x="226467" y="0"/>
                      <a:pt x="145860" y="0"/>
                    </a:cubicBezTo>
                    <a:close/>
                    <a:moveTo>
                      <a:pt x="138183" y="38384"/>
                    </a:moveTo>
                    <a:cubicBezTo>
                      <a:pt x="148931" y="38384"/>
                      <a:pt x="157375" y="46829"/>
                      <a:pt x="157375" y="57576"/>
                    </a:cubicBezTo>
                    <a:cubicBezTo>
                      <a:pt x="157375" y="68324"/>
                      <a:pt x="148931" y="76768"/>
                      <a:pt x="138183" y="76768"/>
                    </a:cubicBezTo>
                    <a:cubicBezTo>
                      <a:pt x="127435" y="76768"/>
                      <a:pt x="118991" y="68324"/>
                      <a:pt x="118991" y="57576"/>
                    </a:cubicBezTo>
                    <a:cubicBezTo>
                      <a:pt x="118991" y="46829"/>
                      <a:pt x="127435" y="38384"/>
                      <a:pt x="138183" y="38384"/>
                    </a:cubicBezTo>
                    <a:close/>
                    <a:moveTo>
                      <a:pt x="184244" y="253336"/>
                    </a:moveTo>
                    <a:lnTo>
                      <a:pt x="107476" y="253336"/>
                    </a:lnTo>
                    <a:lnTo>
                      <a:pt x="107476" y="230305"/>
                    </a:lnTo>
                    <a:lnTo>
                      <a:pt x="134345" y="230305"/>
                    </a:lnTo>
                    <a:lnTo>
                      <a:pt x="134345" y="115153"/>
                    </a:lnTo>
                    <a:lnTo>
                      <a:pt x="111314" y="115153"/>
                    </a:lnTo>
                    <a:lnTo>
                      <a:pt x="111314" y="92122"/>
                    </a:lnTo>
                    <a:lnTo>
                      <a:pt x="157375" y="92122"/>
                    </a:lnTo>
                    <a:lnTo>
                      <a:pt x="157375" y="115153"/>
                    </a:lnTo>
                    <a:lnTo>
                      <a:pt x="157375" y="230305"/>
                    </a:lnTo>
                    <a:lnTo>
                      <a:pt x="184244" y="230305"/>
                    </a:lnTo>
                    <a:lnTo>
                      <a:pt x="184244" y="253336"/>
                    </a:lnTo>
                    <a:close/>
                  </a:path>
                </a:pathLst>
              </a:custGeom>
              <a:solidFill>
                <a:srgbClr val="1FF524"/>
              </a:solidFill>
              <a:ln w="3770" cap="flat">
                <a:noFill/>
                <a:prstDash val="solid"/>
                <a:miter/>
              </a:ln>
            </p:spPr>
            <p:txBody>
              <a:bodyPr rtlCol="0" anchor="ctr"/>
              <a:lstStyle/>
              <a:p>
                <a:pPr>
                  <a:defRPr/>
                </a:pPr>
                <a:endParaRPr lang="en-GB" sz="2000">
                  <a:solidFill>
                    <a:srgbClr val="211F26"/>
                  </a:solidFill>
                  <a:latin typeface="Calibri"/>
                  <a:cs typeface="Calibri"/>
                </a:endParaRPr>
              </a:p>
            </p:txBody>
          </p:sp>
        </p:grpSp>
        <p:grpSp>
          <p:nvGrpSpPr>
            <p:cNvPr id="1240986022" name="VOORBEELD"/>
            <p:cNvGrpSpPr>
              <a:grpSpLocks noGrp="1" noMove="1" noResize="1" noRot="1" noUngrp="1"/>
            </p:cNvGrpSpPr>
            <p:nvPr userDrawn="1"/>
          </p:nvGrpSpPr>
          <p:grpSpPr bwMode="auto">
            <a:xfrm>
              <a:off x="-3605171" y="458672"/>
              <a:ext cx="3234309" cy="558873"/>
              <a:chOff x="-3605171" y="458672"/>
              <a:chExt cx="3234309" cy="558873"/>
            </a:xfrm>
          </p:grpSpPr>
          <p:sp>
            <p:nvSpPr>
              <p:cNvPr id="1971596388" name="Rechthoek 302"/>
              <p:cNvSpPr>
                <a:spLocks noAdjustHandles="1" noChangeArrowheads="1" noChangeShapeType="1" noEditPoints="1" noGrp="1" noMove="1" noResize="1" noRot="1"/>
              </p:cNvSpPr>
              <p:nvPr userDrawn="1"/>
            </p:nvSpPr>
            <p:spPr bwMode="auto">
              <a:xfrm>
                <a:off x="-3604181" y="458672"/>
                <a:ext cx="393457" cy="184056"/>
              </a:xfrm>
              <a:prstGeom prst="rect">
                <a:avLst/>
              </a:prstGeom>
              <a:solidFill>
                <a:srgbClr val="F8F8F8"/>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18000" rIns="0" bIns="0" numCol="1" spcCol="0" rtlCol="0" fromWordArt="0" anchor="t" anchorCtr="0" forceAA="0" compatLnSpc="1">
                <a:prstTxWarp prst="textNoShape"/>
                <a:noAutofit/>
              </a:bodyPr>
              <a:lstStyle/>
              <a:p>
                <a:pPr algn="ctr">
                  <a:defRPr/>
                </a:pPr>
                <a:r>
                  <a:rPr lang="en-GB" sz="900" b="1">
                    <a:solidFill>
                      <a:srgbClr val="211F26"/>
                    </a:solidFill>
                    <a:latin typeface="Calibri"/>
                    <a:cs typeface="Calibri"/>
                  </a:rPr>
                  <a:t>Home</a:t>
                </a:r>
                <a:endParaRPr/>
              </a:p>
            </p:txBody>
          </p:sp>
          <p:sp>
            <p:nvSpPr>
              <p:cNvPr id="1495780782" name="Rechthoek 303"/>
              <p:cNvSpPr>
                <a:spLocks noAdjustHandles="1" noChangeArrowheads="1" noChangeShapeType="1" noEditPoints="1" noGrp="1" noMove="1" noResize="1" noRot="1"/>
              </p:cNvSpPr>
              <p:nvPr userDrawn="1"/>
            </p:nvSpPr>
            <p:spPr bwMode="auto">
              <a:xfrm>
                <a:off x="-3599182" y="621343"/>
                <a:ext cx="383780" cy="27171"/>
              </a:xfrm>
              <a:prstGeom prst="rect">
                <a:avLst/>
              </a:prstGeom>
              <a:solidFill>
                <a:srgbClr val="B7462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noAutofit/>
              </a:bodyPr>
              <a:lstStyle/>
              <a:p>
                <a:pPr algn="l">
                  <a:defRPr/>
                </a:pPr>
                <a:endParaRPr lang="en-GB" sz="1000" b="1">
                  <a:solidFill>
                    <a:srgbClr val="211F26"/>
                  </a:solidFill>
                  <a:latin typeface="Calibri"/>
                  <a:cs typeface="Calibri"/>
                </a:endParaRPr>
              </a:p>
            </p:txBody>
          </p:sp>
          <p:grpSp>
            <p:nvGrpSpPr>
              <p:cNvPr id="2054303659" name="Groep 304"/>
              <p:cNvGrpSpPr>
                <a:grpSpLocks noGrp="1" noMove="1" noResize="1" noRot="1" noUngrp="1"/>
              </p:cNvGrpSpPr>
              <p:nvPr userDrawn="1"/>
            </p:nvGrpSpPr>
            <p:grpSpPr bwMode="auto">
              <a:xfrm>
                <a:off x="-3386246" y="830871"/>
                <a:ext cx="139421" cy="109566"/>
                <a:chOff x="-2866743" y="827068"/>
                <a:chExt cx="168699" cy="132573"/>
              </a:xfrm>
            </p:grpSpPr>
            <p:grpSp>
              <p:nvGrpSpPr>
                <p:cNvPr id="1245644740" name="Groep 335"/>
                <p:cNvGrpSpPr>
                  <a:grpSpLocks noGrp="1" noMove="1" noResize="1" noRot="1" noUngrp="1"/>
                </p:cNvGrpSpPr>
                <p:nvPr userDrawn="1"/>
              </p:nvGrpSpPr>
              <p:grpSpPr bwMode="auto">
                <a:xfrm>
                  <a:off x="-2866743" y="827068"/>
                  <a:ext cx="168699" cy="132573"/>
                  <a:chOff x="-2866743" y="827068"/>
                  <a:chExt cx="168699" cy="132573"/>
                </a:xfrm>
              </p:grpSpPr>
              <p:cxnSp>
                <p:nvCxnSpPr>
                  <p:cNvPr id="1309978894" name="Rechte verbindingslijn 337"/>
                  <p:cNvCxnSpPr>
                    <a:cxnSpLocks noAdjustHandles="1" noChangeArrowheads="1" noChangeShapeType="1" noEditPoints="1" noGrp="1" noMove="1" noResize="1" noRot="1"/>
                  </p:cNvCxnSpPr>
                  <p:nvPr userDrawn="1"/>
                </p:nvCxnSpPr>
                <p:spPr bwMode="auto">
                  <a:xfrm>
                    <a:off x="-2866743" y="827068"/>
                    <a:ext cx="168699" cy="0"/>
                  </a:xfrm>
                  <a:prstGeom prst="line">
                    <a:avLst/>
                  </a:prstGeom>
                  <a:solidFill>
                    <a:schemeClr val="bg1"/>
                  </a:solidFill>
                  <a:ln w="12700" cap="flat" cmpd="sng" algn="ctr">
                    <a:solidFill>
                      <a:srgbClr val="9D9FA1"/>
                    </a:solidFill>
                    <a:prstDash val="solid"/>
                  </a:ln>
                  <a:effectLst/>
                </p:spPr>
              </p:cxnSp>
              <p:cxnSp>
                <p:nvCxnSpPr>
                  <p:cNvPr id="1560284095" name="Rechte verbindingslijn 338"/>
                  <p:cNvCxnSpPr>
                    <a:cxnSpLocks noAdjustHandles="1" noChangeArrowheads="1" noChangeShapeType="1" noEditPoints="1" noGrp="1" noMove="1" noResize="1" noRot="1"/>
                  </p:cNvCxnSpPr>
                  <p:nvPr userDrawn="1"/>
                </p:nvCxnSpPr>
                <p:spPr bwMode="auto">
                  <a:xfrm>
                    <a:off x="-2866743" y="959644"/>
                    <a:ext cx="168699" cy="0"/>
                  </a:xfrm>
                  <a:prstGeom prst="line">
                    <a:avLst/>
                  </a:prstGeom>
                  <a:solidFill>
                    <a:schemeClr val="bg1"/>
                  </a:solidFill>
                  <a:ln w="12700" cap="flat" cmpd="sng" algn="ctr">
                    <a:solidFill>
                      <a:srgbClr val="9D9FA1"/>
                    </a:solidFill>
                    <a:prstDash val="solid"/>
                  </a:ln>
                  <a:effectLst/>
                </p:spPr>
              </p:cxnSp>
              <p:cxnSp>
                <p:nvCxnSpPr>
                  <p:cNvPr id="1135640663" name="Rechte verbindingslijn 339"/>
                  <p:cNvCxnSpPr>
                    <a:cxnSpLocks noAdjustHandles="1" noChangeArrowheads="1" noChangeShapeType="1" noEditPoints="1" noGrp="1" noMove="1" noResize="1" noRot="1"/>
                  </p:cNvCxnSpPr>
                  <p:nvPr userDrawn="1"/>
                </p:nvCxnSpPr>
                <p:spPr bwMode="auto">
                  <a:xfrm>
                    <a:off x="-2773989" y="926501"/>
                    <a:ext cx="75945" cy="0"/>
                  </a:xfrm>
                  <a:prstGeom prst="line">
                    <a:avLst/>
                  </a:prstGeom>
                  <a:solidFill>
                    <a:schemeClr val="bg1"/>
                  </a:solidFill>
                  <a:ln w="12700" cap="flat" cmpd="sng" algn="ctr">
                    <a:solidFill>
                      <a:srgbClr val="9D9FA1"/>
                    </a:solidFill>
                    <a:prstDash val="solid"/>
                  </a:ln>
                  <a:effectLst/>
                </p:spPr>
              </p:cxnSp>
              <p:cxnSp>
                <p:nvCxnSpPr>
                  <p:cNvPr id="1762317999" name="Rechte verbindingslijn 340"/>
                  <p:cNvCxnSpPr>
                    <a:cxnSpLocks noAdjustHandles="1" noChangeArrowheads="1" noChangeShapeType="1" noEditPoints="1" noGrp="1" noMove="1" noResize="1" noRot="1"/>
                  </p:cNvCxnSpPr>
                  <p:nvPr userDrawn="1"/>
                </p:nvCxnSpPr>
                <p:spPr bwMode="auto">
                  <a:xfrm>
                    <a:off x="-2773989" y="893358"/>
                    <a:ext cx="75945" cy="0"/>
                  </a:xfrm>
                  <a:prstGeom prst="line">
                    <a:avLst/>
                  </a:prstGeom>
                  <a:solidFill>
                    <a:schemeClr val="bg1"/>
                  </a:solidFill>
                  <a:ln w="12700" cap="flat" cmpd="sng" algn="ctr">
                    <a:solidFill>
                      <a:srgbClr val="9D9FA1"/>
                    </a:solidFill>
                    <a:prstDash val="solid"/>
                  </a:ln>
                  <a:effectLst/>
                </p:spPr>
              </p:cxnSp>
              <p:cxnSp>
                <p:nvCxnSpPr>
                  <p:cNvPr id="290341185" name="Rechte verbindingslijn 341"/>
                  <p:cNvCxnSpPr>
                    <a:cxnSpLocks noAdjustHandles="1" noChangeArrowheads="1" noChangeShapeType="1" noEditPoints="1" noGrp="1" noMove="1" noResize="1" noRot="1"/>
                  </p:cNvCxnSpPr>
                  <p:nvPr userDrawn="1"/>
                </p:nvCxnSpPr>
                <p:spPr bwMode="auto">
                  <a:xfrm>
                    <a:off x="-2773989" y="860213"/>
                    <a:ext cx="75945" cy="0"/>
                  </a:xfrm>
                  <a:prstGeom prst="line">
                    <a:avLst/>
                  </a:prstGeom>
                  <a:solidFill>
                    <a:schemeClr val="bg1"/>
                  </a:solidFill>
                  <a:ln w="12700" cap="flat" cmpd="sng" algn="ctr">
                    <a:solidFill>
                      <a:srgbClr val="9D9FA1"/>
                    </a:solidFill>
                    <a:prstDash val="solid"/>
                  </a:ln>
                  <a:effectLst/>
                </p:spPr>
              </p:cxnSp>
            </p:grpSp>
            <p:sp>
              <p:nvSpPr>
                <p:cNvPr id="1493713971" name="Pijl: rechts 336"/>
                <p:cNvSpPr>
                  <a:spLocks noAdjustHandles="1" noChangeArrowheads="1" noChangeShapeType="1" noEditPoints="1" noGrp="1" noMove="1" noResize="1" noRot="1"/>
                </p:cNvSpPr>
                <p:nvPr userDrawn="1"/>
              </p:nvSpPr>
              <p:spPr bwMode="auto">
                <a:xfrm>
                  <a:off x="-2866743" y="858735"/>
                  <a:ext cx="70674" cy="67900"/>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noAutofit/>
                </a:bodyPr>
                <a:lstStyle/>
                <a:p>
                  <a:pPr algn="l">
                    <a:defRPr/>
                  </a:pPr>
                  <a:endParaRPr lang="en-GB" sz="1000" b="1">
                    <a:solidFill>
                      <a:srgbClr val="211F26"/>
                    </a:solidFill>
                    <a:latin typeface="Calibri"/>
                    <a:cs typeface="Calibri"/>
                  </a:endParaRPr>
                </a:p>
              </p:txBody>
            </p:sp>
          </p:grpSp>
          <p:grpSp>
            <p:nvGrpSpPr>
              <p:cNvPr id="649308315" name="Groep 305"/>
              <p:cNvGrpSpPr>
                <a:grpSpLocks noGrp="1" noMove="1" noResize="1" noRot="1" noUngrp="1"/>
              </p:cNvGrpSpPr>
              <p:nvPr userDrawn="1"/>
            </p:nvGrpSpPr>
            <p:grpSpPr bwMode="auto">
              <a:xfrm>
                <a:off x="-3605171" y="830871"/>
                <a:ext cx="139421" cy="109566"/>
                <a:chOff x="-2866743" y="518072"/>
                <a:chExt cx="168699" cy="132573"/>
              </a:xfrm>
            </p:grpSpPr>
            <p:grpSp>
              <p:nvGrpSpPr>
                <p:cNvPr id="1331374696" name="Groep 328"/>
                <p:cNvGrpSpPr>
                  <a:grpSpLocks noGrp="1" noMove="1" noResize="1" noRot="1" noUngrp="1"/>
                </p:cNvGrpSpPr>
                <p:nvPr userDrawn="1"/>
              </p:nvGrpSpPr>
              <p:grpSpPr bwMode="auto">
                <a:xfrm>
                  <a:off x="-2866743" y="518072"/>
                  <a:ext cx="168699" cy="132573"/>
                  <a:chOff x="-2866743" y="518072"/>
                  <a:chExt cx="168699" cy="132573"/>
                </a:xfrm>
              </p:grpSpPr>
              <p:cxnSp>
                <p:nvCxnSpPr>
                  <p:cNvPr id="1530856787" name="Rechte verbindingslijn 330"/>
                  <p:cNvCxnSpPr>
                    <a:cxnSpLocks noAdjustHandles="1" noChangeArrowheads="1" noChangeShapeType="1" noEditPoints="1" noGrp="1" noMove="1" noResize="1" noRot="1"/>
                  </p:cNvCxnSpPr>
                  <p:nvPr userDrawn="1"/>
                </p:nvCxnSpPr>
                <p:spPr bwMode="auto">
                  <a:xfrm>
                    <a:off x="-2866743" y="518072"/>
                    <a:ext cx="168699" cy="0"/>
                  </a:xfrm>
                  <a:prstGeom prst="line">
                    <a:avLst/>
                  </a:prstGeom>
                  <a:solidFill>
                    <a:schemeClr val="bg1"/>
                  </a:solidFill>
                  <a:ln w="12700" cap="flat" cmpd="sng" algn="ctr">
                    <a:solidFill>
                      <a:srgbClr val="9D9FA1"/>
                    </a:solidFill>
                    <a:prstDash val="solid"/>
                  </a:ln>
                  <a:effectLst/>
                </p:spPr>
              </p:cxnSp>
              <p:cxnSp>
                <p:nvCxnSpPr>
                  <p:cNvPr id="1267075107" name="Rechte verbindingslijn 331"/>
                  <p:cNvCxnSpPr>
                    <a:cxnSpLocks noAdjustHandles="1" noChangeArrowheads="1" noChangeShapeType="1" noEditPoints="1" noGrp="1" noMove="1" noResize="1" noRot="1"/>
                  </p:cNvCxnSpPr>
                  <p:nvPr userDrawn="1"/>
                </p:nvCxnSpPr>
                <p:spPr bwMode="auto">
                  <a:xfrm>
                    <a:off x="-2866743" y="650647"/>
                    <a:ext cx="168699" cy="0"/>
                  </a:xfrm>
                  <a:prstGeom prst="line">
                    <a:avLst/>
                  </a:prstGeom>
                  <a:solidFill>
                    <a:schemeClr val="bg1"/>
                  </a:solidFill>
                  <a:ln w="12700" cap="flat" cmpd="sng" algn="ctr">
                    <a:solidFill>
                      <a:srgbClr val="9D9FA1"/>
                    </a:solidFill>
                    <a:prstDash val="solid"/>
                  </a:ln>
                  <a:effectLst/>
                </p:spPr>
              </p:cxnSp>
              <p:cxnSp>
                <p:nvCxnSpPr>
                  <p:cNvPr id="537347271" name="Rechte verbindingslijn 332"/>
                  <p:cNvCxnSpPr>
                    <a:cxnSpLocks noAdjustHandles="1" noChangeArrowheads="1" noChangeShapeType="1" noEditPoints="1" noGrp="1" noMove="1" noResize="1" noRot="1"/>
                  </p:cNvCxnSpPr>
                  <p:nvPr userDrawn="1"/>
                </p:nvCxnSpPr>
                <p:spPr bwMode="auto">
                  <a:xfrm>
                    <a:off x="-2773989" y="617504"/>
                    <a:ext cx="75945" cy="0"/>
                  </a:xfrm>
                  <a:prstGeom prst="line">
                    <a:avLst/>
                  </a:prstGeom>
                  <a:solidFill>
                    <a:schemeClr val="bg1"/>
                  </a:solidFill>
                  <a:ln w="12700" cap="flat" cmpd="sng" algn="ctr">
                    <a:solidFill>
                      <a:srgbClr val="9D9FA1"/>
                    </a:solidFill>
                    <a:prstDash val="solid"/>
                  </a:ln>
                  <a:effectLst/>
                </p:spPr>
              </p:cxnSp>
              <p:cxnSp>
                <p:nvCxnSpPr>
                  <p:cNvPr id="1440450983" name="Rechte verbindingslijn 333"/>
                  <p:cNvCxnSpPr>
                    <a:cxnSpLocks noAdjustHandles="1" noChangeArrowheads="1" noChangeShapeType="1" noEditPoints="1" noGrp="1" noMove="1" noResize="1" noRot="1"/>
                  </p:cNvCxnSpPr>
                  <p:nvPr userDrawn="1"/>
                </p:nvCxnSpPr>
                <p:spPr bwMode="auto">
                  <a:xfrm>
                    <a:off x="-2773989" y="584361"/>
                    <a:ext cx="75945" cy="0"/>
                  </a:xfrm>
                  <a:prstGeom prst="line">
                    <a:avLst/>
                  </a:prstGeom>
                  <a:solidFill>
                    <a:schemeClr val="bg1"/>
                  </a:solidFill>
                  <a:ln w="12700" cap="flat" cmpd="sng" algn="ctr">
                    <a:solidFill>
                      <a:srgbClr val="9D9FA1"/>
                    </a:solidFill>
                    <a:prstDash val="solid"/>
                  </a:ln>
                  <a:effectLst/>
                </p:spPr>
              </p:cxnSp>
              <p:cxnSp>
                <p:nvCxnSpPr>
                  <p:cNvPr id="1135010617" name="Rechte verbindingslijn 334"/>
                  <p:cNvCxnSpPr>
                    <a:cxnSpLocks noAdjustHandles="1" noChangeArrowheads="1" noChangeShapeType="1" noEditPoints="1" noGrp="1" noMove="1" noResize="1" noRot="1"/>
                  </p:cNvCxnSpPr>
                  <p:nvPr userDrawn="1"/>
                </p:nvCxnSpPr>
                <p:spPr bwMode="auto">
                  <a:xfrm>
                    <a:off x="-2773989" y="551216"/>
                    <a:ext cx="75945" cy="0"/>
                  </a:xfrm>
                  <a:prstGeom prst="line">
                    <a:avLst/>
                  </a:prstGeom>
                  <a:solidFill>
                    <a:schemeClr val="bg1"/>
                  </a:solidFill>
                  <a:ln w="12700" cap="flat" cmpd="sng" algn="ctr">
                    <a:solidFill>
                      <a:srgbClr val="9D9FA1"/>
                    </a:solidFill>
                    <a:prstDash val="solid"/>
                  </a:ln>
                  <a:effectLst/>
                </p:spPr>
              </p:cxnSp>
            </p:grpSp>
            <p:sp>
              <p:nvSpPr>
                <p:cNvPr id="872055803" name="Pijl: rechts 329"/>
                <p:cNvSpPr>
                  <a:spLocks noAdjustHandles="1" noChangeArrowheads="1" noChangeShapeType="1" noEditPoints="1" noGrp="1" noMove="1" noResize="1" noRot="1"/>
                </p:cNvSpPr>
                <p:nvPr userDrawn="1"/>
              </p:nvSpPr>
              <p:spPr bwMode="auto">
                <a:xfrm flipH="1">
                  <a:off x="-2866743" y="549738"/>
                  <a:ext cx="70674" cy="67900"/>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noAutofit/>
                </a:bodyPr>
                <a:lstStyle/>
                <a:p>
                  <a:pPr algn="l">
                    <a:defRPr/>
                  </a:pPr>
                  <a:endParaRPr lang="en-GB" sz="1000" b="1">
                    <a:solidFill>
                      <a:srgbClr val="211F26"/>
                    </a:solidFill>
                    <a:latin typeface="Calibri"/>
                    <a:cs typeface="Calibri"/>
                  </a:endParaRPr>
                </a:p>
              </p:txBody>
            </p:sp>
          </p:grpSp>
          <p:cxnSp>
            <p:nvCxnSpPr>
              <p:cNvPr id="1710600877" name="Rechte verbindingslijn 306"/>
              <p:cNvCxnSpPr>
                <a:cxnSpLocks noAdjustHandles="1" noChangeArrowheads="1" noChangeShapeType="1" noEditPoints="1" noGrp="1" noMove="1" noResize="1" noRot="1"/>
              </p:cNvCxnSpPr>
              <p:nvPr userDrawn="1"/>
            </p:nvCxnSpPr>
            <p:spPr bwMode="auto">
              <a:xfrm flipV="1">
                <a:off x="-3459956" y="588168"/>
                <a:ext cx="547686" cy="219074"/>
              </a:xfrm>
              <a:prstGeom prst="line">
                <a:avLst/>
              </a:prstGeom>
              <a:noFill/>
              <a:ln w="19050" cap="rnd" cmpd="sng" algn="ctr">
                <a:solidFill>
                  <a:schemeClr val="accent1"/>
                </a:solidFill>
                <a:prstDash val="solid"/>
                <a:headEnd type="oval"/>
              </a:ln>
              <a:effectLst/>
            </p:spPr>
          </p:cxnSp>
          <p:cxnSp>
            <p:nvCxnSpPr>
              <p:cNvPr id="752052599" name="Rechte verbindingslijn 307"/>
              <p:cNvCxnSpPr>
                <a:cxnSpLocks noAdjustHandles="1" noChangeArrowheads="1" noChangeShapeType="1" noEditPoints="1" noGrp="1" noMove="1" noResize="1" noRot="1"/>
              </p:cNvCxnSpPr>
              <p:nvPr userDrawn="1"/>
            </p:nvCxnSpPr>
            <p:spPr bwMode="auto">
              <a:xfrm>
                <a:off x="-3224211" y="828675"/>
                <a:ext cx="319086" cy="0"/>
              </a:xfrm>
              <a:prstGeom prst="line">
                <a:avLst/>
              </a:prstGeom>
              <a:noFill/>
              <a:ln w="19050" cap="rnd" cmpd="sng" algn="ctr">
                <a:solidFill>
                  <a:schemeClr val="accent1"/>
                </a:solidFill>
                <a:prstDash val="solid"/>
                <a:headEnd type="oval"/>
              </a:ln>
              <a:effectLst/>
            </p:spPr>
          </p:cxnSp>
          <p:sp>
            <p:nvSpPr>
              <p:cNvPr id="1713508522" name="Rechthoek 308"/>
              <p:cNvSpPr>
                <a:spLocks noAdjustHandles="1" noChangeArrowheads="1" noChangeShapeType="1" noEditPoints="1" noGrp="1" noMove="1" noResize="1" noRot="1"/>
              </p:cNvSpPr>
              <p:nvPr userDrawn="1"/>
            </p:nvSpPr>
            <p:spPr bwMode="auto">
              <a:xfrm>
                <a:off x="-2559902" y="512177"/>
                <a:ext cx="2189040" cy="151083"/>
              </a:xfrm>
              <a:prstGeom prst="rect">
                <a:avLst/>
              </a:prstGeom>
              <a:noFill/>
              <a:ln w="25400" cap="flat" cmpd="sng" algn="ctr">
                <a:noFill/>
                <a:prstDash val="solid"/>
              </a:ln>
              <a:effectLst/>
            </p:spPr>
            <p:txBody>
              <a:bodyPr lIns="0" tIns="0" rIns="0" bIns="0" rtlCol="0" anchor="ctr"/>
              <a:lstStyle/>
              <a:p>
                <a:pPr marL="0" marR="0" lvl="0" indent="0" defTabSz="914400">
                  <a:lnSpc>
                    <a:spcPct val="90000"/>
                  </a:lnSpc>
                  <a:spcBef>
                    <a:spcPts val="598"/>
                  </a:spcBef>
                  <a:spcAft>
                    <a:spcPts val="598"/>
                  </a:spcAft>
                  <a:buClrTx/>
                  <a:buSzTx/>
                  <a:buFontTx/>
                  <a:buNone/>
                  <a:defRPr/>
                </a:pPr>
                <a:r>
                  <a:rPr lang="en-GB" sz="1100" b="0" i="0" u="none" strike="noStrike" cap="none" spc="0">
                    <a:ln>
                      <a:noFill/>
                    </a:ln>
                    <a:solidFill>
                      <a:schemeClr val="tx1"/>
                    </a:solidFill>
                    <a:latin typeface="Calibri"/>
                    <a:cs typeface="Calibri"/>
                  </a:rPr>
                  <a:t>Text level down</a:t>
                </a:r>
                <a:endParaRPr/>
              </a:p>
            </p:txBody>
          </p:sp>
          <p:sp>
            <p:nvSpPr>
              <p:cNvPr id="1329055822" name="Rechthoek 309"/>
              <p:cNvSpPr>
                <a:spLocks noAdjustHandles="1" noChangeArrowheads="1" noChangeShapeType="1" noEditPoints="1" noGrp="1" noMove="1" noResize="1" noRot="1"/>
              </p:cNvSpPr>
              <p:nvPr userDrawn="1"/>
            </p:nvSpPr>
            <p:spPr bwMode="auto">
              <a:xfrm>
                <a:off x="-2559902" y="819559"/>
                <a:ext cx="2189043" cy="142200"/>
              </a:xfrm>
              <a:prstGeom prst="rect">
                <a:avLst/>
              </a:prstGeom>
              <a:noFill/>
              <a:ln w="25400" cap="flat" cmpd="sng" algn="ctr">
                <a:noFill/>
                <a:prstDash val="solid"/>
              </a:ln>
              <a:effectLst/>
            </p:spPr>
            <p:txBody>
              <a:bodyPr lIns="0" tIns="0" rIns="0" bIns="0" rtlCol="0" anchor="ctr"/>
              <a:lstStyle/>
              <a:p>
                <a:pPr marL="0" marR="0" lvl="0" indent="0" defTabSz="914400">
                  <a:lnSpc>
                    <a:spcPct val="90000"/>
                  </a:lnSpc>
                  <a:spcBef>
                    <a:spcPts val="598"/>
                  </a:spcBef>
                  <a:spcAft>
                    <a:spcPts val="598"/>
                  </a:spcAft>
                  <a:buClrTx/>
                  <a:buSzTx/>
                  <a:buFontTx/>
                  <a:buNone/>
                  <a:defRPr/>
                </a:pPr>
                <a:r>
                  <a:rPr lang="en-GB" sz="1100" b="0" i="0" u="none" strike="noStrike" cap="none" spc="0">
                    <a:ln>
                      <a:noFill/>
                    </a:ln>
                    <a:solidFill>
                      <a:schemeClr val="tx1"/>
                    </a:solidFill>
                    <a:latin typeface="Calibri"/>
                    <a:cs typeface="Calibri"/>
                  </a:rPr>
                  <a:t>Text level up</a:t>
                </a:r>
                <a:endParaRPr/>
              </a:p>
            </p:txBody>
          </p:sp>
          <p:grpSp>
            <p:nvGrpSpPr>
              <p:cNvPr id="631976907" name="Groep 310"/>
              <p:cNvGrpSpPr>
                <a:grpSpLocks noGrp="1" noMove="1" noResize="1" noRot="1" noUngrp="1"/>
              </p:cNvGrpSpPr>
              <p:nvPr userDrawn="1"/>
            </p:nvGrpSpPr>
            <p:grpSpPr bwMode="auto">
              <a:xfrm>
                <a:off x="-2916761" y="769167"/>
                <a:ext cx="268736" cy="248379"/>
                <a:chOff x="-2916761" y="769167"/>
                <a:chExt cx="268736" cy="248379"/>
              </a:xfrm>
            </p:grpSpPr>
            <p:sp>
              <p:nvSpPr>
                <p:cNvPr id="32674928" name="Rechthoek 320"/>
                <p:cNvSpPr>
                  <a:spLocks noAdjustHandles="1" noChangeArrowheads="1" noChangeShapeType="1" noEditPoints="1" noGrp="1" noMove="1" noResize="1" noRot="1"/>
                </p:cNvSpPr>
                <p:nvPr userDrawn="1"/>
              </p:nvSpPr>
              <p:spPr bwMode="auto">
                <a:xfrm>
                  <a:off x="-2916761" y="769167"/>
                  <a:ext cx="268736" cy="248379"/>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noAutofit/>
                </a:bodyPr>
                <a:lstStyle/>
                <a:p>
                  <a:pPr algn="ctr">
                    <a:defRPr/>
                  </a:pPr>
                  <a:endParaRPr lang="en-GB" sz="1050" b="0">
                    <a:solidFill>
                      <a:srgbClr val="211F26"/>
                    </a:solidFill>
                    <a:latin typeface="Calibri"/>
                    <a:cs typeface="Calibri"/>
                  </a:endParaRPr>
                </a:p>
              </p:txBody>
            </p:sp>
            <p:grpSp>
              <p:nvGrpSpPr>
                <p:cNvPr id="1598659188" name="Groep 321"/>
                <p:cNvGrpSpPr>
                  <a:grpSpLocks noGrp="1" noMove="1" noResize="1" noRot="1" noUngrp="1"/>
                </p:cNvGrpSpPr>
                <p:nvPr userDrawn="1"/>
              </p:nvGrpSpPr>
              <p:grpSpPr bwMode="auto">
                <a:xfrm>
                  <a:off x="-2866743" y="827068"/>
                  <a:ext cx="168699" cy="132573"/>
                  <a:chOff x="-2866743" y="827068"/>
                  <a:chExt cx="168699" cy="132573"/>
                </a:xfrm>
              </p:grpSpPr>
              <p:cxnSp>
                <p:nvCxnSpPr>
                  <p:cNvPr id="1319140131" name="Rechte verbindingslijn 323"/>
                  <p:cNvCxnSpPr>
                    <a:cxnSpLocks noAdjustHandles="1" noChangeArrowheads="1" noChangeShapeType="1" noEditPoints="1" noGrp="1" noMove="1" noResize="1" noRot="1"/>
                  </p:cNvCxnSpPr>
                  <p:nvPr userDrawn="1"/>
                </p:nvCxnSpPr>
                <p:spPr bwMode="auto">
                  <a:xfrm>
                    <a:off x="-2866743" y="827068"/>
                    <a:ext cx="168699" cy="0"/>
                  </a:xfrm>
                  <a:prstGeom prst="line">
                    <a:avLst/>
                  </a:prstGeom>
                  <a:solidFill>
                    <a:schemeClr val="bg1"/>
                  </a:solidFill>
                  <a:ln w="12700" cap="flat" cmpd="sng" algn="ctr">
                    <a:solidFill>
                      <a:srgbClr val="9D9FA1"/>
                    </a:solidFill>
                    <a:prstDash val="solid"/>
                  </a:ln>
                  <a:effectLst/>
                </p:spPr>
              </p:cxnSp>
              <p:cxnSp>
                <p:nvCxnSpPr>
                  <p:cNvPr id="79834436" name="Rechte verbindingslijn 324"/>
                  <p:cNvCxnSpPr>
                    <a:cxnSpLocks noAdjustHandles="1" noChangeArrowheads="1" noChangeShapeType="1" noEditPoints="1" noGrp="1" noMove="1" noResize="1" noRot="1"/>
                  </p:cNvCxnSpPr>
                  <p:nvPr userDrawn="1"/>
                </p:nvCxnSpPr>
                <p:spPr bwMode="auto">
                  <a:xfrm>
                    <a:off x="-2866743" y="959644"/>
                    <a:ext cx="168699" cy="0"/>
                  </a:xfrm>
                  <a:prstGeom prst="line">
                    <a:avLst/>
                  </a:prstGeom>
                  <a:solidFill>
                    <a:schemeClr val="bg1"/>
                  </a:solidFill>
                  <a:ln w="12700" cap="flat" cmpd="sng" algn="ctr">
                    <a:solidFill>
                      <a:srgbClr val="9D9FA1"/>
                    </a:solidFill>
                    <a:prstDash val="solid"/>
                  </a:ln>
                  <a:effectLst/>
                </p:spPr>
              </p:cxnSp>
              <p:cxnSp>
                <p:nvCxnSpPr>
                  <p:cNvPr id="553444772" name="Rechte verbindingslijn 325"/>
                  <p:cNvCxnSpPr>
                    <a:cxnSpLocks noAdjustHandles="1" noChangeArrowheads="1" noChangeShapeType="1" noEditPoints="1" noGrp="1" noMove="1" noResize="1" noRot="1"/>
                  </p:cNvCxnSpPr>
                  <p:nvPr userDrawn="1"/>
                </p:nvCxnSpPr>
                <p:spPr bwMode="auto">
                  <a:xfrm>
                    <a:off x="-2773989" y="926501"/>
                    <a:ext cx="75945" cy="0"/>
                  </a:xfrm>
                  <a:prstGeom prst="line">
                    <a:avLst/>
                  </a:prstGeom>
                  <a:solidFill>
                    <a:schemeClr val="bg1"/>
                  </a:solidFill>
                  <a:ln w="12700" cap="flat" cmpd="sng" algn="ctr">
                    <a:solidFill>
                      <a:srgbClr val="9D9FA1"/>
                    </a:solidFill>
                    <a:prstDash val="solid"/>
                  </a:ln>
                  <a:effectLst/>
                </p:spPr>
              </p:cxnSp>
              <p:cxnSp>
                <p:nvCxnSpPr>
                  <p:cNvPr id="1916171723" name="Rechte verbindingslijn 326"/>
                  <p:cNvCxnSpPr>
                    <a:cxnSpLocks noAdjustHandles="1" noChangeArrowheads="1" noChangeShapeType="1" noEditPoints="1" noGrp="1" noMove="1" noResize="1" noRot="1"/>
                  </p:cNvCxnSpPr>
                  <p:nvPr userDrawn="1"/>
                </p:nvCxnSpPr>
                <p:spPr bwMode="auto">
                  <a:xfrm>
                    <a:off x="-2773989" y="893358"/>
                    <a:ext cx="75945" cy="0"/>
                  </a:xfrm>
                  <a:prstGeom prst="line">
                    <a:avLst/>
                  </a:prstGeom>
                  <a:solidFill>
                    <a:schemeClr val="bg1"/>
                  </a:solidFill>
                  <a:ln w="12700" cap="flat" cmpd="sng" algn="ctr">
                    <a:solidFill>
                      <a:srgbClr val="9D9FA1"/>
                    </a:solidFill>
                    <a:prstDash val="solid"/>
                  </a:ln>
                  <a:effectLst/>
                </p:spPr>
              </p:cxnSp>
              <p:cxnSp>
                <p:nvCxnSpPr>
                  <p:cNvPr id="1118591095" name="Rechte verbindingslijn 327"/>
                  <p:cNvCxnSpPr>
                    <a:cxnSpLocks noAdjustHandles="1" noChangeArrowheads="1" noChangeShapeType="1" noEditPoints="1" noGrp="1" noMove="1" noResize="1" noRot="1"/>
                  </p:cNvCxnSpPr>
                  <p:nvPr userDrawn="1"/>
                </p:nvCxnSpPr>
                <p:spPr bwMode="auto">
                  <a:xfrm>
                    <a:off x="-2773989" y="860213"/>
                    <a:ext cx="75945" cy="0"/>
                  </a:xfrm>
                  <a:prstGeom prst="line">
                    <a:avLst/>
                  </a:prstGeom>
                  <a:solidFill>
                    <a:schemeClr val="bg1"/>
                  </a:solidFill>
                  <a:ln w="12700" cap="flat" cmpd="sng" algn="ctr">
                    <a:solidFill>
                      <a:srgbClr val="9D9FA1"/>
                    </a:solidFill>
                    <a:prstDash val="solid"/>
                  </a:ln>
                  <a:effectLst/>
                </p:spPr>
              </p:cxnSp>
            </p:grpSp>
            <p:sp>
              <p:nvSpPr>
                <p:cNvPr id="1772121180" name="Pijl: rechts 322"/>
                <p:cNvSpPr>
                  <a:spLocks noAdjustHandles="1" noChangeArrowheads="1" noChangeShapeType="1" noEditPoints="1" noGrp="1" noMove="1" noResize="1" noRot="1"/>
                </p:cNvSpPr>
                <p:nvPr userDrawn="1"/>
              </p:nvSpPr>
              <p:spPr bwMode="auto">
                <a:xfrm>
                  <a:off x="-2866743" y="858735"/>
                  <a:ext cx="70674" cy="67900"/>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noAutofit/>
                </a:bodyPr>
                <a:lstStyle/>
                <a:p>
                  <a:pPr algn="l">
                    <a:defRPr/>
                  </a:pPr>
                  <a:endParaRPr lang="en-GB" sz="1000" b="1">
                    <a:solidFill>
                      <a:srgbClr val="211F26"/>
                    </a:solidFill>
                    <a:latin typeface="Calibri"/>
                    <a:cs typeface="Calibri"/>
                  </a:endParaRPr>
                </a:p>
              </p:txBody>
            </p:sp>
          </p:grpSp>
          <p:grpSp>
            <p:nvGrpSpPr>
              <p:cNvPr id="1647340004" name="Groep 311"/>
              <p:cNvGrpSpPr>
                <a:grpSpLocks noGrp="1" noMove="1" noResize="1" noRot="1" noUngrp="1"/>
              </p:cNvGrpSpPr>
              <p:nvPr userDrawn="1"/>
            </p:nvGrpSpPr>
            <p:grpSpPr bwMode="auto">
              <a:xfrm>
                <a:off x="-2916761" y="460170"/>
                <a:ext cx="268736" cy="248379"/>
                <a:chOff x="-2916761" y="460170"/>
                <a:chExt cx="268736" cy="248379"/>
              </a:xfrm>
            </p:grpSpPr>
            <p:sp>
              <p:nvSpPr>
                <p:cNvPr id="731643111" name="Rechthoek 312"/>
                <p:cNvSpPr>
                  <a:spLocks noAdjustHandles="1" noChangeArrowheads="1" noChangeShapeType="1" noEditPoints="1" noGrp="1" noMove="1" noResize="1" noRot="1"/>
                </p:cNvSpPr>
                <p:nvPr userDrawn="1"/>
              </p:nvSpPr>
              <p:spPr bwMode="auto">
                <a:xfrm>
                  <a:off x="-2916761" y="460170"/>
                  <a:ext cx="268736" cy="248379"/>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noAutofit/>
                </a:bodyPr>
                <a:lstStyle/>
                <a:p>
                  <a:pPr algn="ctr">
                    <a:defRPr/>
                  </a:pPr>
                  <a:endParaRPr lang="en-GB" sz="1050" b="0">
                    <a:solidFill>
                      <a:srgbClr val="211F26"/>
                    </a:solidFill>
                    <a:latin typeface="Calibri"/>
                    <a:cs typeface="Calibri"/>
                  </a:endParaRPr>
                </a:p>
              </p:txBody>
            </p:sp>
            <p:grpSp>
              <p:nvGrpSpPr>
                <p:cNvPr id="850932161" name="Groep 313"/>
                <p:cNvGrpSpPr>
                  <a:grpSpLocks noGrp="1" noMove="1" noResize="1" noRot="1" noUngrp="1"/>
                </p:cNvGrpSpPr>
                <p:nvPr userDrawn="1"/>
              </p:nvGrpSpPr>
              <p:grpSpPr bwMode="auto">
                <a:xfrm>
                  <a:off x="-2866743" y="518072"/>
                  <a:ext cx="168699" cy="132573"/>
                  <a:chOff x="-2866743" y="518072"/>
                  <a:chExt cx="168699" cy="132573"/>
                </a:xfrm>
              </p:grpSpPr>
              <p:cxnSp>
                <p:nvCxnSpPr>
                  <p:cNvPr id="1781770933" name="Rechte verbindingslijn 315"/>
                  <p:cNvCxnSpPr>
                    <a:cxnSpLocks noAdjustHandles="1" noChangeArrowheads="1" noChangeShapeType="1" noEditPoints="1" noGrp="1" noMove="1" noResize="1" noRot="1"/>
                  </p:cNvCxnSpPr>
                  <p:nvPr userDrawn="1"/>
                </p:nvCxnSpPr>
                <p:spPr bwMode="auto">
                  <a:xfrm>
                    <a:off x="-2866743" y="518072"/>
                    <a:ext cx="168699" cy="0"/>
                  </a:xfrm>
                  <a:prstGeom prst="line">
                    <a:avLst/>
                  </a:prstGeom>
                  <a:solidFill>
                    <a:schemeClr val="bg1"/>
                  </a:solidFill>
                  <a:ln w="12700" cap="flat" cmpd="sng" algn="ctr">
                    <a:solidFill>
                      <a:srgbClr val="9D9FA1"/>
                    </a:solidFill>
                    <a:prstDash val="solid"/>
                  </a:ln>
                  <a:effectLst/>
                </p:spPr>
              </p:cxnSp>
              <p:cxnSp>
                <p:nvCxnSpPr>
                  <p:cNvPr id="1190424224" name="Rechte verbindingslijn 316"/>
                  <p:cNvCxnSpPr>
                    <a:cxnSpLocks noAdjustHandles="1" noChangeArrowheads="1" noChangeShapeType="1" noEditPoints="1" noGrp="1" noMove="1" noResize="1" noRot="1"/>
                  </p:cNvCxnSpPr>
                  <p:nvPr userDrawn="1"/>
                </p:nvCxnSpPr>
                <p:spPr bwMode="auto">
                  <a:xfrm>
                    <a:off x="-2866743" y="650647"/>
                    <a:ext cx="168699" cy="0"/>
                  </a:xfrm>
                  <a:prstGeom prst="line">
                    <a:avLst/>
                  </a:prstGeom>
                  <a:solidFill>
                    <a:schemeClr val="bg1"/>
                  </a:solidFill>
                  <a:ln w="12700" cap="flat" cmpd="sng" algn="ctr">
                    <a:solidFill>
                      <a:srgbClr val="9D9FA1"/>
                    </a:solidFill>
                    <a:prstDash val="solid"/>
                  </a:ln>
                  <a:effectLst/>
                </p:spPr>
              </p:cxnSp>
              <p:cxnSp>
                <p:nvCxnSpPr>
                  <p:cNvPr id="794698449" name="Rechte verbindingslijn 317"/>
                  <p:cNvCxnSpPr>
                    <a:cxnSpLocks noAdjustHandles="1" noChangeArrowheads="1" noChangeShapeType="1" noEditPoints="1" noGrp="1" noMove="1" noResize="1" noRot="1"/>
                  </p:cNvCxnSpPr>
                  <p:nvPr userDrawn="1"/>
                </p:nvCxnSpPr>
                <p:spPr bwMode="auto">
                  <a:xfrm>
                    <a:off x="-2773989" y="617504"/>
                    <a:ext cx="75945" cy="0"/>
                  </a:xfrm>
                  <a:prstGeom prst="line">
                    <a:avLst/>
                  </a:prstGeom>
                  <a:solidFill>
                    <a:schemeClr val="bg1"/>
                  </a:solidFill>
                  <a:ln w="12700" cap="flat" cmpd="sng" algn="ctr">
                    <a:solidFill>
                      <a:srgbClr val="9D9FA1"/>
                    </a:solidFill>
                    <a:prstDash val="solid"/>
                  </a:ln>
                  <a:effectLst/>
                </p:spPr>
              </p:cxnSp>
              <p:cxnSp>
                <p:nvCxnSpPr>
                  <p:cNvPr id="234578027" name="Rechte verbindingslijn 318"/>
                  <p:cNvCxnSpPr>
                    <a:cxnSpLocks noAdjustHandles="1" noChangeArrowheads="1" noChangeShapeType="1" noEditPoints="1" noGrp="1" noMove="1" noResize="1" noRot="1"/>
                  </p:cNvCxnSpPr>
                  <p:nvPr userDrawn="1"/>
                </p:nvCxnSpPr>
                <p:spPr bwMode="auto">
                  <a:xfrm>
                    <a:off x="-2773989" y="584361"/>
                    <a:ext cx="75945" cy="0"/>
                  </a:xfrm>
                  <a:prstGeom prst="line">
                    <a:avLst/>
                  </a:prstGeom>
                  <a:solidFill>
                    <a:schemeClr val="bg1"/>
                  </a:solidFill>
                  <a:ln w="12700" cap="flat" cmpd="sng" algn="ctr">
                    <a:solidFill>
                      <a:srgbClr val="9D9FA1"/>
                    </a:solidFill>
                    <a:prstDash val="solid"/>
                  </a:ln>
                  <a:effectLst/>
                </p:spPr>
              </p:cxnSp>
              <p:cxnSp>
                <p:nvCxnSpPr>
                  <p:cNvPr id="63428596" name="Rechte verbindingslijn 319"/>
                  <p:cNvCxnSpPr>
                    <a:cxnSpLocks noAdjustHandles="1" noChangeArrowheads="1" noChangeShapeType="1" noEditPoints="1" noGrp="1" noMove="1" noResize="1" noRot="1"/>
                  </p:cNvCxnSpPr>
                  <p:nvPr userDrawn="1"/>
                </p:nvCxnSpPr>
                <p:spPr bwMode="auto">
                  <a:xfrm>
                    <a:off x="-2773989" y="551216"/>
                    <a:ext cx="75945" cy="0"/>
                  </a:xfrm>
                  <a:prstGeom prst="line">
                    <a:avLst/>
                  </a:prstGeom>
                  <a:solidFill>
                    <a:schemeClr val="bg1"/>
                  </a:solidFill>
                  <a:ln w="12700" cap="flat" cmpd="sng" algn="ctr">
                    <a:solidFill>
                      <a:srgbClr val="9D9FA1"/>
                    </a:solidFill>
                    <a:prstDash val="solid"/>
                  </a:ln>
                  <a:effectLst/>
                </p:spPr>
              </p:cxnSp>
            </p:grpSp>
            <p:sp>
              <p:nvSpPr>
                <p:cNvPr id="2105088214" name="Pijl: rechts 314"/>
                <p:cNvSpPr>
                  <a:spLocks noAdjustHandles="1" noChangeArrowheads="1" noChangeShapeType="1" noEditPoints="1" noGrp="1" noMove="1" noResize="1" noRot="1"/>
                </p:cNvSpPr>
                <p:nvPr userDrawn="1"/>
              </p:nvSpPr>
              <p:spPr bwMode="auto">
                <a:xfrm flipH="1">
                  <a:off x="-2866743" y="549738"/>
                  <a:ext cx="70674" cy="67900"/>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noAutofit/>
                </a:bodyPr>
                <a:lstStyle/>
                <a:p>
                  <a:pPr algn="l">
                    <a:defRPr/>
                  </a:pPr>
                  <a:endParaRPr lang="en-GB" sz="1000" b="1">
                    <a:solidFill>
                      <a:srgbClr val="211F26"/>
                    </a:solidFill>
                    <a:latin typeface="Calibri"/>
                    <a:cs typeface="Calibri"/>
                  </a:endParaRPr>
                </a:p>
              </p:txBody>
            </p:sp>
          </p:grpSp>
        </p:grpSp>
        <p:grpSp>
          <p:nvGrpSpPr>
            <p:cNvPr id="1661249711" name="Groep 296"/>
            <p:cNvGrpSpPr>
              <a:grpSpLocks noGrp="1" noMove="1" noResize="1" noRot="1" noUngrp="1"/>
            </p:cNvGrpSpPr>
            <p:nvPr userDrawn="1"/>
          </p:nvGrpSpPr>
          <p:grpSpPr bwMode="auto">
            <a:xfrm>
              <a:off x="-938432" y="4663035"/>
              <a:ext cx="627796" cy="576693"/>
              <a:chOff x="-1753860" y="6112773"/>
              <a:chExt cx="759633" cy="697797"/>
            </a:xfrm>
          </p:grpSpPr>
          <p:grpSp>
            <p:nvGrpSpPr>
              <p:cNvPr id="814891558" name="Inspireren"/>
              <p:cNvGrpSpPr>
                <a:grpSpLocks noChangeAspect="1" noGrp="1" noMove="1" noResize="1" noRot="1" noUngrp="1"/>
              </p:cNvGrpSpPr>
              <p:nvPr userDrawn="1"/>
            </p:nvGrpSpPr>
            <p:grpSpPr bwMode="auto">
              <a:xfrm>
                <a:off x="-1484856" y="6112773"/>
                <a:ext cx="205429" cy="293284"/>
                <a:chOff x="4766" y="2781"/>
                <a:chExt cx="786" cy="1125"/>
              </a:xfrm>
              <a:gradFill>
                <a:gsLst>
                  <a:gs pos="0">
                    <a:srgbClr val="9D9FA1"/>
                  </a:gs>
                  <a:gs pos="70000">
                    <a:srgbClr val="211F26"/>
                  </a:gs>
                </a:gsLst>
                <a:lin ang="2700000" scaled="0"/>
              </a:gradFill>
            </p:grpSpPr>
            <p:sp>
              <p:nvSpPr>
                <p:cNvPr id="172951816" name="Freeform 12"/>
                <p:cNvSpPr>
                  <a:spLocks noAdjustHandles="1" noChangeArrowheads="1" noChangeShapeType="1" noEditPoints="1" noGrp="1" noMove="1" noResize="1" noRot="1"/>
                </p:cNvSpPr>
                <p:nvPr/>
              </p:nvSpPr>
              <p:spPr bwMode="auto">
                <a:xfrm>
                  <a:off x="4999" y="3186"/>
                  <a:ext cx="317" cy="288"/>
                </a:xfrm>
                <a:custGeom>
                  <a:avLst/>
                  <a:gdLst>
                    <a:gd name="T0" fmla="*/ 220 w 319"/>
                    <a:gd name="T1" fmla="*/ 288 h 288"/>
                    <a:gd name="T2" fmla="*/ 107 w 319"/>
                    <a:gd name="T3" fmla="*/ 288 h 288"/>
                    <a:gd name="T4" fmla="*/ 0 w 319"/>
                    <a:gd name="T5" fmla="*/ 0 h 288"/>
                    <a:gd name="T6" fmla="*/ 319 w 319"/>
                    <a:gd name="T7" fmla="*/ 0 h 288"/>
                    <a:gd name="T8" fmla="*/ 220 w 319"/>
                    <a:gd name="T9" fmla="*/ 288 h 288"/>
                  </a:gdLst>
                  <a:ahLst/>
                  <a:cxnLst>
                    <a:cxn ang="0">
                      <a:pos x="T0" y="T1"/>
                    </a:cxn>
                    <a:cxn ang="0">
                      <a:pos x="T2" y="T3"/>
                    </a:cxn>
                    <a:cxn ang="0">
                      <a:pos x="T4" y="T5"/>
                    </a:cxn>
                    <a:cxn ang="0">
                      <a:pos x="T6" y="T7"/>
                    </a:cxn>
                    <a:cxn ang="0">
                      <a:pos x="T8" y="T9"/>
                    </a:cxn>
                  </a:cxnLst>
                  <a:rect l="0" t="0" r="r" b="b"/>
                  <a:pathLst>
                    <a:path w="319" h="288" fill="norm" stroke="1" extrusionOk="0">
                      <a:moveTo>
                        <a:pt x="220" y="288"/>
                      </a:moveTo>
                      <a:lnTo>
                        <a:pt x="107" y="288"/>
                      </a:lnTo>
                      <a:lnTo>
                        <a:pt x="0" y="0"/>
                      </a:lnTo>
                      <a:lnTo>
                        <a:pt x="319" y="0"/>
                      </a:lnTo>
                      <a:lnTo>
                        <a:pt x="220" y="288"/>
                      </a:lnTo>
                      <a:close/>
                    </a:path>
                  </a:pathLst>
                </a:custGeom>
                <a:solidFill>
                  <a:srgbClr val="1FF524"/>
                </a:solidFill>
                <a:ln>
                  <a:noFill/>
                </a:ln>
              </p:spPr>
              <p:txBody>
                <a:bodyPr vert="horz" wrap="square" lIns="91440" tIns="45720" rIns="91440" bIns="45720" numCol="1" anchor="t" anchorCtr="0" compatLnSpc="1">
                  <a:prstTxWarp prst="textNoShape"/>
                </a:bodyPr>
                <a:lstStyle/>
                <a:p>
                  <a:pPr marL="0" marR="0" lvl="0" indent="0" defTabSz="995466">
                    <a:lnSpc>
                      <a:spcPct val="100000"/>
                    </a:lnSpc>
                    <a:spcBef>
                      <a:spcPts val="0"/>
                    </a:spcBef>
                    <a:spcAft>
                      <a:spcPts val="0"/>
                    </a:spcAft>
                    <a:buClrTx/>
                    <a:buSzTx/>
                    <a:buFontTx/>
                    <a:buNone/>
                    <a:defRPr/>
                  </a:pPr>
                  <a:endParaRPr lang="en-GB" sz="300" b="0" i="0" u="none" strike="noStrike" cap="none" spc="0">
                    <a:ln>
                      <a:noFill/>
                    </a:ln>
                    <a:solidFill>
                      <a:srgbClr val="211F26"/>
                    </a:solidFill>
                    <a:latin typeface="Arial"/>
                  </a:endParaRPr>
                </a:p>
              </p:txBody>
            </p:sp>
            <p:sp>
              <p:nvSpPr>
                <p:cNvPr id="1724811223" name="Freeform 13"/>
                <p:cNvSpPr>
                  <a:spLocks noAdjustHandles="1" noChangeArrowheads="1" noChangeShapeType="1" noEditPoints="1" noGrp="1" noMove="1" noResize="1" noRot="1"/>
                </p:cNvSpPr>
                <p:nvPr/>
              </p:nvSpPr>
              <p:spPr bwMode="auto">
                <a:xfrm>
                  <a:off x="5022" y="3793"/>
                  <a:ext cx="280" cy="110"/>
                </a:xfrm>
                <a:custGeom>
                  <a:avLst/>
                  <a:gdLst>
                    <a:gd name="T0" fmla="*/ 229 w 251"/>
                    <a:gd name="T1" fmla="*/ 70 h 100"/>
                    <a:gd name="T2" fmla="*/ 229 w 251"/>
                    <a:gd name="T3" fmla="*/ 69 h 100"/>
                    <a:gd name="T4" fmla="*/ 251 w 251"/>
                    <a:gd name="T5" fmla="*/ 0 h 100"/>
                    <a:gd name="T6" fmla="*/ 0 w 251"/>
                    <a:gd name="T7" fmla="*/ 0 h 100"/>
                    <a:gd name="T8" fmla="*/ 22 w 251"/>
                    <a:gd name="T9" fmla="*/ 69 h 100"/>
                    <a:gd name="T10" fmla="*/ 63 w 251"/>
                    <a:gd name="T11" fmla="*/ 100 h 100"/>
                    <a:gd name="T12" fmla="*/ 188 w 251"/>
                    <a:gd name="T13" fmla="*/ 100 h 100"/>
                    <a:gd name="T14" fmla="*/ 229 w 251"/>
                    <a:gd name="T15" fmla="*/ 71 h 100"/>
                    <a:gd name="T16" fmla="*/ 229 w 251"/>
                    <a:gd name="T17" fmla="*/ 71 h 100"/>
                    <a:gd name="T18" fmla="*/ 229 w 251"/>
                    <a:gd name="T19" fmla="*/ 7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1" h="100" fill="norm" stroke="1" extrusionOk="0">
                      <a:moveTo>
                        <a:pt x="229" y="70"/>
                      </a:moveTo>
                      <a:cubicBezTo>
                        <a:pt x="229" y="70"/>
                        <a:pt x="229" y="69"/>
                        <a:pt x="229" y="69"/>
                      </a:cubicBezTo>
                      <a:cubicBezTo>
                        <a:pt x="251" y="0"/>
                        <a:pt x="251" y="0"/>
                        <a:pt x="251" y="0"/>
                      </a:cubicBezTo>
                      <a:cubicBezTo>
                        <a:pt x="0" y="0"/>
                        <a:pt x="0" y="0"/>
                        <a:pt x="0" y="0"/>
                      </a:cubicBezTo>
                      <a:cubicBezTo>
                        <a:pt x="22" y="69"/>
                        <a:pt x="22" y="69"/>
                        <a:pt x="22" y="69"/>
                      </a:cubicBezTo>
                      <a:cubicBezTo>
                        <a:pt x="27" y="87"/>
                        <a:pt x="44" y="100"/>
                        <a:pt x="63" y="100"/>
                      </a:cubicBezTo>
                      <a:cubicBezTo>
                        <a:pt x="188" y="100"/>
                        <a:pt x="188" y="100"/>
                        <a:pt x="188" y="100"/>
                      </a:cubicBezTo>
                      <a:cubicBezTo>
                        <a:pt x="207" y="100"/>
                        <a:pt x="223" y="88"/>
                        <a:pt x="229" y="71"/>
                      </a:cubicBezTo>
                      <a:cubicBezTo>
                        <a:pt x="229" y="71"/>
                        <a:pt x="229" y="71"/>
                        <a:pt x="229" y="71"/>
                      </a:cubicBezTo>
                      <a:lnTo>
                        <a:pt x="229" y="70"/>
                      </a:lnTo>
                      <a:close/>
                    </a:path>
                  </a:pathLst>
                </a:custGeom>
                <a:grpFill/>
                <a:ln>
                  <a:noFill/>
                </a:ln>
              </p:spPr>
              <p:txBody>
                <a:bodyPr vert="horz" wrap="square" lIns="91440" tIns="45720" rIns="91440" bIns="45720" numCol="1" anchor="t" anchorCtr="0" compatLnSpc="1">
                  <a:prstTxWarp prst="textNoShape"/>
                </a:bodyPr>
                <a:lstStyle/>
                <a:p>
                  <a:pPr marL="0" marR="0" lvl="0" indent="0" defTabSz="995466">
                    <a:lnSpc>
                      <a:spcPct val="100000"/>
                    </a:lnSpc>
                    <a:spcBef>
                      <a:spcPts val="0"/>
                    </a:spcBef>
                    <a:spcAft>
                      <a:spcPts val="0"/>
                    </a:spcAft>
                    <a:buClrTx/>
                    <a:buSzTx/>
                    <a:buFontTx/>
                    <a:buNone/>
                    <a:defRPr/>
                  </a:pPr>
                  <a:endParaRPr lang="en-GB" sz="300" b="0" i="0" u="none" strike="noStrike" cap="none" spc="0">
                    <a:ln>
                      <a:noFill/>
                    </a:ln>
                    <a:solidFill>
                      <a:srgbClr val="211F26"/>
                    </a:solidFill>
                    <a:latin typeface="Arial"/>
                  </a:endParaRPr>
                </a:p>
              </p:txBody>
            </p:sp>
            <p:sp>
              <p:nvSpPr>
                <p:cNvPr id="1061079123" name="Freeform 14"/>
                <p:cNvSpPr>
                  <a:spLocks noAdjustHandles="1" noChangeArrowheads="1" noChangeShapeType="1" noEditPoints="1" noGrp="1" noMove="1" noResize="1" noRot="1"/>
                </p:cNvSpPr>
                <p:nvPr/>
              </p:nvSpPr>
              <p:spPr bwMode="auto">
                <a:xfrm>
                  <a:off x="4766" y="2781"/>
                  <a:ext cx="786" cy="964"/>
                </a:xfrm>
                <a:custGeom>
                  <a:avLst/>
                  <a:gdLst>
                    <a:gd name="T0" fmla="*/ 351 w 702"/>
                    <a:gd name="T1" fmla="*/ 0 h 860"/>
                    <a:gd name="T2" fmla="*/ 0 w 702"/>
                    <a:gd name="T3" fmla="*/ 351 h 860"/>
                    <a:gd name="T4" fmla="*/ 134 w 702"/>
                    <a:gd name="T5" fmla="*/ 627 h 860"/>
                    <a:gd name="T6" fmla="*/ 165 w 702"/>
                    <a:gd name="T7" fmla="*/ 718 h 860"/>
                    <a:gd name="T8" fmla="*/ 266 w 702"/>
                    <a:gd name="T9" fmla="*/ 718 h 860"/>
                    <a:gd name="T10" fmla="*/ 266 w 702"/>
                    <a:gd name="T11" fmla="*/ 718 h 860"/>
                    <a:gd name="T12" fmla="*/ 434 w 702"/>
                    <a:gd name="T13" fmla="*/ 718 h 860"/>
                    <a:gd name="T14" fmla="*/ 419 w 702"/>
                    <a:gd name="T15" fmla="*/ 760 h 860"/>
                    <a:gd name="T16" fmla="*/ 284 w 702"/>
                    <a:gd name="T17" fmla="*/ 760 h 860"/>
                    <a:gd name="T18" fmla="*/ 284 w 702"/>
                    <a:gd name="T19" fmla="*/ 760 h 860"/>
                    <a:gd name="T20" fmla="*/ 179 w 702"/>
                    <a:gd name="T21" fmla="*/ 760 h 860"/>
                    <a:gd name="T22" fmla="*/ 212 w 702"/>
                    <a:gd name="T23" fmla="*/ 860 h 860"/>
                    <a:gd name="T24" fmla="*/ 212 w 702"/>
                    <a:gd name="T25" fmla="*/ 860 h 860"/>
                    <a:gd name="T26" fmla="*/ 216 w 702"/>
                    <a:gd name="T27" fmla="*/ 860 h 860"/>
                    <a:gd name="T28" fmla="*/ 488 w 702"/>
                    <a:gd name="T29" fmla="*/ 860 h 860"/>
                    <a:gd name="T30" fmla="*/ 491 w 702"/>
                    <a:gd name="T31" fmla="*/ 860 h 860"/>
                    <a:gd name="T32" fmla="*/ 570 w 702"/>
                    <a:gd name="T33" fmla="*/ 625 h 860"/>
                    <a:gd name="T34" fmla="*/ 702 w 702"/>
                    <a:gd name="T35" fmla="*/ 351 h 860"/>
                    <a:gd name="T36" fmla="*/ 351 w 702"/>
                    <a:gd name="T37" fmla="*/ 0 h 860"/>
                    <a:gd name="T38" fmla="*/ 587 w 702"/>
                    <a:gd name="T39" fmla="*/ 438 h 860"/>
                    <a:gd name="T40" fmla="*/ 485 w 702"/>
                    <a:gd name="T41" fmla="*/ 563 h 860"/>
                    <a:gd name="T42" fmla="*/ 454 w 702"/>
                    <a:gd name="T43" fmla="*/ 658 h 860"/>
                    <a:gd name="T44" fmla="*/ 250 w 702"/>
                    <a:gd name="T45" fmla="*/ 658 h 860"/>
                    <a:gd name="T46" fmla="*/ 219 w 702"/>
                    <a:gd name="T47" fmla="*/ 565 h 860"/>
                    <a:gd name="T48" fmla="*/ 115 w 702"/>
                    <a:gd name="T49" fmla="*/ 439 h 860"/>
                    <a:gd name="T50" fmla="*/ 99 w 702"/>
                    <a:gd name="T51" fmla="*/ 351 h 860"/>
                    <a:gd name="T52" fmla="*/ 351 w 702"/>
                    <a:gd name="T53" fmla="*/ 99 h 860"/>
                    <a:gd name="T54" fmla="*/ 603 w 702"/>
                    <a:gd name="T55" fmla="*/ 351 h 860"/>
                    <a:gd name="T56" fmla="*/ 587 w 702"/>
                    <a:gd name="T57" fmla="*/ 438 h 8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702" h="860" fill="norm" stroke="1" extrusionOk="0">
                      <a:moveTo>
                        <a:pt x="351" y="0"/>
                      </a:moveTo>
                      <a:cubicBezTo>
                        <a:pt x="157" y="0"/>
                        <a:pt x="0" y="157"/>
                        <a:pt x="0" y="351"/>
                      </a:cubicBezTo>
                      <a:cubicBezTo>
                        <a:pt x="0" y="463"/>
                        <a:pt x="52" y="562"/>
                        <a:pt x="134" y="627"/>
                      </a:cubicBezTo>
                      <a:cubicBezTo>
                        <a:pt x="165" y="718"/>
                        <a:pt x="165" y="718"/>
                        <a:pt x="165" y="718"/>
                      </a:cubicBezTo>
                      <a:cubicBezTo>
                        <a:pt x="266" y="718"/>
                        <a:pt x="266" y="718"/>
                        <a:pt x="266" y="718"/>
                      </a:cubicBezTo>
                      <a:cubicBezTo>
                        <a:pt x="266" y="718"/>
                        <a:pt x="266" y="718"/>
                        <a:pt x="266" y="718"/>
                      </a:cubicBezTo>
                      <a:cubicBezTo>
                        <a:pt x="434" y="718"/>
                        <a:pt x="434" y="718"/>
                        <a:pt x="434" y="718"/>
                      </a:cubicBezTo>
                      <a:cubicBezTo>
                        <a:pt x="419" y="760"/>
                        <a:pt x="419" y="760"/>
                        <a:pt x="419" y="760"/>
                      </a:cubicBezTo>
                      <a:cubicBezTo>
                        <a:pt x="284" y="760"/>
                        <a:pt x="284" y="760"/>
                        <a:pt x="284" y="760"/>
                      </a:cubicBezTo>
                      <a:cubicBezTo>
                        <a:pt x="284" y="760"/>
                        <a:pt x="284" y="760"/>
                        <a:pt x="284" y="760"/>
                      </a:cubicBezTo>
                      <a:cubicBezTo>
                        <a:pt x="179" y="760"/>
                        <a:pt x="179" y="760"/>
                        <a:pt x="179" y="760"/>
                      </a:cubicBezTo>
                      <a:cubicBezTo>
                        <a:pt x="212" y="860"/>
                        <a:pt x="212" y="860"/>
                        <a:pt x="212" y="860"/>
                      </a:cubicBezTo>
                      <a:cubicBezTo>
                        <a:pt x="212" y="860"/>
                        <a:pt x="212" y="860"/>
                        <a:pt x="212" y="860"/>
                      </a:cubicBezTo>
                      <a:cubicBezTo>
                        <a:pt x="216" y="860"/>
                        <a:pt x="216" y="860"/>
                        <a:pt x="216" y="860"/>
                      </a:cubicBezTo>
                      <a:cubicBezTo>
                        <a:pt x="488" y="860"/>
                        <a:pt x="488" y="860"/>
                        <a:pt x="488" y="860"/>
                      </a:cubicBezTo>
                      <a:cubicBezTo>
                        <a:pt x="491" y="860"/>
                        <a:pt x="491" y="860"/>
                        <a:pt x="491" y="860"/>
                      </a:cubicBezTo>
                      <a:cubicBezTo>
                        <a:pt x="570" y="625"/>
                        <a:pt x="570" y="625"/>
                        <a:pt x="570" y="625"/>
                      </a:cubicBezTo>
                      <a:cubicBezTo>
                        <a:pt x="651" y="560"/>
                        <a:pt x="702" y="461"/>
                        <a:pt x="702" y="351"/>
                      </a:cubicBezTo>
                      <a:cubicBezTo>
                        <a:pt x="702" y="157"/>
                        <a:pt x="545" y="0"/>
                        <a:pt x="351" y="0"/>
                      </a:cubicBezTo>
                      <a:close/>
                      <a:moveTo>
                        <a:pt x="587" y="438"/>
                      </a:moveTo>
                      <a:cubicBezTo>
                        <a:pt x="568" y="490"/>
                        <a:pt x="531" y="534"/>
                        <a:pt x="485" y="563"/>
                      </a:cubicBezTo>
                      <a:cubicBezTo>
                        <a:pt x="454" y="658"/>
                        <a:pt x="454" y="658"/>
                        <a:pt x="454" y="658"/>
                      </a:cubicBezTo>
                      <a:cubicBezTo>
                        <a:pt x="250" y="658"/>
                        <a:pt x="250" y="658"/>
                        <a:pt x="250" y="658"/>
                      </a:cubicBezTo>
                      <a:cubicBezTo>
                        <a:pt x="219" y="565"/>
                        <a:pt x="219" y="565"/>
                        <a:pt x="219" y="565"/>
                      </a:cubicBezTo>
                      <a:cubicBezTo>
                        <a:pt x="172" y="536"/>
                        <a:pt x="135" y="491"/>
                        <a:pt x="115" y="439"/>
                      </a:cubicBezTo>
                      <a:cubicBezTo>
                        <a:pt x="105" y="411"/>
                        <a:pt x="99" y="382"/>
                        <a:pt x="99" y="351"/>
                      </a:cubicBezTo>
                      <a:cubicBezTo>
                        <a:pt x="99" y="212"/>
                        <a:pt x="212" y="99"/>
                        <a:pt x="351" y="99"/>
                      </a:cubicBezTo>
                      <a:cubicBezTo>
                        <a:pt x="490" y="99"/>
                        <a:pt x="603" y="212"/>
                        <a:pt x="603" y="351"/>
                      </a:cubicBezTo>
                      <a:cubicBezTo>
                        <a:pt x="603" y="381"/>
                        <a:pt x="597" y="411"/>
                        <a:pt x="587" y="438"/>
                      </a:cubicBezTo>
                      <a:close/>
                    </a:path>
                  </a:pathLst>
                </a:custGeom>
                <a:grpFill/>
                <a:ln>
                  <a:noFill/>
                </a:ln>
              </p:spPr>
              <p:txBody>
                <a:bodyPr vert="horz" wrap="square" lIns="91440" tIns="45720" rIns="91440" bIns="45720" numCol="1" anchor="t" anchorCtr="0" compatLnSpc="1">
                  <a:prstTxWarp prst="textNoShape"/>
                </a:bodyPr>
                <a:lstStyle/>
                <a:p>
                  <a:pPr marL="0" marR="0" lvl="0" indent="0" defTabSz="995466">
                    <a:lnSpc>
                      <a:spcPct val="100000"/>
                    </a:lnSpc>
                    <a:spcBef>
                      <a:spcPts val="0"/>
                    </a:spcBef>
                    <a:spcAft>
                      <a:spcPts val="0"/>
                    </a:spcAft>
                    <a:buClrTx/>
                    <a:buSzTx/>
                    <a:buFontTx/>
                    <a:buNone/>
                    <a:defRPr/>
                  </a:pPr>
                  <a:endParaRPr lang="en-GB" sz="300" b="0" i="0" u="none" strike="noStrike" cap="none" spc="0">
                    <a:ln>
                      <a:noFill/>
                    </a:ln>
                    <a:solidFill>
                      <a:srgbClr val="211F26"/>
                    </a:solidFill>
                    <a:latin typeface="Arial"/>
                  </a:endParaRPr>
                </a:p>
              </p:txBody>
            </p:sp>
          </p:grpSp>
          <p:sp>
            <p:nvSpPr>
              <p:cNvPr id="1806241163" name="Tekstvak 298"/>
              <p:cNvSpPr txBox="1">
                <a:spLocks noAdjustHandles="1" noChangeArrowheads="1" noChangeShapeType="1" noEditPoints="1" noGrp="1" noMove="1" noResize="1" noRot="1"/>
              </p:cNvSpPr>
              <p:nvPr userDrawn="1"/>
            </p:nvSpPr>
            <p:spPr bwMode="auto">
              <a:xfrm>
                <a:off x="-1753860" y="6420663"/>
                <a:ext cx="759633" cy="389907"/>
              </a:xfrm>
              <a:prstGeom prst="rect">
                <a:avLst/>
              </a:prstGeom>
              <a:noFill/>
            </p:spPr>
            <p:txBody>
              <a:bodyPr wrap="square" lIns="0" tIns="0" rIns="0" bIns="0" rtlCol="0" anchor="ctr">
                <a:noAutofit/>
              </a:bodyPr>
              <a:lstStyle/>
              <a:p>
                <a:pPr marL="0" marR="0" lvl="0" indent="0" algn="ctr" defTabSz="914400">
                  <a:lnSpc>
                    <a:spcPct val="90000"/>
                  </a:lnSpc>
                  <a:spcBef>
                    <a:spcPts val="598"/>
                  </a:spcBef>
                  <a:spcAft>
                    <a:spcPts val="598"/>
                  </a:spcAft>
                  <a:buClrTx/>
                  <a:buSzTx/>
                  <a:buFontTx/>
                  <a:buNone/>
                  <a:defRPr/>
                </a:pPr>
                <a:r>
                  <a:rPr lang="en-GB" sz="1000" b="0" i="0" u="none" strike="noStrike" cap="none" spc="0">
                    <a:ln>
                      <a:noFill/>
                    </a:ln>
                    <a:solidFill>
                      <a:srgbClr val="211F26"/>
                    </a:solidFill>
                    <a:latin typeface="Calibri"/>
                    <a:ea typeface="Arial"/>
                    <a:cs typeface="Calibri"/>
                  </a:rPr>
                  <a:t>Inspiration</a:t>
                </a:r>
                <a:endParaRPr/>
              </a:p>
            </p:txBody>
          </p:sp>
        </p:grpSp>
      </p:grpSp>
      <p:cxnSp>
        <p:nvCxnSpPr>
          <p:cNvPr id="1209190898" name=""/>
          <p:cNvCxnSpPr/>
          <p:nvPr/>
        </p:nvCxnSpPr>
        <p:spPr bwMode="auto">
          <a:xfrm flipH="0" flipV="1">
            <a:off x="5154467" y="2342212"/>
            <a:ext cx="640203" cy="1623933"/>
          </a:xfrm>
          <a:prstGeom prst="lin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cxnSp>
      <p:cxnSp>
        <p:nvCxnSpPr>
          <p:cNvPr id="752430186" name=""/>
          <p:cNvCxnSpPr/>
          <p:nvPr/>
        </p:nvCxnSpPr>
        <p:spPr bwMode="auto">
          <a:xfrm flipH="0" flipV="1">
            <a:off x="3686679" y="2092376"/>
            <a:ext cx="687048" cy="890039"/>
          </a:xfrm>
          <a:prstGeom prst="lin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cxnSp>
      <p:pic>
        <p:nvPicPr>
          <p:cNvPr id="1147906642" name=""/>
          <p:cNvPicPr>
            <a:picLocks noChangeAspect="1"/>
          </p:cNvPicPr>
          <p:nvPr/>
        </p:nvPicPr>
        <p:blipFill>
          <a:blip r:embed="rId4"/>
          <a:stretch/>
        </p:blipFill>
        <p:spPr bwMode="auto">
          <a:xfrm flipH="0" flipV="0">
            <a:off x="6011073" y="0"/>
            <a:ext cx="4799283" cy="2214587"/>
          </a:xfrm>
          <a:prstGeom prst="rect">
            <a:avLst/>
          </a:prstGeom>
        </p:spPr>
      </p:pic>
      <p:pic>
        <p:nvPicPr>
          <p:cNvPr id="671928039" name=""/>
          <p:cNvPicPr>
            <a:picLocks noChangeAspect="1"/>
          </p:cNvPicPr>
          <p:nvPr/>
        </p:nvPicPr>
        <p:blipFill>
          <a:blip r:embed="rId5"/>
          <a:srcRect l="24759" t="0" r="24189" b="0"/>
          <a:stretch/>
        </p:blipFill>
        <p:spPr bwMode="auto">
          <a:xfrm flipH="0" flipV="0">
            <a:off x="10810357" y="0"/>
            <a:ext cx="1369167" cy="5517513"/>
          </a:xfrm>
          <a:prstGeom prst="rect">
            <a:avLst/>
          </a:prstGeom>
        </p:spPr>
      </p:pic>
      <p:sp>
        <p:nvSpPr>
          <p:cNvPr id="101365884" name=""/>
          <p:cNvSpPr txBox="1"/>
          <p:nvPr/>
        </p:nvSpPr>
        <p:spPr bwMode="auto">
          <a:xfrm flipH="0" flipV="0">
            <a:off x="775429" y="1488281"/>
            <a:ext cx="5049216" cy="1463400"/>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defRPr/>
            </a:pPr>
            <a:r>
              <a:rPr lang="en-US"/>
              <a:t>Unstructured meshing was performed in Ansys Fluent, utilizing influence bodies and face sizing. The inflation layers around the walls aim to reach y+ &lt; 1 to adequately capture boundary layer phenomena    </a:t>
            </a:r>
            <a:endParaRPr/>
          </a:p>
        </p:txBody>
      </p:sp>
      <p:sp>
        <p:nvSpPr>
          <p:cNvPr id="1984734678" name=""/>
          <p:cNvSpPr txBox="1"/>
          <p:nvPr/>
        </p:nvSpPr>
        <p:spPr bwMode="auto">
          <a:xfrm flipH="0" flipV="0">
            <a:off x="6011073" y="5517512"/>
            <a:ext cx="6140464" cy="118907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just">
              <a:defRPr/>
            </a:pPr>
            <a:r>
              <a:rPr lang="en-US" i="1"/>
              <a:t>Some snapshots of the coarse mesh are demonstrated highlighting boundary layer refinement (a), MRF interface region (b) and the influence body effect on the main wake refinement (c). </a:t>
            </a:r>
            <a:endParaRPr i="1"/>
          </a:p>
        </p:txBody>
      </p:sp>
      <p:sp>
        <p:nvSpPr>
          <p:cNvPr id="303961907" name=""/>
          <p:cNvSpPr txBox="1"/>
          <p:nvPr/>
        </p:nvSpPr>
        <p:spPr bwMode="auto">
          <a:xfrm flipH="0" flipV="0">
            <a:off x="6011073" y="1853861"/>
            <a:ext cx="449004" cy="39659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defRPr/>
            </a:pPr>
            <a:r>
              <a:rPr lang="en-US" sz="2000" b="1">
                <a:solidFill>
                  <a:srgbClr val="FF0000"/>
                </a:solidFill>
              </a:rPr>
              <a:t>a</a:t>
            </a:r>
            <a:endParaRPr sz="2000" b="1"/>
          </a:p>
        </p:txBody>
      </p:sp>
      <p:sp>
        <p:nvSpPr>
          <p:cNvPr id="1843490855" name=""/>
          <p:cNvSpPr txBox="1"/>
          <p:nvPr/>
        </p:nvSpPr>
        <p:spPr bwMode="auto">
          <a:xfrm flipH="0" flipV="0">
            <a:off x="6011073" y="5101885"/>
            <a:ext cx="449723" cy="39659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defRPr/>
            </a:pPr>
            <a:r>
              <a:rPr lang="en-US" sz="2000" b="1">
                <a:solidFill>
                  <a:srgbClr val="FF0000"/>
                </a:solidFill>
              </a:rPr>
              <a:t>b</a:t>
            </a:r>
            <a:endParaRPr sz="2000" b="1"/>
          </a:p>
        </p:txBody>
      </p:sp>
      <p:sp>
        <p:nvSpPr>
          <p:cNvPr id="2059063791" name=""/>
          <p:cNvSpPr txBox="1"/>
          <p:nvPr/>
        </p:nvSpPr>
        <p:spPr bwMode="auto">
          <a:xfrm flipH="0" flipV="0">
            <a:off x="10874748" y="5151393"/>
            <a:ext cx="452243" cy="39659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defRPr/>
            </a:pPr>
            <a:r>
              <a:rPr lang="en-US" sz="2000" b="1">
                <a:solidFill>
                  <a:srgbClr val="FF0000"/>
                </a:solidFill>
                <a:highlight>
                  <a:srgbClr val="FFFFFF"/>
                </a:highlight>
              </a:rPr>
              <a:t>c</a:t>
            </a:r>
            <a:endParaRPr sz="2000" b="1">
              <a:highlight>
                <a:srgbClr val="FFFFFF"/>
              </a:highlight>
            </a:endParaRPr>
          </a:p>
        </p:txBody>
      </p:sp>
      <p:sp>
        <p:nvSpPr>
          <p:cNvPr id="1482554840" name=""/>
          <p:cNvSpPr txBox="1"/>
          <p:nvPr/>
        </p:nvSpPr>
        <p:spPr bwMode="auto">
          <a:xfrm flipH="0" flipV="0">
            <a:off x="6030247" y="1853861"/>
            <a:ext cx="449364" cy="39659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defRPr/>
            </a:pPr>
            <a:r>
              <a:rPr lang="en-US" sz="2000" b="1">
                <a:solidFill>
                  <a:srgbClr val="FF0000"/>
                </a:solidFill>
                <a:highlight>
                  <a:srgbClr val="FFFFFF"/>
                </a:highlight>
              </a:rPr>
              <a:t>a</a:t>
            </a:r>
            <a:endParaRPr sz="2000" b="1">
              <a:highlight>
                <a:srgbClr val="FFFFFF"/>
              </a:highlight>
            </a:endParaRPr>
          </a:p>
        </p:txBody>
      </p:sp>
      <p:sp>
        <p:nvSpPr>
          <p:cNvPr id="2061507995" name=""/>
          <p:cNvSpPr txBox="1"/>
          <p:nvPr/>
        </p:nvSpPr>
        <p:spPr bwMode="auto">
          <a:xfrm flipH="0" flipV="0">
            <a:off x="6030247" y="5101885"/>
            <a:ext cx="450083" cy="39659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defRPr/>
            </a:pPr>
            <a:r>
              <a:rPr lang="en-US" sz="2000" b="1">
                <a:solidFill>
                  <a:srgbClr val="FF0000"/>
                </a:solidFill>
                <a:highlight>
                  <a:srgbClr val="FFFFFF"/>
                </a:highlight>
              </a:rPr>
              <a:t>b</a:t>
            </a:r>
            <a:endParaRPr sz="2000" b="1">
              <a:highlight>
                <a:srgbClr val="FFFFFF"/>
              </a:highlight>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med" p14:dur="700" advClick="1">
        <p:fade thruBlk="0"/>
      </p:transition>
    </mc:Choice>
    <mc:Fallback>
      <p:transition spd="med" advClick="1">
        <p:fade thruBlk="0"/>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95578752" name="Tijdelijke aanduiding voor datum 4"/>
          <p:cNvSpPr>
            <a:spLocks noGrp="1"/>
          </p:cNvSpPr>
          <p:nvPr>
            <p:ph type="dt" sz="half" idx="18"/>
          </p:nvPr>
        </p:nvSpPr>
        <p:spPr bwMode="auto"/>
        <p:txBody>
          <a:bodyPr/>
          <a:lstStyle/>
          <a:p>
            <a:pPr>
              <a:defRPr/>
            </a:pPr>
            <a:fld id="{C5DDB223-DFFB-8417-7CA7-68B6463B73B7}" type="datetime1">
              <a:rPr lang="nl-NL"/>
              <a:t/>
            </a:fld>
            <a:endParaRPr lang="en-GB"/>
          </a:p>
        </p:txBody>
      </p:sp>
      <p:sp>
        <p:nvSpPr>
          <p:cNvPr id="841163174" name="Titel 8"/>
          <p:cNvSpPr>
            <a:spLocks noGrp="1"/>
          </p:cNvSpPr>
          <p:nvPr>
            <p:ph type="title"/>
          </p:nvPr>
        </p:nvSpPr>
        <p:spPr bwMode="auto"/>
        <p:txBody>
          <a:bodyPr/>
          <a:lstStyle/>
          <a:p>
            <a:pPr>
              <a:defRPr/>
            </a:pPr>
            <a:r>
              <a:rPr lang="en-US"/>
              <a:t>CFD simulation convergence</a:t>
            </a:r>
            <a:endParaRPr/>
          </a:p>
        </p:txBody>
      </p:sp>
      <p:sp>
        <p:nvSpPr>
          <p:cNvPr id="428100312" name="Tijdelijke aanduiding voor dianummer 1"/>
          <p:cNvSpPr>
            <a:spLocks noGrp="1"/>
          </p:cNvSpPr>
          <p:nvPr>
            <p:ph type="sldNum" sz="quarter" idx="20"/>
          </p:nvPr>
        </p:nvSpPr>
        <p:spPr bwMode="auto"/>
        <p:txBody>
          <a:bodyPr/>
          <a:lstStyle/>
          <a:p>
            <a:pPr>
              <a:defRPr/>
            </a:pPr>
            <a:fld id="{1981A260-142C-BA2C-FDDB-5F52B3A136A3}" type="slidenum">
              <a:rPr lang="en-GB"/>
              <a:t/>
            </a:fld>
            <a:endParaRPr lang="en-GB"/>
          </a:p>
        </p:txBody>
      </p:sp>
      <p:grpSp>
        <p:nvGrpSpPr>
          <p:cNvPr id="1131683929" name="INSTRUCTION"/>
          <p:cNvGrpSpPr>
            <a:grpSpLocks noGrp="1" noMove="1" noResize="1" noRot="1" noUngrp="1"/>
          </p:cNvGrpSpPr>
          <p:nvPr/>
        </p:nvGrpSpPr>
        <p:grpSpPr bwMode="auto">
          <a:xfrm>
            <a:off x="-3786436" y="0"/>
            <a:ext cx="3693385" cy="5359348"/>
            <a:chOff x="-3786436" y="0"/>
            <a:chExt cx="3693385" cy="5359348"/>
          </a:xfrm>
        </p:grpSpPr>
        <p:sp>
          <p:nvSpPr>
            <p:cNvPr id="1466418009" name="Rechthoek 273"/>
            <p:cNvSpPr>
              <a:spLocks noAdjustHandles="1" noChangeArrowheads="1" noChangeShapeType="1" noEditPoints="1" noGrp="1" noMove="1" noResize="1" noRot="1"/>
            </p:cNvSpPr>
            <p:nvPr userDrawn="1"/>
          </p:nvSpPr>
          <p:spPr bwMode="auto">
            <a:xfrm>
              <a:off x="-3786165" y="0"/>
              <a:ext cx="3593090" cy="4641337"/>
            </a:xfrm>
            <a:prstGeom prst="rect">
              <a:avLst/>
            </a:prstGeom>
            <a:solidFill>
              <a:srgbClr val="FFFFFF"/>
            </a:solidFill>
            <a:ln w="6350">
              <a:solidFill>
                <a:srgbClr val="ECECEC"/>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noAutofit/>
            </a:bodyPr>
            <a:lstStyle/>
            <a:p>
              <a:pPr algn="l">
                <a:lnSpc>
                  <a:spcPct val="90000"/>
                </a:lnSpc>
                <a:spcBef>
                  <a:spcPts val="599"/>
                </a:spcBef>
                <a:spcAft>
                  <a:spcPts val="599"/>
                </a:spcAft>
                <a:defRPr/>
              </a:pPr>
              <a:r>
                <a:rPr lang="en-GB" sz="1400" b="1" cap="all">
                  <a:solidFill>
                    <a:schemeClr val="accent1"/>
                  </a:solidFill>
                  <a:latin typeface="Calibri"/>
                  <a:cs typeface="Calibri"/>
                </a:rPr>
                <a:t>Choosing text levels</a:t>
              </a:r>
              <a:endParaRPr/>
            </a:p>
          </p:txBody>
        </p:sp>
        <p:sp>
          <p:nvSpPr>
            <p:cNvPr id="6323003" name="Ovaal 274"/>
            <p:cNvSpPr>
              <a:spLocks noAdjustHandles="1" noChangeArrowheads="1" noChangeShapeType="1" noEditPoints="1" noGrp="1" noMove="1" noResize="1" noRot="1"/>
            </p:cNvSpPr>
            <p:nvPr userDrawn="1"/>
          </p:nvSpPr>
          <p:spPr bwMode="auto">
            <a:xfrm>
              <a:off x="-3604182" y="1837483"/>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1</a:t>
              </a:r>
              <a:endParaRPr/>
            </a:p>
          </p:txBody>
        </p:sp>
        <p:sp>
          <p:nvSpPr>
            <p:cNvPr id="877184847" name="Rechthoek 275"/>
            <p:cNvSpPr>
              <a:spLocks noAdjustHandles="1" noChangeArrowheads="1" noChangeShapeType="1" noEditPoints="1" noGrp="1" noMove="1" noResize="1" noRot="1"/>
            </p:cNvSpPr>
            <p:nvPr userDrawn="1"/>
          </p:nvSpPr>
          <p:spPr bwMode="auto">
            <a:xfrm>
              <a:off x="-3319414" y="1837483"/>
              <a:ext cx="2949219" cy="180000"/>
            </a:xfrm>
            <a:prstGeom prst="rect">
              <a:avLst/>
            </a:prstGeom>
            <a:noFill/>
            <a:ln w="25400" cap="flat" cmpd="sng" algn="ctr">
              <a:noFill/>
              <a:prstDash val="solid"/>
            </a:ln>
            <a:effectLst/>
          </p:spPr>
          <p:txBody>
            <a:bodyPr lIns="0" tIns="0" rIns="0" bIns="0" rtlCol="0" anchor="ctr"/>
            <a:lstStyle/>
            <a:p>
              <a:pPr marL="357187" marR="0" lvl="0" indent="-357187" defTabSz="914400">
                <a:lnSpc>
                  <a:spcPct val="100000"/>
                </a:lnSpc>
                <a:spcBef>
                  <a:spcPts val="599"/>
                </a:spcBef>
                <a:spcAft>
                  <a:spcPts val="599"/>
                </a:spcAft>
                <a:buClr>
                  <a:schemeClr val="accent1"/>
                </a:buClr>
                <a:buSzTx/>
                <a:buFont typeface="Calibri"/>
                <a:buChar char="•"/>
                <a:defRPr/>
              </a:pPr>
              <a:r>
                <a:rPr lang="en-GB" sz="1400" b="0" i="0" u="none" strike="noStrike" cap="none" spc="0">
                  <a:ln>
                    <a:noFill/>
                  </a:ln>
                  <a:solidFill>
                    <a:srgbClr val="000000"/>
                  </a:solidFill>
                  <a:latin typeface="Arial"/>
                  <a:cs typeface="Calibri"/>
                </a:rPr>
                <a:t>Bullet</a:t>
              </a:r>
              <a:endParaRPr/>
            </a:p>
          </p:txBody>
        </p:sp>
        <p:sp>
          <p:nvSpPr>
            <p:cNvPr id="63934605" name="Ovaal 276"/>
            <p:cNvSpPr>
              <a:spLocks noAdjustHandles="1" noChangeArrowheads="1" noChangeShapeType="1" noEditPoints="1" noGrp="1" noMove="1" noResize="1" noRot="1"/>
            </p:cNvSpPr>
            <p:nvPr userDrawn="1"/>
          </p:nvSpPr>
          <p:spPr bwMode="auto">
            <a:xfrm>
              <a:off x="-3604182" y="2128767"/>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2</a:t>
              </a:r>
              <a:endParaRPr/>
            </a:p>
          </p:txBody>
        </p:sp>
        <p:sp>
          <p:nvSpPr>
            <p:cNvPr id="63410746" name="Rechthoek 277"/>
            <p:cNvSpPr>
              <a:spLocks noAdjustHandles="1" noChangeArrowheads="1" noChangeShapeType="1" noEditPoints="1" noGrp="1" noMove="1" noResize="1" noRot="1"/>
            </p:cNvSpPr>
            <p:nvPr userDrawn="1"/>
          </p:nvSpPr>
          <p:spPr bwMode="auto">
            <a:xfrm>
              <a:off x="-3604182" y="1196112"/>
              <a:ext cx="3229047" cy="459225"/>
            </a:xfrm>
            <a:prstGeom prst="rect">
              <a:avLst/>
            </a:prstGeom>
            <a:noFill/>
            <a:ln w="25400" cap="flat" cmpd="sng" algn="ctr">
              <a:noFill/>
              <a:prstDash val="solid"/>
            </a:ln>
            <a:effectLst/>
          </p:spPr>
          <p:txBody>
            <a:bodyPr lIns="0" tIns="0" rIns="0" bIns="0" rtlCol="0" anchor="t"/>
            <a:lstStyle/>
            <a:p>
              <a:pPr marL="0" marR="0" lvl="0" indent="0" defTabSz="914400">
                <a:lnSpc>
                  <a:spcPct val="90000"/>
                </a:lnSpc>
                <a:spcBef>
                  <a:spcPts val="599"/>
                </a:spcBef>
                <a:spcAft>
                  <a:spcPts val="599"/>
                </a:spcAft>
                <a:buClrTx/>
                <a:buSzTx/>
                <a:buFontTx/>
                <a:buNone/>
                <a:defRPr/>
              </a:pPr>
              <a:r>
                <a:rPr lang="en-GB" sz="1200" b="0" i="0" u="none" strike="noStrike" cap="none" spc="0">
                  <a:ln>
                    <a:noFill/>
                  </a:ln>
                  <a:solidFill>
                    <a:srgbClr val="000000"/>
                  </a:solidFill>
                  <a:latin typeface="Calibri"/>
                  <a:cs typeface="Calibri"/>
                </a:rPr>
                <a:t>Under the tab </a:t>
              </a:r>
              <a:r>
                <a:rPr lang="en-GB" sz="1200" b="1" i="0" u="none" strike="noStrike" cap="none" spc="0">
                  <a:ln>
                    <a:noFill/>
                  </a:ln>
                  <a:solidFill>
                    <a:srgbClr val="000000"/>
                  </a:solidFill>
                  <a:latin typeface="Calibri"/>
                  <a:cs typeface="Calibri"/>
                </a:rPr>
                <a:t>‘Home’</a:t>
              </a:r>
              <a:r>
                <a:rPr lang="en-GB" sz="1200" b="0" i="0" u="none" strike="noStrike" cap="none" spc="0">
                  <a:ln>
                    <a:noFill/>
                  </a:ln>
                  <a:solidFill>
                    <a:srgbClr val="000000"/>
                  </a:solidFill>
                  <a:latin typeface="Calibri"/>
                  <a:cs typeface="Calibri"/>
                </a:rPr>
                <a:t>, use the </a:t>
              </a:r>
              <a:r>
                <a:rPr lang="en-GB" sz="1200" b="1" i="0" u="none" strike="noStrike" cap="none" spc="0">
                  <a:ln>
                    <a:noFill/>
                  </a:ln>
                  <a:solidFill>
                    <a:srgbClr val="000000"/>
                  </a:solidFill>
                  <a:latin typeface="Calibri"/>
                  <a:cs typeface="Calibri"/>
                </a:rPr>
                <a:t>list level-buttons</a:t>
              </a:r>
              <a:r>
                <a:rPr lang="en-GB" sz="1200" b="0" i="0" u="none" strike="noStrike" cap="none" spc="0">
                  <a:ln>
                    <a:noFill/>
                  </a:ln>
                  <a:solidFill>
                    <a:srgbClr val="000000"/>
                  </a:solidFill>
                  <a:latin typeface="Calibri"/>
                  <a:cs typeface="Calibri"/>
                </a:rPr>
                <a:t> to choose a text level. </a:t>
              </a:r>
              <a:br>
                <a:rPr lang="en-GB" sz="1200" b="0" i="0" u="none" strike="noStrike" cap="none" spc="0">
                  <a:ln>
                    <a:noFill/>
                  </a:ln>
                  <a:solidFill>
                    <a:srgbClr val="000000"/>
                  </a:solidFill>
                  <a:latin typeface="Calibri"/>
                  <a:cs typeface="Calibri"/>
                </a:rPr>
              </a:br>
              <a:r>
                <a:rPr lang="en-GB" sz="1200" b="0" i="0" u="none" strike="noStrike" cap="none" spc="0">
                  <a:ln>
                    <a:noFill/>
                  </a:ln>
                  <a:solidFill>
                    <a:srgbClr val="000000"/>
                  </a:solidFill>
                  <a:latin typeface="Calibri"/>
                  <a:cs typeface="Calibri"/>
                </a:rPr>
                <a:t>Choose from:</a:t>
              </a:r>
              <a:endParaRPr/>
            </a:p>
          </p:txBody>
        </p:sp>
        <p:sp>
          <p:nvSpPr>
            <p:cNvPr id="392192570" name="Rechthoek 278"/>
            <p:cNvSpPr>
              <a:spLocks noAdjustHandles="1" noChangeArrowheads="1" noChangeShapeType="1" noEditPoints="1" noGrp="1" noMove="1" noResize="1" noRot="1"/>
            </p:cNvSpPr>
            <p:nvPr userDrawn="1"/>
          </p:nvSpPr>
          <p:spPr bwMode="auto">
            <a:xfrm>
              <a:off x="-3319414" y="2128872"/>
              <a:ext cx="2949219" cy="180000"/>
            </a:xfrm>
            <a:prstGeom prst="rect">
              <a:avLst/>
            </a:prstGeom>
            <a:noFill/>
            <a:ln w="25400" cap="flat" cmpd="sng" algn="ctr">
              <a:noFill/>
              <a:prstDash val="solid"/>
            </a:ln>
            <a:effectLst/>
          </p:spPr>
          <p:txBody>
            <a:bodyPr lIns="0" tIns="0" rIns="0" bIns="0" rtlCol="0" anchor="ctr"/>
            <a:lstStyle/>
            <a:p>
              <a:pPr marL="715962" marR="0" lvl="0" indent="-358774" defTabSz="914400">
                <a:lnSpc>
                  <a:spcPct val="100000"/>
                </a:lnSpc>
                <a:spcBef>
                  <a:spcPts val="599"/>
                </a:spcBef>
                <a:spcAft>
                  <a:spcPts val="599"/>
                </a:spcAft>
                <a:buClr>
                  <a:schemeClr val="accent1"/>
                </a:buClr>
                <a:buSzTx/>
                <a:buFont typeface="Calibri"/>
                <a:buChar char="•"/>
                <a:defRPr/>
              </a:pPr>
              <a:r>
                <a:rPr lang="en-GB" sz="1400" b="0" i="0" u="none" strike="noStrike" cap="none" spc="0">
                  <a:ln>
                    <a:noFill/>
                  </a:ln>
                  <a:solidFill>
                    <a:srgbClr val="000000"/>
                  </a:solidFill>
                  <a:latin typeface="Arial"/>
                  <a:cs typeface="Calibri"/>
                </a:rPr>
                <a:t>Sub-bullet </a:t>
              </a:r>
              <a:endParaRPr/>
            </a:p>
          </p:txBody>
        </p:sp>
        <p:sp>
          <p:nvSpPr>
            <p:cNvPr id="536191300" name="Ovaal 279"/>
            <p:cNvSpPr>
              <a:spLocks noAdjustHandles="1" noChangeArrowheads="1" noChangeShapeType="1" noEditPoints="1" noGrp="1" noMove="1" noResize="1" noRot="1"/>
            </p:cNvSpPr>
            <p:nvPr userDrawn="1"/>
          </p:nvSpPr>
          <p:spPr bwMode="auto">
            <a:xfrm>
              <a:off x="-3604182" y="2420051"/>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3</a:t>
              </a:r>
              <a:endParaRPr/>
            </a:p>
          </p:txBody>
        </p:sp>
        <p:sp>
          <p:nvSpPr>
            <p:cNvPr id="1994067281" name="Rechthoek 280"/>
            <p:cNvSpPr>
              <a:spLocks noAdjustHandles="1" noChangeArrowheads="1" noChangeShapeType="1" noEditPoints="1" noGrp="1" noMove="1" noResize="1" noRot="1"/>
            </p:cNvSpPr>
            <p:nvPr userDrawn="1"/>
          </p:nvSpPr>
          <p:spPr bwMode="auto">
            <a:xfrm>
              <a:off x="-3319414" y="2420262"/>
              <a:ext cx="2949219" cy="180000"/>
            </a:xfrm>
            <a:prstGeom prst="rect">
              <a:avLst/>
            </a:prstGeom>
            <a:noFill/>
            <a:ln w="25400" cap="flat" cmpd="sng" algn="ctr">
              <a:noFill/>
              <a:prstDash val="solid"/>
            </a:ln>
            <a:effectLst/>
          </p:spPr>
          <p:txBody>
            <a:bodyPr lIns="0" tIns="0" rIns="0" bIns="0" rtlCol="0" anchor="ctr"/>
            <a:lstStyle/>
            <a:p>
              <a:pPr marL="0" marR="0" lvl="0" indent="0" defTabSz="914400">
                <a:lnSpc>
                  <a:spcPct val="100000"/>
                </a:lnSpc>
                <a:spcBef>
                  <a:spcPts val="599"/>
                </a:spcBef>
                <a:spcAft>
                  <a:spcPts val="599"/>
                </a:spcAft>
                <a:buClr>
                  <a:schemeClr val="accent1"/>
                </a:buClr>
                <a:buSzTx/>
                <a:buFont typeface="Calibri"/>
                <a:buNone/>
                <a:defRPr/>
              </a:pPr>
              <a:r>
                <a:rPr lang="en-GB" sz="1400" b="0" i="0" u="none" strike="noStrike" cap="none" spc="0">
                  <a:ln>
                    <a:noFill/>
                  </a:ln>
                  <a:solidFill>
                    <a:srgbClr val="000000"/>
                  </a:solidFill>
                  <a:latin typeface="Arial"/>
                  <a:cs typeface="Calibri"/>
                </a:rPr>
                <a:t>Default text</a:t>
              </a:r>
              <a:endParaRPr/>
            </a:p>
          </p:txBody>
        </p:sp>
        <p:sp>
          <p:nvSpPr>
            <p:cNvPr id="370240558" name="Ovaal 281"/>
            <p:cNvSpPr>
              <a:spLocks noAdjustHandles="1" noChangeArrowheads="1" noChangeShapeType="1" noEditPoints="1" noGrp="1" noMove="1" noResize="1" noRot="1"/>
            </p:cNvSpPr>
            <p:nvPr userDrawn="1"/>
          </p:nvSpPr>
          <p:spPr bwMode="auto">
            <a:xfrm>
              <a:off x="-3604182" y="2711335"/>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4</a:t>
              </a:r>
              <a:endParaRPr/>
            </a:p>
          </p:txBody>
        </p:sp>
        <p:sp>
          <p:nvSpPr>
            <p:cNvPr id="357100175" name="Rechthoek 282"/>
            <p:cNvSpPr>
              <a:spLocks noAdjustHandles="1" noChangeArrowheads="1" noChangeShapeType="1" noEditPoints="1" noGrp="1" noMove="1" noResize="1" noRot="1"/>
            </p:cNvSpPr>
            <p:nvPr userDrawn="1"/>
          </p:nvSpPr>
          <p:spPr bwMode="auto">
            <a:xfrm>
              <a:off x="-3319414" y="2711650"/>
              <a:ext cx="2949219" cy="180000"/>
            </a:xfrm>
            <a:prstGeom prst="rect">
              <a:avLst/>
            </a:prstGeom>
            <a:noFill/>
            <a:ln w="25400" cap="flat" cmpd="sng" algn="ctr">
              <a:noFill/>
              <a:prstDash val="solid"/>
            </a:ln>
            <a:effectLst/>
          </p:spPr>
          <p:txBody>
            <a:bodyPr lIns="0" tIns="0" rIns="0" bIns="0" rtlCol="0" anchor="ctr"/>
            <a:lstStyle/>
            <a:p>
              <a:pPr marL="0" marR="0" lvl="0" indent="0" defTabSz="914400">
                <a:lnSpc>
                  <a:spcPct val="100000"/>
                </a:lnSpc>
                <a:spcBef>
                  <a:spcPts val="599"/>
                </a:spcBef>
                <a:spcAft>
                  <a:spcPts val="599"/>
                </a:spcAft>
                <a:buClr>
                  <a:schemeClr val="accent1"/>
                </a:buClr>
                <a:buSzTx/>
                <a:buFont typeface="Calibri"/>
                <a:buNone/>
                <a:defRPr/>
              </a:pPr>
              <a:r>
                <a:rPr lang="en-GB" sz="2400" b="1" i="0" u="none" strike="noStrike" cap="none" spc="0">
                  <a:ln>
                    <a:noFill/>
                  </a:ln>
                  <a:solidFill>
                    <a:schemeClr val="tx1"/>
                  </a:solidFill>
                  <a:latin typeface="Arial"/>
                  <a:cs typeface="Calibri"/>
                </a:rPr>
                <a:t>Title/Quote</a:t>
              </a:r>
              <a:endParaRPr/>
            </a:p>
          </p:txBody>
        </p:sp>
        <p:sp>
          <p:nvSpPr>
            <p:cNvPr id="1805687181" name="Ovaal 283"/>
            <p:cNvSpPr>
              <a:spLocks noAdjustHandles="1" noChangeArrowheads="1" noChangeShapeType="1" noEditPoints="1" noGrp="1" noMove="1" noResize="1" noRot="1"/>
            </p:cNvSpPr>
            <p:nvPr userDrawn="1"/>
          </p:nvSpPr>
          <p:spPr bwMode="auto">
            <a:xfrm>
              <a:off x="-3604182" y="3002619"/>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5</a:t>
              </a:r>
              <a:endParaRPr/>
            </a:p>
          </p:txBody>
        </p:sp>
        <p:sp>
          <p:nvSpPr>
            <p:cNvPr id="1933192914" name="Rechthoek 284"/>
            <p:cNvSpPr>
              <a:spLocks noAdjustHandles="1" noChangeArrowheads="1" noChangeShapeType="1" noEditPoints="1" noGrp="1" noMove="1" noResize="1" noRot="1"/>
            </p:cNvSpPr>
            <p:nvPr userDrawn="1"/>
          </p:nvSpPr>
          <p:spPr bwMode="auto">
            <a:xfrm>
              <a:off x="-3319414" y="3003039"/>
              <a:ext cx="2949219" cy="180000"/>
            </a:xfrm>
            <a:prstGeom prst="rect">
              <a:avLst/>
            </a:prstGeom>
            <a:noFill/>
            <a:ln w="25400" cap="flat" cmpd="sng" algn="ctr">
              <a:noFill/>
              <a:prstDash val="solid"/>
            </a:ln>
            <a:effectLst/>
          </p:spPr>
          <p:txBody>
            <a:bodyPr lIns="0" tIns="0" rIns="0" bIns="0" rtlCol="0" anchor="ctr"/>
            <a:lstStyle/>
            <a:p>
              <a:pPr marL="0" marR="0" lvl="0" indent="0" defTabSz="914400">
                <a:lnSpc>
                  <a:spcPct val="100000"/>
                </a:lnSpc>
                <a:spcBef>
                  <a:spcPts val="599"/>
                </a:spcBef>
                <a:spcAft>
                  <a:spcPts val="599"/>
                </a:spcAft>
                <a:buClr>
                  <a:schemeClr val="accent1"/>
                </a:buClr>
                <a:buSzTx/>
                <a:buFont typeface="Calibri"/>
                <a:buNone/>
                <a:defRPr/>
              </a:pPr>
              <a:r>
                <a:rPr lang="en-GB" sz="1800" b="0" i="0" u="none" strike="noStrike" cap="none" spc="0">
                  <a:ln>
                    <a:noFill/>
                  </a:ln>
                  <a:solidFill>
                    <a:schemeClr val="accent1"/>
                  </a:solidFill>
                  <a:latin typeface="Arial"/>
                  <a:cs typeface="Calibri"/>
                </a:rPr>
                <a:t>Subtitle</a:t>
              </a:r>
              <a:endParaRPr/>
            </a:p>
          </p:txBody>
        </p:sp>
        <p:sp>
          <p:nvSpPr>
            <p:cNvPr id="1149283154" name="Ovaal 285"/>
            <p:cNvSpPr>
              <a:spLocks noAdjustHandles="1" noChangeArrowheads="1" noChangeShapeType="1" noEditPoints="1" noGrp="1" noMove="1" noResize="1" noRot="1"/>
            </p:cNvSpPr>
            <p:nvPr userDrawn="1"/>
          </p:nvSpPr>
          <p:spPr bwMode="auto">
            <a:xfrm>
              <a:off x="-3604182" y="3293903"/>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6</a:t>
              </a:r>
              <a:endParaRPr/>
            </a:p>
          </p:txBody>
        </p:sp>
        <p:sp>
          <p:nvSpPr>
            <p:cNvPr id="1040644559" name="Rechthoek 286"/>
            <p:cNvSpPr>
              <a:spLocks noAdjustHandles="1" noChangeArrowheads="1" noChangeShapeType="1" noEditPoints="1" noGrp="1" noMove="1" noResize="1" noRot="1"/>
            </p:cNvSpPr>
            <p:nvPr userDrawn="1"/>
          </p:nvSpPr>
          <p:spPr bwMode="auto">
            <a:xfrm>
              <a:off x="-3319414" y="3585817"/>
              <a:ext cx="2949219" cy="180000"/>
            </a:xfrm>
            <a:prstGeom prst="rect">
              <a:avLst/>
            </a:prstGeom>
            <a:noFill/>
            <a:ln w="25400" cap="flat" cmpd="sng" algn="ctr">
              <a:noFill/>
              <a:prstDash val="solid"/>
            </a:ln>
            <a:effectLst/>
          </p:spPr>
          <p:txBody>
            <a:bodyPr lIns="0" tIns="0" rIns="0" bIns="0" rtlCol="0" anchor="ctr"/>
            <a:lstStyle/>
            <a:p>
              <a:pPr marL="357187" marR="0" lvl="0" indent="-357187" defTabSz="914400">
                <a:lnSpc>
                  <a:spcPct val="100000"/>
                </a:lnSpc>
                <a:spcBef>
                  <a:spcPts val="599"/>
                </a:spcBef>
                <a:spcAft>
                  <a:spcPts val="599"/>
                </a:spcAft>
                <a:buClr>
                  <a:schemeClr val="accent1"/>
                </a:buClr>
                <a:buSzTx/>
                <a:buFont typeface="+mj-lt"/>
                <a:buAutoNum type="arabicPeriod"/>
                <a:defRPr/>
              </a:pPr>
              <a:r>
                <a:rPr lang="en-GB" sz="1400" b="0" i="0" u="none" strike="noStrike" cap="none" spc="0">
                  <a:ln>
                    <a:noFill/>
                  </a:ln>
                  <a:solidFill>
                    <a:schemeClr val="tx1"/>
                  </a:solidFill>
                  <a:latin typeface="Arial"/>
                  <a:cs typeface="Calibri"/>
                </a:rPr>
                <a:t>Numerical bullet</a:t>
              </a:r>
              <a:endParaRPr/>
            </a:p>
          </p:txBody>
        </p:sp>
        <p:sp>
          <p:nvSpPr>
            <p:cNvPr id="574590972" name="Ovaal 287"/>
            <p:cNvSpPr>
              <a:spLocks noAdjustHandles="1" noChangeArrowheads="1" noChangeShapeType="1" noEditPoints="1" noGrp="1" noMove="1" noResize="1" noRot="1"/>
            </p:cNvSpPr>
            <p:nvPr userDrawn="1"/>
          </p:nvSpPr>
          <p:spPr bwMode="auto">
            <a:xfrm>
              <a:off x="-3604182" y="3585187"/>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7</a:t>
              </a:r>
              <a:endParaRPr/>
            </a:p>
          </p:txBody>
        </p:sp>
        <p:sp>
          <p:nvSpPr>
            <p:cNvPr id="1671458381" name="Rechthoek 288"/>
            <p:cNvSpPr>
              <a:spLocks noAdjustHandles="1" noChangeArrowheads="1" noChangeShapeType="1" noEditPoints="1" noGrp="1" noMove="1" noResize="1" noRot="1"/>
            </p:cNvSpPr>
            <p:nvPr userDrawn="1"/>
          </p:nvSpPr>
          <p:spPr bwMode="auto">
            <a:xfrm>
              <a:off x="-3325829" y="3877206"/>
              <a:ext cx="2949219" cy="180000"/>
            </a:xfrm>
            <a:prstGeom prst="rect">
              <a:avLst/>
            </a:prstGeom>
            <a:noFill/>
            <a:ln w="25400" cap="flat" cmpd="sng" algn="ctr">
              <a:noFill/>
              <a:prstDash val="solid"/>
            </a:ln>
            <a:effectLst/>
          </p:spPr>
          <p:txBody>
            <a:bodyPr lIns="0" tIns="0" rIns="0" bIns="0" rtlCol="0" anchor="ctr"/>
            <a:lstStyle/>
            <a:p>
              <a:pPr marL="342900" marR="0" lvl="0" indent="-342900" defTabSz="914400">
                <a:lnSpc>
                  <a:spcPct val="100000"/>
                </a:lnSpc>
                <a:spcBef>
                  <a:spcPts val="599"/>
                </a:spcBef>
                <a:spcAft>
                  <a:spcPts val="599"/>
                </a:spcAft>
                <a:buClr>
                  <a:schemeClr val="accent1"/>
                </a:buClr>
                <a:buSzTx/>
                <a:buFont typeface="+mj-lt"/>
                <a:buAutoNum type="alphaLcPeriod"/>
                <a:defRPr/>
              </a:pPr>
              <a:r>
                <a:rPr lang="en-GB" sz="1400" b="0" i="0" u="none" strike="noStrike" cap="none" spc="0">
                  <a:ln>
                    <a:noFill/>
                  </a:ln>
                  <a:solidFill>
                    <a:schemeClr val="tx1"/>
                  </a:solidFill>
                  <a:latin typeface="Arial"/>
                  <a:cs typeface="Calibri"/>
                </a:rPr>
                <a:t>Alphabetical bullet</a:t>
              </a:r>
              <a:endParaRPr/>
            </a:p>
          </p:txBody>
        </p:sp>
        <p:sp>
          <p:nvSpPr>
            <p:cNvPr id="854573666" name="Ovaal 289"/>
            <p:cNvSpPr>
              <a:spLocks noAdjustHandles="1" noChangeArrowheads="1" noChangeShapeType="1" noEditPoints="1" noGrp="1" noMove="1" noResize="1" noRot="1"/>
            </p:cNvSpPr>
            <p:nvPr userDrawn="1"/>
          </p:nvSpPr>
          <p:spPr bwMode="auto">
            <a:xfrm>
              <a:off x="-3604182" y="3876471"/>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8</a:t>
              </a:r>
              <a:endParaRPr/>
            </a:p>
          </p:txBody>
        </p:sp>
        <p:sp>
          <p:nvSpPr>
            <p:cNvPr id="1891825313" name="Rechthoek 290"/>
            <p:cNvSpPr>
              <a:spLocks noAdjustHandles="1" noChangeArrowheads="1" noChangeShapeType="1" noEditPoints="1" noGrp="1" noMove="1" noResize="1" noRot="1"/>
            </p:cNvSpPr>
            <p:nvPr userDrawn="1"/>
          </p:nvSpPr>
          <p:spPr bwMode="auto">
            <a:xfrm>
              <a:off x="-3319414" y="4168593"/>
              <a:ext cx="2949219" cy="180000"/>
            </a:xfrm>
            <a:prstGeom prst="rect">
              <a:avLst/>
            </a:prstGeom>
            <a:noFill/>
            <a:ln w="25400" cap="flat" cmpd="sng" algn="ctr">
              <a:noFill/>
              <a:prstDash val="solid"/>
            </a:ln>
            <a:effectLst/>
          </p:spPr>
          <p:txBody>
            <a:bodyPr lIns="0" tIns="0" rIns="0" bIns="0" rtlCol="0" anchor="ctr"/>
            <a:lstStyle/>
            <a:p>
              <a:pPr marL="0" marR="0" lvl="0" indent="0" defTabSz="914400">
                <a:lnSpc>
                  <a:spcPct val="100000"/>
                </a:lnSpc>
                <a:spcBef>
                  <a:spcPts val="599"/>
                </a:spcBef>
                <a:spcAft>
                  <a:spcPts val="599"/>
                </a:spcAft>
                <a:buClr>
                  <a:schemeClr val="tx1"/>
                </a:buClr>
                <a:buSzTx/>
                <a:buFont typeface="Calibri"/>
                <a:buNone/>
                <a:defRPr/>
              </a:pPr>
              <a:r>
                <a:rPr lang="en-GB" sz="1200" b="0" i="1" u="none" strike="noStrike" cap="none" spc="0">
                  <a:ln>
                    <a:noFill/>
                  </a:ln>
                  <a:solidFill>
                    <a:srgbClr val="000000"/>
                  </a:solidFill>
                  <a:latin typeface="Arial"/>
                  <a:cs typeface="Calibri"/>
                </a:rPr>
                <a:t>Source</a:t>
              </a:r>
              <a:endParaRPr/>
            </a:p>
          </p:txBody>
        </p:sp>
        <p:sp>
          <p:nvSpPr>
            <p:cNvPr id="1289449019" name="Ovaal 291"/>
            <p:cNvSpPr>
              <a:spLocks noAdjustHandles="1" noChangeArrowheads="1" noChangeShapeType="1" noEditPoints="1" noGrp="1" noMove="1" noResize="1" noRot="1"/>
            </p:cNvSpPr>
            <p:nvPr userDrawn="1"/>
          </p:nvSpPr>
          <p:spPr bwMode="auto">
            <a:xfrm>
              <a:off x="-3604182" y="4168593"/>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9</a:t>
              </a:r>
              <a:endParaRPr/>
            </a:p>
          </p:txBody>
        </p:sp>
        <p:sp>
          <p:nvSpPr>
            <p:cNvPr id="1029262637" name="Rechthoek 292"/>
            <p:cNvSpPr>
              <a:spLocks noAdjustHandles="1" noChangeArrowheads="1" noChangeShapeType="1" noEditPoints="1" noGrp="1" noMove="1" noResize="1" noRot="1"/>
            </p:cNvSpPr>
            <p:nvPr userDrawn="1"/>
          </p:nvSpPr>
          <p:spPr bwMode="auto">
            <a:xfrm>
              <a:off x="-3319414" y="3294428"/>
              <a:ext cx="2949219" cy="180000"/>
            </a:xfrm>
            <a:prstGeom prst="rect">
              <a:avLst/>
            </a:prstGeom>
            <a:noFill/>
            <a:ln w="25400" cap="flat" cmpd="sng" algn="ctr">
              <a:noFill/>
              <a:prstDash val="solid"/>
            </a:ln>
            <a:effectLst/>
          </p:spPr>
          <p:txBody>
            <a:bodyPr lIns="0" tIns="0" rIns="0" bIns="0" rtlCol="0" anchor="ctr"/>
            <a:lstStyle/>
            <a:p>
              <a:pPr marL="0" marR="0" lvl="0" indent="0" defTabSz="914400">
                <a:lnSpc>
                  <a:spcPct val="100000"/>
                </a:lnSpc>
                <a:spcBef>
                  <a:spcPts val="599"/>
                </a:spcBef>
                <a:spcAft>
                  <a:spcPts val="599"/>
                </a:spcAft>
                <a:buClr>
                  <a:schemeClr val="accent1"/>
                </a:buClr>
                <a:buSzTx/>
                <a:buFont typeface="Calibri"/>
                <a:buNone/>
                <a:defRPr/>
              </a:pPr>
              <a:r>
                <a:rPr lang="en-GB" sz="1400" b="0" i="0" u="none" strike="noStrike" cap="none" spc="0">
                  <a:ln>
                    <a:noFill/>
                  </a:ln>
                  <a:solidFill>
                    <a:srgbClr val="000000"/>
                  </a:solidFill>
                  <a:latin typeface="Arial"/>
                  <a:cs typeface="Calibri"/>
                </a:rPr>
                <a:t>Default text</a:t>
              </a:r>
              <a:endParaRPr/>
            </a:p>
          </p:txBody>
        </p:sp>
        <p:sp>
          <p:nvSpPr>
            <p:cNvPr id="752779218" name="Rechthoek 293"/>
            <p:cNvSpPr>
              <a:spLocks noAdjustHandles="1" noChangeArrowheads="1" noChangeShapeType="1" noEditPoints="1" noGrp="1" noMove="1" noResize="1" noRot="1"/>
            </p:cNvSpPr>
            <p:nvPr userDrawn="1"/>
          </p:nvSpPr>
          <p:spPr bwMode="auto">
            <a:xfrm>
              <a:off x="-3786436" y="4531348"/>
              <a:ext cx="3593637" cy="828000"/>
            </a:xfrm>
            <a:prstGeom prst="rect">
              <a:avLst/>
            </a:prstGeom>
            <a:solidFill>
              <a:srgbClr val="ECECEC"/>
            </a:solidFill>
            <a:ln w="6350">
              <a:solidFill>
                <a:srgbClr val="ECECEC"/>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ctr" anchorCtr="0" forceAA="0" compatLnSpc="1">
              <a:prstTxWarp prst="textNoShape"/>
              <a:noAutofit/>
            </a:bodyPr>
            <a:lstStyle/>
            <a:p>
              <a:pPr algn="l">
                <a:lnSpc>
                  <a:spcPct val="90000"/>
                </a:lnSpc>
                <a:spcBef>
                  <a:spcPts val="599"/>
                </a:spcBef>
                <a:spcAft>
                  <a:spcPts val="599"/>
                </a:spcAft>
                <a:defRPr/>
              </a:pPr>
              <a:r>
                <a:rPr lang="en-GB" sz="1200" b="1" cap="all">
                  <a:solidFill>
                    <a:srgbClr val="211F26"/>
                  </a:solidFill>
                  <a:latin typeface="Calibri"/>
                  <a:cs typeface="Calibri"/>
                </a:rPr>
                <a:t>Want to know more?</a:t>
              </a:r>
              <a:br>
                <a:rPr lang="en-GB" sz="1200" b="1" cap="all">
                  <a:solidFill>
                    <a:srgbClr val="211F26"/>
                  </a:solidFill>
                  <a:latin typeface="Calibri"/>
                  <a:cs typeface="Calibri"/>
                </a:rPr>
              </a:br>
              <a:r>
                <a:rPr lang="en-GB" sz="1200" cap="none">
                  <a:solidFill>
                    <a:srgbClr val="211F26"/>
                  </a:solidFill>
                  <a:latin typeface="Calibri"/>
                  <a:cs typeface="Calibri"/>
                </a:rPr>
                <a:t>Go to the </a:t>
              </a:r>
              <a:r>
                <a:rPr lang="en-GB" sz="1200" cap="none">
                  <a:solidFill>
                    <a:srgbClr val="211F26"/>
                  </a:solidFill>
                  <a:latin typeface="Calibri"/>
                  <a:ea typeface="Arial"/>
                  <a:cs typeface="Calibri"/>
                </a:rPr>
                <a:t>tab</a:t>
              </a:r>
              <a:r>
                <a:rPr lang="en-GB" sz="1200" b="1" cap="all">
                  <a:solidFill>
                    <a:srgbClr val="211F26"/>
                  </a:solidFill>
                  <a:latin typeface="Calibri"/>
                  <a:cs typeface="Calibri"/>
                </a:rPr>
                <a:t> 'SLIDEBUILDER’ </a:t>
              </a:r>
              <a:r>
                <a:rPr lang="en-GB" sz="1200" cap="none">
                  <a:solidFill>
                    <a:srgbClr val="211F26"/>
                  </a:solidFill>
                  <a:latin typeface="Calibri"/>
                  <a:ea typeface="Arial"/>
                  <a:cs typeface="Calibri"/>
                </a:rPr>
                <a:t>and click</a:t>
              </a:r>
              <a:br>
                <a:rPr lang="en-GB" sz="1200" cap="none">
                  <a:solidFill>
                    <a:srgbClr val="211F26"/>
                  </a:solidFill>
                  <a:latin typeface="Calibri"/>
                  <a:ea typeface="Arial"/>
                  <a:cs typeface="Calibri"/>
                </a:rPr>
              </a:br>
              <a:r>
                <a:rPr lang="en-GB" sz="1200" cap="none">
                  <a:solidFill>
                    <a:srgbClr val="211F26"/>
                  </a:solidFill>
                  <a:latin typeface="Calibri"/>
                  <a:ea typeface="Arial"/>
                  <a:cs typeface="Calibri"/>
                </a:rPr>
                <a:t>on the button </a:t>
              </a:r>
              <a:r>
                <a:rPr lang="en-GB" sz="1200" b="1" cap="all">
                  <a:solidFill>
                    <a:srgbClr val="211F26"/>
                  </a:solidFill>
                  <a:latin typeface="Calibri"/>
                  <a:cs typeface="Calibri"/>
                </a:rPr>
                <a:t>‘Inspiration'</a:t>
              </a:r>
              <a:endParaRPr/>
            </a:p>
          </p:txBody>
        </p:sp>
        <p:grpSp>
          <p:nvGrpSpPr>
            <p:cNvPr id="941990265" name="ICOON_info"/>
            <p:cNvGrpSpPr>
              <a:grpSpLocks noGrp="1" noMove="1" noResize="1" noRot="1" noUngrp="1"/>
            </p:cNvGrpSpPr>
            <p:nvPr userDrawn="1"/>
          </p:nvGrpSpPr>
          <p:grpSpPr bwMode="auto">
            <a:xfrm>
              <a:off x="-376734" y="4400185"/>
              <a:ext cx="283684" cy="283684"/>
              <a:chOff x="-510741" y="5913712"/>
              <a:chExt cx="267554" cy="267554"/>
            </a:xfrm>
          </p:grpSpPr>
          <p:sp>
            <p:nvSpPr>
              <p:cNvPr id="366052409" name="Ovaal 342"/>
              <p:cNvSpPr>
                <a:spLocks noAdjustHandles="1" noChangeArrowheads="1" noChangeShapeType="1" noEditPoints="1" noGrp="1" noMove="1" noResize="1" noRot="1"/>
              </p:cNvSpPr>
              <p:nvPr userDrawn="1"/>
            </p:nvSpPr>
            <p:spPr bwMode="auto">
              <a:xfrm>
                <a:off x="-491852" y="5932071"/>
                <a:ext cx="230834" cy="230834"/>
              </a:xfrm>
              <a:prstGeom prst="ellipse">
                <a:avLst/>
              </a:prstGeom>
              <a:solidFill>
                <a:srgbClr val="211F2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noAutofit/>
              </a:bodyPr>
              <a:lstStyle/>
              <a:p>
                <a:pPr algn="ctr">
                  <a:lnSpc>
                    <a:spcPct val="90000"/>
                  </a:lnSpc>
                  <a:spcBef>
                    <a:spcPts val="599"/>
                  </a:spcBef>
                  <a:spcAft>
                    <a:spcPts val="599"/>
                  </a:spcAft>
                  <a:defRPr/>
                </a:pPr>
                <a:endParaRPr lang="en-GB" sz="1600" cap="all">
                  <a:latin typeface="Calibri"/>
                  <a:cs typeface="Calibri"/>
                </a:endParaRPr>
              </a:p>
            </p:txBody>
          </p:sp>
          <p:sp>
            <p:nvSpPr>
              <p:cNvPr id="1352134062" name="Graphic 163" descr="Informatie"/>
              <p:cNvSpPr>
                <a:spLocks noAdjustHandles="1" noChangeArrowheads="1" noChangeShapeType="1" noEditPoints="1" noGrp="1" noMove="1" noResize="1" noRot="1"/>
              </p:cNvSpPr>
              <p:nvPr/>
            </p:nvSpPr>
            <p:spPr bwMode="auto">
              <a:xfrm>
                <a:off x="-510741" y="5913712"/>
                <a:ext cx="267554" cy="267554"/>
              </a:xfrm>
              <a:custGeom>
                <a:avLst/>
                <a:gdLst>
                  <a:gd name="connsiteX0" fmla="*/ 145860 w 291719"/>
                  <a:gd name="connsiteY0" fmla="*/ 0 h 291719"/>
                  <a:gd name="connsiteX1" fmla="*/ 0 w 291719"/>
                  <a:gd name="connsiteY1" fmla="*/ 145860 h 291719"/>
                  <a:gd name="connsiteX2" fmla="*/ 145860 w 291719"/>
                  <a:gd name="connsiteY2" fmla="*/ 291720 h 291719"/>
                  <a:gd name="connsiteX3" fmla="*/ 291720 w 291719"/>
                  <a:gd name="connsiteY3" fmla="*/ 145860 h 291719"/>
                  <a:gd name="connsiteX4" fmla="*/ 145860 w 291719"/>
                  <a:gd name="connsiteY4" fmla="*/ 0 h 291719"/>
                  <a:gd name="connsiteX5" fmla="*/ 138183 w 291719"/>
                  <a:gd name="connsiteY5" fmla="*/ 38384 h 291719"/>
                  <a:gd name="connsiteX6" fmla="*/ 157375 w 291719"/>
                  <a:gd name="connsiteY6" fmla="*/ 57576 h 291719"/>
                  <a:gd name="connsiteX7" fmla="*/ 138183 w 291719"/>
                  <a:gd name="connsiteY7" fmla="*/ 76768 h 291719"/>
                  <a:gd name="connsiteX8" fmla="*/ 118991 w 291719"/>
                  <a:gd name="connsiteY8" fmla="*/ 57576 h 291719"/>
                  <a:gd name="connsiteX9" fmla="*/ 138183 w 291719"/>
                  <a:gd name="connsiteY9" fmla="*/ 38384 h 291719"/>
                  <a:gd name="connsiteX10" fmla="*/ 184244 w 291719"/>
                  <a:gd name="connsiteY10" fmla="*/ 253336 h 291719"/>
                  <a:gd name="connsiteX11" fmla="*/ 107476 w 291719"/>
                  <a:gd name="connsiteY11" fmla="*/ 253336 h 291719"/>
                  <a:gd name="connsiteX12" fmla="*/ 107476 w 291719"/>
                  <a:gd name="connsiteY12" fmla="*/ 230305 h 291719"/>
                  <a:gd name="connsiteX13" fmla="*/ 134345 w 291719"/>
                  <a:gd name="connsiteY13" fmla="*/ 230305 h 291719"/>
                  <a:gd name="connsiteX14" fmla="*/ 134345 w 291719"/>
                  <a:gd name="connsiteY14" fmla="*/ 115153 h 291719"/>
                  <a:gd name="connsiteX15" fmla="*/ 111314 w 291719"/>
                  <a:gd name="connsiteY15" fmla="*/ 115153 h 291719"/>
                  <a:gd name="connsiteX16" fmla="*/ 111314 w 291719"/>
                  <a:gd name="connsiteY16" fmla="*/ 92122 h 291719"/>
                  <a:gd name="connsiteX17" fmla="*/ 157375 w 291719"/>
                  <a:gd name="connsiteY17" fmla="*/ 92122 h 291719"/>
                  <a:gd name="connsiteX18" fmla="*/ 157375 w 291719"/>
                  <a:gd name="connsiteY18" fmla="*/ 115153 h 291719"/>
                  <a:gd name="connsiteX19" fmla="*/ 157375 w 291719"/>
                  <a:gd name="connsiteY19" fmla="*/ 230305 h 291719"/>
                  <a:gd name="connsiteX20" fmla="*/ 184244 w 291719"/>
                  <a:gd name="connsiteY20" fmla="*/ 230305 h 291719"/>
                  <a:gd name="connsiteX21" fmla="*/ 184244 w 291719"/>
                  <a:gd name="connsiteY21" fmla="*/ 253336 h 291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1719" h="291719" fill="norm" stroke="1" extrusionOk="0">
                    <a:moveTo>
                      <a:pt x="145860" y="0"/>
                    </a:moveTo>
                    <a:cubicBezTo>
                      <a:pt x="65253" y="0"/>
                      <a:pt x="0" y="65253"/>
                      <a:pt x="0" y="145860"/>
                    </a:cubicBezTo>
                    <a:cubicBezTo>
                      <a:pt x="0" y="226467"/>
                      <a:pt x="65253" y="291720"/>
                      <a:pt x="145860" y="291720"/>
                    </a:cubicBezTo>
                    <a:cubicBezTo>
                      <a:pt x="226467" y="291720"/>
                      <a:pt x="291720" y="226467"/>
                      <a:pt x="291720" y="145860"/>
                    </a:cubicBezTo>
                    <a:cubicBezTo>
                      <a:pt x="291720" y="65253"/>
                      <a:pt x="226467" y="0"/>
                      <a:pt x="145860" y="0"/>
                    </a:cubicBezTo>
                    <a:close/>
                    <a:moveTo>
                      <a:pt x="138183" y="38384"/>
                    </a:moveTo>
                    <a:cubicBezTo>
                      <a:pt x="148931" y="38384"/>
                      <a:pt x="157375" y="46829"/>
                      <a:pt x="157375" y="57576"/>
                    </a:cubicBezTo>
                    <a:cubicBezTo>
                      <a:pt x="157375" y="68324"/>
                      <a:pt x="148931" y="76768"/>
                      <a:pt x="138183" y="76768"/>
                    </a:cubicBezTo>
                    <a:cubicBezTo>
                      <a:pt x="127435" y="76768"/>
                      <a:pt x="118991" y="68324"/>
                      <a:pt x="118991" y="57576"/>
                    </a:cubicBezTo>
                    <a:cubicBezTo>
                      <a:pt x="118991" y="46829"/>
                      <a:pt x="127435" y="38384"/>
                      <a:pt x="138183" y="38384"/>
                    </a:cubicBezTo>
                    <a:close/>
                    <a:moveTo>
                      <a:pt x="184244" y="253336"/>
                    </a:moveTo>
                    <a:lnTo>
                      <a:pt x="107476" y="253336"/>
                    </a:lnTo>
                    <a:lnTo>
                      <a:pt x="107476" y="230305"/>
                    </a:lnTo>
                    <a:lnTo>
                      <a:pt x="134345" y="230305"/>
                    </a:lnTo>
                    <a:lnTo>
                      <a:pt x="134345" y="115153"/>
                    </a:lnTo>
                    <a:lnTo>
                      <a:pt x="111314" y="115153"/>
                    </a:lnTo>
                    <a:lnTo>
                      <a:pt x="111314" y="92122"/>
                    </a:lnTo>
                    <a:lnTo>
                      <a:pt x="157375" y="92122"/>
                    </a:lnTo>
                    <a:lnTo>
                      <a:pt x="157375" y="115153"/>
                    </a:lnTo>
                    <a:lnTo>
                      <a:pt x="157375" y="230305"/>
                    </a:lnTo>
                    <a:lnTo>
                      <a:pt x="184244" y="230305"/>
                    </a:lnTo>
                    <a:lnTo>
                      <a:pt x="184244" y="253336"/>
                    </a:lnTo>
                    <a:close/>
                  </a:path>
                </a:pathLst>
              </a:custGeom>
              <a:solidFill>
                <a:srgbClr val="1FF524"/>
              </a:solidFill>
              <a:ln w="3770" cap="flat">
                <a:noFill/>
                <a:prstDash val="solid"/>
                <a:miter/>
              </a:ln>
            </p:spPr>
            <p:txBody>
              <a:bodyPr rtlCol="0" anchor="ctr"/>
              <a:lstStyle/>
              <a:p>
                <a:pPr>
                  <a:defRPr/>
                </a:pPr>
                <a:endParaRPr lang="en-GB" sz="2000">
                  <a:solidFill>
                    <a:srgbClr val="211F26"/>
                  </a:solidFill>
                  <a:latin typeface="Calibri"/>
                  <a:cs typeface="Calibri"/>
                </a:endParaRPr>
              </a:p>
            </p:txBody>
          </p:sp>
        </p:grpSp>
        <p:grpSp>
          <p:nvGrpSpPr>
            <p:cNvPr id="607343118" name="VOORBEELD"/>
            <p:cNvGrpSpPr>
              <a:grpSpLocks noGrp="1" noMove="1" noResize="1" noRot="1" noUngrp="1"/>
            </p:cNvGrpSpPr>
            <p:nvPr userDrawn="1"/>
          </p:nvGrpSpPr>
          <p:grpSpPr bwMode="auto">
            <a:xfrm>
              <a:off x="-3605171" y="458673"/>
              <a:ext cx="3234310" cy="558874"/>
              <a:chOff x="-3605171" y="458673"/>
              <a:chExt cx="3234310" cy="558874"/>
            </a:xfrm>
          </p:grpSpPr>
          <p:sp>
            <p:nvSpPr>
              <p:cNvPr id="1461778235" name="Rechthoek 302"/>
              <p:cNvSpPr>
                <a:spLocks noAdjustHandles="1" noChangeArrowheads="1" noChangeShapeType="1" noEditPoints="1" noGrp="1" noMove="1" noResize="1" noRot="1"/>
              </p:cNvSpPr>
              <p:nvPr userDrawn="1"/>
            </p:nvSpPr>
            <p:spPr bwMode="auto">
              <a:xfrm>
                <a:off x="-3604182" y="458673"/>
                <a:ext cx="393458" cy="184057"/>
              </a:xfrm>
              <a:prstGeom prst="rect">
                <a:avLst/>
              </a:prstGeom>
              <a:solidFill>
                <a:srgbClr val="F8F8F8"/>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18000" rIns="0" bIns="0" numCol="1" spcCol="0" rtlCol="0" fromWordArt="0" anchor="t" anchorCtr="0" forceAA="0" compatLnSpc="1">
                <a:prstTxWarp prst="textNoShape"/>
                <a:noAutofit/>
              </a:bodyPr>
              <a:lstStyle/>
              <a:p>
                <a:pPr algn="ctr">
                  <a:defRPr/>
                </a:pPr>
                <a:r>
                  <a:rPr lang="en-GB" sz="900" b="1">
                    <a:solidFill>
                      <a:srgbClr val="211F26"/>
                    </a:solidFill>
                    <a:latin typeface="Calibri"/>
                    <a:cs typeface="Calibri"/>
                  </a:rPr>
                  <a:t>Home</a:t>
                </a:r>
                <a:endParaRPr/>
              </a:p>
            </p:txBody>
          </p:sp>
          <p:sp>
            <p:nvSpPr>
              <p:cNvPr id="128623099" name="Rechthoek 303"/>
              <p:cNvSpPr>
                <a:spLocks noAdjustHandles="1" noChangeArrowheads="1" noChangeShapeType="1" noEditPoints="1" noGrp="1" noMove="1" noResize="1" noRot="1"/>
              </p:cNvSpPr>
              <p:nvPr userDrawn="1"/>
            </p:nvSpPr>
            <p:spPr bwMode="auto">
              <a:xfrm>
                <a:off x="-3599183" y="621344"/>
                <a:ext cx="383781" cy="27171"/>
              </a:xfrm>
              <a:prstGeom prst="rect">
                <a:avLst/>
              </a:prstGeom>
              <a:solidFill>
                <a:srgbClr val="B7462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noAutofit/>
              </a:bodyPr>
              <a:lstStyle/>
              <a:p>
                <a:pPr algn="l">
                  <a:defRPr/>
                </a:pPr>
                <a:endParaRPr lang="en-GB" sz="1000" b="1">
                  <a:solidFill>
                    <a:srgbClr val="211F26"/>
                  </a:solidFill>
                  <a:latin typeface="Calibri"/>
                  <a:cs typeface="Calibri"/>
                </a:endParaRPr>
              </a:p>
            </p:txBody>
          </p:sp>
          <p:grpSp>
            <p:nvGrpSpPr>
              <p:cNvPr id="94160365" name="Groep 304"/>
              <p:cNvGrpSpPr>
                <a:grpSpLocks noGrp="1" noMove="1" noResize="1" noRot="1" noUngrp="1"/>
              </p:cNvGrpSpPr>
              <p:nvPr userDrawn="1"/>
            </p:nvGrpSpPr>
            <p:grpSpPr bwMode="auto">
              <a:xfrm>
                <a:off x="-3386246" y="830871"/>
                <a:ext cx="139422" cy="109566"/>
                <a:chOff x="-2866743" y="827069"/>
                <a:chExt cx="168700" cy="132574"/>
              </a:xfrm>
            </p:grpSpPr>
            <p:grpSp>
              <p:nvGrpSpPr>
                <p:cNvPr id="950966327" name="Groep 335"/>
                <p:cNvGrpSpPr>
                  <a:grpSpLocks noGrp="1" noMove="1" noResize="1" noRot="1" noUngrp="1"/>
                </p:cNvGrpSpPr>
                <p:nvPr userDrawn="1"/>
              </p:nvGrpSpPr>
              <p:grpSpPr bwMode="auto">
                <a:xfrm>
                  <a:off x="-2866743" y="827069"/>
                  <a:ext cx="168700" cy="132574"/>
                  <a:chOff x="-2866743" y="827069"/>
                  <a:chExt cx="168700" cy="132574"/>
                </a:xfrm>
              </p:grpSpPr>
              <p:cxnSp>
                <p:nvCxnSpPr>
                  <p:cNvPr id="2110815852" name="Rechte verbindingslijn 337"/>
                  <p:cNvCxnSpPr>
                    <a:cxnSpLocks noAdjustHandles="1" noChangeArrowheads="1" noChangeShapeType="1" noEditPoints="1" noGrp="1" noMove="1" noResize="1" noRot="1"/>
                  </p:cNvCxnSpPr>
                  <p:nvPr userDrawn="1"/>
                </p:nvCxnSpPr>
                <p:spPr bwMode="auto">
                  <a:xfrm>
                    <a:off x="-2866743" y="827069"/>
                    <a:ext cx="168700" cy="0"/>
                  </a:xfrm>
                  <a:prstGeom prst="line">
                    <a:avLst/>
                  </a:prstGeom>
                  <a:solidFill>
                    <a:schemeClr val="bg1"/>
                  </a:solidFill>
                  <a:ln w="12700" cap="flat" cmpd="sng" algn="ctr">
                    <a:solidFill>
                      <a:srgbClr val="9D9FA1"/>
                    </a:solidFill>
                    <a:prstDash val="solid"/>
                  </a:ln>
                  <a:effectLst/>
                </p:spPr>
              </p:cxnSp>
              <p:cxnSp>
                <p:nvCxnSpPr>
                  <p:cNvPr id="1925306682" name="Rechte verbindingslijn 338"/>
                  <p:cNvCxnSpPr>
                    <a:cxnSpLocks noAdjustHandles="1" noChangeArrowheads="1" noChangeShapeType="1" noEditPoints="1" noGrp="1" noMove="1" noResize="1" noRot="1"/>
                  </p:cNvCxnSpPr>
                  <p:nvPr userDrawn="1"/>
                </p:nvCxnSpPr>
                <p:spPr bwMode="auto">
                  <a:xfrm>
                    <a:off x="-2866743" y="959645"/>
                    <a:ext cx="168700" cy="0"/>
                  </a:xfrm>
                  <a:prstGeom prst="line">
                    <a:avLst/>
                  </a:prstGeom>
                  <a:solidFill>
                    <a:schemeClr val="bg1"/>
                  </a:solidFill>
                  <a:ln w="12700" cap="flat" cmpd="sng" algn="ctr">
                    <a:solidFill>
                      <a:srgbClr val="9D9FA1"/>
                    </a:solidFill>
                    <a:prstDash val="solid"/>
                  </a:ln>
                  <a:effectLst/>
                </p:spPr>
              </p:cxnSp>
              <p:cxnSp>
                <p:nvCxnSpPr>
                  <p:cNvPr id="180492879" name="Rechte verbindingslijn 339"/>
                  <p:cNvCxnSpPr>
                    <a:cxnSpLocks noAdjustHandles="1" noChangeArrowheads="1" noChangeShapeType="1" noEditPoints="1" noGrp="1" noMove="1" noResize="1" noRot="1"/>
                  </p:cNvCxnSpPr>
                  <p:nvPr userDrawn="1"/>
                </p:nvCxnSpPr>
                <p:spPr bwMode="auto">
                  <a:xfrm>
                    <a:off x="-2773989" y="926502"/>
                    <a:ext cx="75946" cy="0"/>
                  </a:xfrm>
                  <a:prstGeom prst="line">
                    <a:avLst/>
                  </a:prstGeom>
                  <a:solidFill>
                    <a:schemeClr val="bg1"/>
                  </a:solidFill>
                  <a:ln w="12700" cap="flat" cmpd="sng" algn="ctr">
                    <a:solidFill>
                      <a:srgbClr val="9D9FA1"/>
                    </a:solidFill>
                    <a:prstDash val="solid"/>
                  </a:ln>
                  <a:effectLst/>
                </p:spPr>
              </p:cxnSp>
              <p:cxnSp>
                <p:nvCxnSpPr>
                  <p:cNvPr id="84338895" name="Rechte verbindingslijn 340"/>
                  <p:cNvCxnSpPr>
                    <a:cxnSpLocks noAdjustHandles="1" noChangeArrowheads="1" noChangeShapeType="1" noEditPoints="1" noGrp="1" noMove="1" noResize="1" noRot="1"/>
                  </p:cNvCxnSpPr>
                  <p:nvPr userDrawn="1"/>
                </p:nvCxnSpPr>
                <p:spPr bwMode="auto">
                  <a:xfrm>
                    <a:off x="-2773989" y="893358"/>
                    <a:ext cx="75946" cy="0"/>
                  </a:xfrm>
                  <a:prstGeom prst="line">
                    <a:avLst/>
                  </a:prstGeom>
                  <a:solidFill>
                    <a:schemeClr val="bg1"/>
                  </a:solidFill>
                  <a:ln w="12700" cap="flat" cmpd="sng" algn="ctr">
                    <a:solidFill>
                      <a:srgbClr val="9D9FA1"/>
                    </a:solidFill>
                    <a:prstDash val="solid"/>
                  </a:ln>
                  <a:effectLst/>
                </p:spPr>
              </p:cxnSp>
              <p:cxnSp>
                <p:nvCxnSpPr>
                  <p:cNvPr id="1966646731" name="Rechte verbindingslijn 341"/>
                  <p:cNvCxnSpPr>
                    <a:cxnSpLocks noAdjustHandles="1" noChangeArrowheads="1" noChangeShapeType="1" noEditPoints="1" noGrp="1" noMove="1" noResize="1" noRot="1"/>
                  </p:cNvCxnSpPr>
                  <p:nvPr userDrawn="1"/>
                </p:nvCxnSpPr>
                <p:spPr bwMode="auto">
                  <a:xfrm>
                    <a:off x="-2773989" y="860214"/>
                    <a:ext cx="75946" cy="0"/>
                  </a:xfrm>
                  <a:prstGeom prst="line">
                    <a:avLst/>
                  </a:prstGeom>
                  <a:solidFill>
                    <a:schemeClr val="bg1"/>
                  </a:solidFill>
                  <a:ln w="12700" cap="flat" cmpd="sng" algn="ctr">
                    <a:solidFill>
                      <a:srgbClr val="9D9FA1"/>
                    </a:solidFill>
                    <a:prstDash val="solid"/>
                  </a:ln>
                  <a:effectLst/>
                </p:spPr>
              </p:cxnSp>
            </p:grpSp>
            <p:sp>
              <p:nvSpPr>
                <p:cNvPr id="142392329" name="Pijl: rechts 336"/>
                <p:cNvSpPr>
                  <a:spLocks noAdjustHandles="1" noChangeArrowheads="1" noChangeShapeType="1" noEditPoints="1" noGrp="1" noMove="1" noResize="1" noRot="1"/>
                </p:cNvSpPr>
                <p:nvPr userDrawn="1"/>
              </p:nvSpPr>
              <p:spPr bwMode="auto">
                <a:xfrm>
                  <a:off x="-2866743" y="858736"/>
                  <a:ext cx="70675" cy="67901"/>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noAutofit/>
                </a:bodyPr>
                <a:lstStyle/>
                <a:p>
                  <a:pPr algn="l">
                    <a:defRPr/>
                  </a:pPr>
                  <a:endParaRPr lang="en-GB" sz="1000" b="1">
                    <a:solidFill>
                      <a:srgbClr val="211F26"/>
                    </a:solidFill>
                    <a:latin typeface="Calibri"/>
                    <a:cs typeface="Calibri"/>
                  </a:endParaRPr>
                </a:p>
              </p:txBody>
            </p:sp>
          </p:grpSp>
          <p:grpSp>
            <p:nvGrpSpPr>
              <p:cNvPr id="153921524" name="Groep 305"/>
              <p:cNvGrpSpPr>
                <a:grpSpLocks noGrp="1" noMove="1" noResize="1" noRot="1" noUngrp="1"/>
              </p:cNvGrpSpPr>
              <p:nvPr userDrawn="1"/>
            </p:nvGrpSpPr>
            <p:grpSpPr bwMode="auto">
              <a:xfrm>
                <a:off x="-3605171" y="830871"/>
                <a:ext cx="139422" cy="109566"/>
                <a:chOff x="-2866743" y="518073"/>
                <a:chExt cx="168700" cy="132574"/>
              </a:xfrm>
            </p:grpSpPr>
            <p:grpSp>
              <p:nvGrpSpPr>
                <p:cNvPr id="533227144" name="Groep 328"/>
                <p:cNvGrpSpPr>
                  <a:grpSpLocks noGrp="1" noMove="1" noResize="1" noRot="1" noUngrp="1"/>
                </p:cNvGrpSpPr>
                <p:nvPr userDrawn="1"/>
              </p:nvGrpSpPr>
              <p:grpSpPr bwMode="auto">
                <a:xfrm>
                  <a:off x="-2866743" y="518073"/>
                  <a:ext cx="168700" cy="132574"/>
                  <a:chOff x="-2866743" y="518073"/>
                  <a:chExt cx="168700" cy="132574"/>
                </a:xfrm>
              </p:grpSpPr>
              <p:cxnSp>
                <p:nvCxnSpPr>
                  <p:cNvPr id="1777489769" name="Rechte verbindingslijn 330"/>
                  <p:cNvCxnSpPr>
                    <a:cxnSpLocks noAdjustHandles="1" noChangeArrowheads="1" noChangeShapeType="1" noEditPoints="1" noGrp="1" noMove="1" noResize="1" noRot="1"/>
                  </p:cNvCxnSpPr>
                  <p:nvPr userDrawn="1"/>
                </p:nvCxnSpPr>
                <p:spPr bwMode="auto">
                  <a:xfrm>
                    <a:off x="-2866743" y="518073"/>
                    <a:ext cx="168700" cy="0"/>
                  </a:xfrm>
                  <a:prstGeom prst="line">
                    <a:avLst/>
                  </a:prstGeom>
                  <a:solidFill>
                    <a:schemeClr val="bg1"/>
                  </a:solidFill>
                  <a:ln w="12700" cap="flat" cmpd="sng" algn="ctr">
                    <a:solidFill>
                      <a:srgbClr val="9D9FA1"/>
                    </a:solidFill>
                    <a:prstDash val="solid"/>
                  </a:ln>
                  <a:effectLst/>
                </p:spPr>
              </p:cxnSp>
              <p:cxnSp>
                <p:nvCxnSpPr>
                  <p:cNvPr id="2112321990" name="Rechte verbindingslijn 331"/>
                  <p:cNvCxnSpPr>
                    <a:cxnSpLocks noAdjustHandles="1" noChangeArrowheads="1" noChangeShapeType="1" noEditPoints="1" noGrp="1" noMove="1" noResize="1" noRot="1"/>
                  </p:cNvCxnSpPr>
                  <p:nvPr userDrawn="1"/>
                </p:nvCxnSpPr>
                <p:spPr bwMode="auto">
                  <a:xfrm>
                    <a:off x="-2866743" y="650648"/>
                    <a:ext cx="168700" cy="0"/>
                  </a:xfrm>
                  <a:prstGeom prst="line">
                    <a:avLst/>
                  </a:prstGeom>
                  <a:solidFill>
                    <a:schemeClr val="bg1"/>
                  </a:solidFill>
                  <a:ln w="12700" cap="flat" cmpd="sng" algn="ctr">
                    <a:solidFill>
                      <a:srgbClr val="9D9FA1"/>
                    </a:solidFill>
                    <a:prstDash val="solid"/>
                  </a:ln>
                  <a:effectLst/>
                </p:spPr>
              </p:cxnSp>
              <p:cxnSp>
                <p:nvCxnSpPr>
                  <p:cNvPr id="320846926" name="Rechte verbindingslijn 332"/>
                  <p:cNvCxnSpPr>
                    <a:cxnSpLocks noAdjustHandles="1" noChangeArrowheads="1" noChangeShapeType="1" noEditPoints="1" noGrp="1" noMove="1" noResize="1" noRot="1"/>
                  </p:cNvCxnSpPr>
                  <p:nvPr userDrawn="1"/>
                </p:nvCxnSpPr>
                <p:spPr bwMode="auto">
                  <a:xfrm>
                    <a:off x="-2773989" y="617505"/>
                    <a:ext cx="75946" cy="0"/>
                  </a:xfrm>
                  <a:prstGeom prst="line">
                    <a:avLst/>
                  </a:prstGeom>
                  <a:solidFill>
                    <a:schemeClr val="bg1"/>
                  </a:solidFill>
                  <a:ln w="12700" cap="flat" cmpd="sng" algn="ctr">
                    <a:solidFill>
                      <a:srgbClr val="9D9FA1"/>
                    </a:solidFill>
                    <a:prstDash val="solid"/>
                  </a:ln>
                  <a:effectLst/>
                </p:spPr>
              </p:cxnSp>
              <p:cxnSp>
                <p:nvCxnSpPr>
                  <p:cNvPr id="1913243357" name="Rechte verbindingslijn 333"/>
                  <p:cNvCxnSpPr>
                    <a:cxnSpLocks noAdjustHandles="1" noChangeArrowheads="1" noChangeShapeType="1" noEditPoints="1" noGrp="1" noMove="1" noResize="1" noRot="1"/>
                  </p:cNvCxnSpPr>
                  <p:nvPr userDrawn="1"/>
                </p:nvCxnSpPr>
                <p:spPr bwMode="auto">
                  <a:xfrm>
                    <a:off x="-2773989" y="584361"/>
                    <a:ext cx="75946" cy="0"/>
                  </a:xfrm>
                  <a:prstGeom prst="line">
                    <a:avLst/>
                  </a:prstGeom>
                  <a:solidFill>
                    <a:schemeClr val="bg1"/>
                  </a:solidFill>
                  <a:ln w="12700" cap="flat" cmpd="sng" algn="ctr">
                    <a:solidFill>
                      <a:srgbClr val="9D9FA1"/>
                    </a:solidFill>
                    <a:prstDash val="solid"/>
                  </a:ln>
                  <a:effectLst/>
                </p:spPr>
              </p:cxnSp>
              <p:cxnSp>
                <p:nvCxnSpPr>
                  <p:cNvPr id="625876916" name="Rechte verbindingslijn 334"/>
                  <p:cNvCxnSpPr>
                    <a:cxnSpLocks noAdjustHandles="1" noChangeArrowheads="1" noChangeShapeType="1" noEditPoints="1" noGrp="1" noMove="1" noResize="1" noRot="1"/>
                  </p:cNvCxnSpPr>
                  <p:nvPr userDrawn="1"/>
                </p:nvCxnSpPr>
                <p:spPr bwMode="auto">
                  <a:xfrm>
                    <a:off x="-2773989" y="551217"/>
                    <a:ext cx="75946" cy="0"/>
                  </a:xfrm>
                  <a:prstGeom prst="line">
                    <a:avLst/>
                  </a:prstGeom>
                  <a:solidFill>
                    <a:schemeClr val="bg1"/>
                  </a:solidFill>
                  <a:ln w="12700" cap="flat" cmpd="sng" algn="ctr">
                    <a:solidFill>
                      <a:srgbClr val="9D9FA1"/>
                    </a:solidFill>
                    <a:prstDash val="solid"/>
                  </a:ln>
                  <a:effectLst/>
                </p:spPr>
              </p:cxnSp>
            </p:grpSp>
            <p:sp>
              <p:nvSpPr>
                <p:cNvPr id="1879509408" name="Pijl: rechts 329"/>
                <p:cNvSpPr>
                  <a:spLocks noAdjustHandles="1" noChangeArrowheads="1" noChangeShapeType="1" noEditPoints="1" noGrp="1" noMove="1" noResize="1" noRot="1"/>
                </p:cNvSpPr>
                <p:nvPr userDrawn="1"/>
              </p:nvSpPr>
              <p:spPr bwMode="auto">
                <a:xfrm flipH="1">
                  <a:off x="-2866743" y="549739"/>
                  <a:ext cx="70675" cy="67901"/>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noAutofit/>
                </a:bodyPr>
                <a:lstStyle/>
                <a:p>
                  <a:pPr algn="l">
                    <a:defRPr/>
                  </a:pPr>
                  <a:endParaRPr lang="en-GB" sz="1000" b="1">
                    <a:solidFill>
                      <a:srgbClr val="211F26"/>
                    </a:solidFill>
                    <a:latin typeface="Calibri"/>
                    <a:cs typeface="Calibri"/>
                  </a:endParaRPr>
                </a:p>
              </p:txBody>
            </p:sp>
          </p:grpSp>
          <p:cxnSp>
            <p:nvCxnSpPr>
              <p:cNvPr id="163525075" name="Rechte verbindingslijn 306"/>
              <p:cNvCxnSpPr>
                <a:cxnSpLocks noAdjustHandles="1" noChangeArrowheads="1" noChangeShapeType="1" noEditPoints="1" noGrp="1" noMove="1" noResize="1" noRot="1"/>
              </p:cNvCxnSpPr>
              <p:nvPr userDrawn="1"/>
            </p:nvCxnSpPr>
            <p:spPr bwMode="auto">
              <a:xfrm flipV="1">
                <a:off x="-3459956" y="588168"/>
                <a:ext cx="547686" cy="219075"/>
              </a:xfrm>
              <a:prstGeom prst="line">
                <a:avLst/>
              </a:prstGeom>
              <a:noFill/>
              <a:ln w="19050" cap="rnd" cmpd="sng" algn="ctr">
                <a:solidFill>
                  <a:schemeClr val="accent1"/>
                </a:solidFill>
                <a:prstDash val="solid"/>
                <a:headEnd type="oval"/>
              </a:ln>
              <a:effectLst/>
            </p:spPr>
          </p:cxnSp>
          <p:cxnSp>
            <p:nvCxnSpPr>
              <p:cNvPr id="1429299212" name="Rechte verbindingslijn 307"/>
              <p:cNvCxnSpPr>
                <a:cxnSpLocks noAdjustHandles="1" noChangeArrowheads="1" noChangeShapeType="1" noEditPoints="1" noGrp="1" noMove="1" noResize="1" noRot="1"/>
              </p:cNvCxnSpPr>
              <p:nvPr userDrawn="1"/>
            </p:nvCxnSpPr>
            <p:spPr bwMode="auto">
              <a:xfrm>
                <a:off x="-3224212" y="828675"/>
                <a:ext cx="319087" cy="0"/>
              </a:xfrm>
              <a:prstGeom prst="line">
                <a:avLst/>
              </a:prstGeom>
              <a:noFill/>
              <a:ln w="19050" cap="rnd" cmpd="sng" algn="ctr">
                <a:solidFill>
                  <a:schemeClr val="accent1"/>
                </a:solidFill>
                <a:prstDash val="solid"/>
                <a:headEnd type="oval"/>
              </a:ln>
              <a:effectLst/>
            </p:spPr>
          </p:cxnSp>
          <p:sp>
            <p:nvSpPr>
              <p:cNvPr id="1216256552" name="Rechthoek 308"/>
              <p:cNvSpPr>
                <a:spLocks noAdjustHandles="1" noChangeArrowheads="1" noChangeShapeType="1" noEditPoints="1" noGrp="1" noMove="1" noResize="1" noRot="1"/>
              </p:cNvSpPr>
              <p:nvPr userDrawn="1"/>
            </p:nvSpPr>
            <p:spPr bwMode="auto">
              <a:xfrm>
                <a:off x="-2559902" y="512178"/>
                <a:ext cx="2189041" cy="151083"/>
              </a:xfrm>
              <a:prstGeom prst="rect">
                <a:avLst/>
              </a:prstGeom>
              <a:noFill/>
              <a:ln w="25400" cap="flat" cmpd="sng" algn="ctr">
                <a:noFill/>
                <a:prstDash val="solid"/>
              </a:ln>
              <a:effectLst/>
            </p:spPr>
            <p:txBody>
              <a:bodyPr lIns="0" tIns="0" rIns="0" bIns="0" rtlCol="0" anchor="ctr"/>
              <a:lstStyle/>
              <a:p>
                <a:pPr marL="0" marR="0" lvl="0" indent="0" defTabSz="914400">
                  <a:lnSpc>
                    <a:spcPct val="90000"/>
                  </a:lnSpc>
                  <a:spcBef>
                    <a:spcPts val="599"/>
                  </a:spcBef>
                  <a:spcAft>
                    <a:spcPts val="599"/>
                  </a:spcAft>
                  <a:buClrTx/>
                  <a:buSzTx/>
                  <a:buFontTx/>
                  <a:buNone/>
                  <a:defRPr/>
                </a:pPr>
                <a:r>
                  <a:rPr lang="en-GB" sz="1100" b="0" i="0" u="none" strike="noStrike" cap="none" spc="0">
                    <a:ln>
                      <a:noFill/>
                    </a:ln>
                    <a:solidFill>
                      <a:schemeClr val="tx1"/>
                    </a:solidFill>
                    <a:latin typeface="Calibri"/>
                    <a:cs typeface="Calibri"/>
                  </a:rPr>
                  <a:t>Text level down</a:t>
                </a:r>
                <a:endParaRPr/>
              </a:p>
            </p:txBody>
          </p:sp>
          <p:sp>
            <p:nvSpPr>
              <p:cNvPr id="339246062" name="Rechthoek 309"/>
              <p:cNvSpPr>
                <a:spLocks noAdjustHandles="1" noChangeArrowheads="1" noChangeShapeType="1" noEditPoints="1" noGrp="1" noMove="1" noResize="1" noRot="1"/>
              </p:cNvSpPr>
              <p:nvPr userDrawn="1"/>
            </p:nvSpPr>
            <p:spPr bwMode="auto">
              <a:xfrm>
                <a:off x="-2559902" y="819560"/>
                <a:ext cx="2189043" cy="142201"/>
              </a:xfrm>
              <a:prstGeom prst="rect">
                <a:avLst/>
              </a:prstGeom>
              <a:noFill/>
              <a:ln w="25400" cap="flat" cmpd="sng" algn="ctr">
                <a:noFill/>
                <a:prstDash val="solid"/>
              </a:ln>
              <a:effectLst/>
            </p:spPr>
            <p:txBody>
              <a:bodyPr lIns="0" tIns="0" rIns="0" bIns="0" rtlCol="0" anchor="ctr"/>
              <a:lstStyle/>
              <a:p>
                <a:pPr marL="0" marR="0" lvl="0" indent="0" defTabSz="914400">
                  <a:lnSpc>
                    <a:spcPct val="90000"/>
                  </a:lnSpc>
                  <a:spcBef>
                    <a:spcPts val="599"/>
                  </a:spcBef>
                  <a:spcAft>
                    <a:spcPts val="599"/>
                  </a:spcAft>
                  <a:buClrTx/>
                  <a:buSzTx/>
                  <a:buFontTx/>
                  <a:buNone/>
                  <a:defRPr/>
                </a:pPr>
                <a:r>
                  <a:rPr lang="en-GB" sz="1100" b="0" i="0" u="none" strike="noStrike" cap="none" spc="0">
                    <a:ln>
                      <a:noFill/>
                    </a:ln>
                    <a:solidFill>
                      <a:schemeClr val="tx1"/>
                    </a:solidFill>
                    <a:latin typeface="Calibri"/>
                    <a:cs typeface="Calibri"/>
                  </a:rPr>
                  <a:t>Text level up</a:t>
                </a:r>
                <a:endParaRPr/>
              </a:p>
            </p:txBody>
          </p:sp>
          <p:grpSp>
            <p:nvGrpSpPr>
              <p:cNvPr id="1134092265" name="Groep 310"/>
              <p:cNvGrpSpPr>
                <a:grpSpLocks noGrp="1" noMove="1" noResize="1" noRot="1" noUngrp="1"/>
              </p:cNvGrpSpPr>
              <p:nvPr userDrawn="1"/>
            </p:nvGrpSpPr>
            <p:grpSpPr bwMode="auto">
              <a:xfrm>
                <a:off x="-2916762" y="769167"/>
                <a:ext cx="268737" cy="248380"/>
                <a:chOff x="-2916762" y="769167"/>
                <a:chExt cx="268737" cy="248380"/>
              </a:xfrm>
            </p:grpSpPr>
            <p:sp>
              <p:nvSpPr>
                <p:cNvPr id="203570506" name="Rechthoek 320"/>
                <p:cNvSpPr>
                  <a:spLocks noAdjustHandles="1" noChangeArrowheads="1" noChangeShapeType="1" noEditPoints="1" noGrp="1" noMove="1" noResize="1" noRot="1"/>
                </p:cNvSpPr>
                <p:nvPr userDrawn="1"/>
              </p:nvSpPr>
              <p:spPr bwMode="auto">
                <a:xfrm>
                  <a:off x="-2916762" y="769167"/>
                  <a:ext cx="268737" cy="248380"/>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noAutofit/>
                </a:bodyPr>
                <a:lstStyle/>
                <a:p>
                  <a:pPr algn="ctr">
                    <a:defRPr/>
                  </a:pPr>
                  <a:endParaRPr lang="en-GB" sz="1050" b="0">
                    <a:solidFill>
                      <a:srgbClr val="211F26"/>
                    </a:solidFill>
                    <a:latin typeface="Calibri"/>
                    <a:cs typeface="Calibri"/>
                  </a:endParaRPr>
                </a:p>
              </p:txBody>
            </p:sp>
            <p:grpSp>
              <p:nvGrpSpPr>
                <p:cNvPr id="1260817823" name="Groep 321"/>
                <p:cNvGrpSpPr>
                  <a:grpSpLocks noGrp="1" noMove="1" noResize="1" noRot="1" noUngrp="1"/>
                </p:cNvGrpSpPr>
                <p:nvPr userDrawn="1"/>
              </p:nvGrpSpPr>
              <p:grpSpPr bwMode="auto">
                <a:xfrm>
                  <a:off x="-2866743" y="827069"/>
                  <a:ext cx="168700" cy="132574"/>
                  <a:chOff x="-2866743" y="827069"/>
                  <a:chExt cx="168700" cy="132574"/>
                </a:xfrm>
              </p:grpSpPr>
              <p:cxnSp>
                <p:nvCxnSpPr>
                  <p:cNvPr id="1168603593" name="Rechte verbindingslijn 323"/>
                  <p:cNvCxnSpPr>
                    <a:cxnSpLocks noAdjustHandles="1" noChangeArrowheads="1" noChangeShapeType="1" noEditPoints="1" noGrp="1" noMove="1" noResize="1" noRot="1"/>
                  </p:cNvCxnSpPr>
                  <p:nvPr userDrawn="1"/>
                </p:nvCxnSpPr>
                <p:spPr bwMode="auto">
                  <a:xfrm>
                    <a:off x="-2866743" y="827069"/>
                    <a:ext cx="168700" cy="0"/>
                  </a:xfrm>
                  <a:prstGeom prst="line">
                    <a:avLst/>
                  </a:prstGeom>
                  <a:solidFill>
                    <a:schemeClr val="bg1"/>
                  </a:solidFill>
                  <a:ln w="12700" cap="flat" cmpd="sng" algn="ctr">
                    <a:solidFill>
                      <a:srgbClr val="9D9FA1"/>
                    </a:solidFill>
                    <a:prstDash val="solid"/>
                  </a:ln>
                  <a:effectLst/>
                </p:spPr>
              </p:cxnSp>
              <p:cxnSp>
                <p:nvCxnSpPr>
                  <p:cNvPr id="1932390697" name="Rechte verbindingslijn 324"/>
                  <p:cNvCxnSpPr>
                    <a:cxnSpLocks noAdjustHandles="1" noChangeArrowheads="1" noChangeShapeType="1" noEditPoints="1" noGrp="1" noMove="1" noResize="1" noRot="1"/>
                  </p:cNvCxnSpPr>
                  <p:nvPr userDrawn="1"/>
                </p:nvCxnSpPr>
                <p:spPr bwMode="auto">
                  <a:xfrm>
                    <a:off x="-2866743" y="959645"/>
                    <a:ext cx="168700" cy="0"/>
                  </a:xfrm>
                  <a:prstGeom prst="line">
                    <a:avLst/>
                  </a:prstGeom>
                  <a:solidFill>
                    <a:schemeClr val="bg1"/>
                  </a:solidFill>
                  <a:ln w="12700" cap="flat" cmpd="sng" algn="ctr">
                    <a:solidFill>
                      <a:srgbClr val="9D9FA1"/>
                    </a:solidFill>
                    <a:prstDash val="solid"/>
                  </a:ln>
                  <a:effectLst/>
                </p:spPr>
              </p:cxnSp>
              <p:cxnSp>
                <p:nvCxnSpPr>
                  <p:cNvPr id="1817102560" name="Rechte verbindingslijn 325"/>
                  <p:cNvCxnSpPr>
                    <a:cxnSpLocks noAdjustHandles="1" noChangeArrowheads="1" noChangeShapeType="1" noEditPoints="1" noGrp="1" noMove="1" noResize="1" noRot="1"/>
                  </p:cNvCxnSpPr>
                  <p:nvPr userDrawn="1"/>
                </p:nvCxnSpPr>
                <p:spPr bwMode="auto">
                  <a:xfrm>
                    <a:off x="-2773989" y="926502"/>
                    <a:ext cx="75946" cy="0"/>
                  </a:xfrm>
                  <a:prstGeom prst="line">
                    <a:avLst/>
                  </a:prstGeom>
                  <a:solidFill>
                    <a:schemeClr val="bg1"/>
                  </a:solidFill>
                  <a:ln w="12700" cap="flat" cmpd="sng" algn="ctr">
                    <a:solidFill>
                      <a:srgbClr val="9D9FA1"/>
                    </a:solidFill>
                    <a:prstDash val="solid"/>
                  </a:ln>
                  <a:effectLst/>
                </p:spPr>
              </p:cxnSp>
              <p:cxnSp>
                <p:nvCxnSpPr>
                  <p:cNvPr id="402613191" name="Rechte verbindingslijn 326"/>
                  <p:cNvCxnSpPr>
                    <a:cxnSpLocks noAdjustHandles="1" noChangeArrowheads="1" noChangeShapeType="1" noEditPoints="1" noGrp="1" noMove="1" noResize="1" noRot="1"/>
                  </p:cNvCxnSpPr>
                  <p:nvPr userDrawn="1"/>
                </p:nvCxnSpPr>
                <p:spPr bwMode="auto">
                  <a:xfrm>
                    <a:off x="-2773989" y="893358"/>
                    <a:ext cx="75946" cy="0"/>
                  </a:xfrm>
                  <a:prstGeom prst="line">
                    <a:avLst/>
                  </a:prstGeom>
                  <a:solidFill>
                    <a:schemeClr val="bg1"/>
                  </a:solidFill>
                  <a:ln w="12700" cap="flat" cmpd="sng" algn="ctr">
                    <a:solidFill>
                      <a:srgbClr val="9D9FA1"/>
                    </a:solidFill>
                    <a:prstDash val="solid"/>
                  </a:ln>
                  <a:effectLst/>
                </p:spPr>
              </p:cxnSp>
              <p:cxnSp>
                <p:nvCxnSpPr>
                  <p:cNvPr id="289409245" name="Rechte verbindingslijn 327"/>
                  <p:cNvCxnSpPr>
                    <a:cxnSpLocks noAdjustHandles="1" noChangeArrowheads="1" noChangeShapeType="1" noEditPoints="1" noGrp="1" noMove="1" noResize="1" noRot="1"/>
                  </p:cNvCxnSpPr>
                  <p:nvPr userDrawn="1"/>
                </p:nvCxnSpPr>
                <p:spPr bwMode="auto">
                  <a:xfrm>
                    <a:off x="-2773989" y="860214"/>
                    <a:ext cx="75946" cy="0"/>
                  </a:xfrm>
                  <a:prstGeom prst="line">
                    <a:avLst/>
                  </a:prstGeom>
                  <a:solidFill>
                    <a:schemeClr val="bg1"/>
                  </a:solidFill>
                  <a:ln w="12700" cap="flat" cmpd="sng" algn="ctr">
                    <a:solidFill>
                      <a:srgbClr val="9D9FA1"/>
                    </a:solidFill>
                    <a:prstDash val="solid"/>
                  </a:ln>
                  <a:effectLst/>
                </p:spPr>
              </p:cxnSp>
            </p:grpSp>
            <p:sp>
              <p:nvSpPr>
                <p:cNvPr id="192167797" name="Pijl: rechts 322"/>
                <p:cNvSpPr>
                  <a:spLocks noAdjustHandles="1" noChangeArrowheads="1" noChangeShapeType="1" noEditPoints="1" noGrp="1" noMove="1" noResize="1" noRot="1"/>
                </p:cNvSpPr>
                <p:nvPr userDrawn="1"/>
              </p:nvSpPr>
              <p:spPr bwMode="auto">
                <a:xfrm>
                  <a:off x="-2866743" y="858736"/>
                  <a:ext cx="70675" cy="67901"/>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noAutofit/>
                </a:bodyPr>
                <a:lstStyle/>
                <a:p>
                  <a:pPr algn="l">
                    <a:defRPr/>
                  </a:pPr>
                  <a:endParaRPr lang="en-GB" sz="1000" b="1">
                    <a:solidFill>
                      <a:srgbClr val="211F26"/>
                    </a:solidFill>
                    <a:latin typeface="Calibri"/>
                    <a:cs typeface="Calibri"/>
                  </a:endParaRPr>
                </a:p>
              </p:txBody>
            </p:sp>
          </p:grpSp>
          <p:grpSp>
            <p:nvGrpSpPr>
              <p:cNvPr id="1343472004" name="Groep 311"/>
              <p:cNvGrpSpPr>
                <a:grpSpLocks noGrp="1" noMove="1" noResize="1" noRot="1" noUngrp="1"/>
              </p:cNvGrpSpPr>
              <p:nvPr userDrawn="1"/>
            </p:nvGrpSpPr>
            <p:grpSpPr bwMode="auto">
              <a:xfrm>
                <a:off x="-2916762" y="460170"/>
                <a:ext cx="268737" cy="248380"/>
                <a:chOff x="-2916762" y="460170"/>
                <a:chExt cx="268737" cy="248380"/>
              </a:xfrm>
            </p:grpSpPr>
            <p:sp>
              <p:nvSpPr>
                <p:cNvPr id="762313791" name="Rechthoek 312"/>
                <p:cNvSpPr>
                  <a:spLocks noAdjustHandles="1" noChangeArrowheads="1" noChangeShapeType="1" noEditPoints="1" noGrp="1" noMove="1" noResize="1" noRot="1"/>
                </p:cNvSpPr>
                <p:nvPr userDrawn="1"/>
              </p:nvSpPr>
              <p:spPr bwMode="auto">
                <a:xfrm>
                  <a:off x="-2916762" y="460170"/>
                  <a:ext cx="268737" cy="248380"/>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noAutofit/>
                </a:bodyPr>
                <a:lstStyle/>
                <a:p>
                  <a:pPr algn="ctr">
                    <a:defRPr/>
                  </a:pPr>
                  <a:endParaRPr lang="en-GB" sz="1050" b="0">
                    <a:solidFill>
                      <a:srgbClr val="211F26"/>
                    </a:solidFill>
                    <a:latin typeface="Calibri"/>
                    <a:cs typeface="Calibri"/>
                  </a:endParaRPr>
                </a:p>
              </p:txBody>
            </p:sp>
            <p:grpSp>
              <p:nvGrpSpPr>
                <p:cNvPr id="1531267448" name="Groep 313"/>
                <p:cNvGrpSpPr>
                  <a:grpSpLocks noGrp="1" noMove="1" noResize="1" noRot="1" noUngrp="1"/>
                </p:cNvGrpSpPr>
                <p:nvPr userDrawn="1"/>
              </p:nvGrpSpPr>
              <p:grpSpPr bwMode="auto">
                <a:xfrm>
                  <a:off x="-2866743" y="518073"/>
                  <a:ext cx="168700" cy="132574"/>
                  <a:chOff x="-2866743" y="518073"/>
                  <a:chExt cx="168700" cy="132574"/>
                </a:xfrm>
              </p:grpSpPr>
              <p:cxnSp>
                <p:nvCxnSpPr>
                  <p:cNvPr id="97257423" name="Rechte verbindingslijn 315"/>
                  <p:cNvCxnSpPr>
                    <a:cxnSpLocks noAdjustHandles="1" noChangeArrowheads="1" noChangeShapeType="1" noEditPoints="1" noGrp="1" noMove="1" noResize="1" noRot="1"/>
                  </p:cNvCxnSpPr>
                  <p:nvPr userDrawn="1"/>
                </p:nvCxnSpPr>
                <p:spPr bwMode="auto">
                  <a:xfrm>
                    <a:off x="-2866743" y="518073"/>
                    <a:ext cx="168700" cy="0"/>
                  </a:xfrm>
                  <a:prstGeom prst="line">
                    <a:avLst/>
                  </a:prstGeom>
                  <a:solidFill>
                    <a:schemeClr val="bg1"/>
                  </a:solidFill>
                  <a:ln w="12700" cap="flat" cmpd="sng" algn="ctr">
                    <a:solidFill>
                      <a:srgbClr val="9D9FA1"/>
                    </a:solidFill>
                    <a:prstDash val="solid"/>
                  </a:ln>
                  <a:effectLst/>
                </p:spPr>
              </p:cxnSp>
              <p:cxnSp>
                <p:nvCxnSpPr>
                  <p:cNvPr id="1878219476" name="Rechte verbindingslijn 316"/>
                  <p:cNvCxnSpPr>
                    <a:cxnSpLocks noAdjustHandles="1" noChangeArrowheads="1" noChangeShapeType="1" noEditPoints="1" noGrp="1" noMove="1" noResize="1" noRot="1"/>
                  </p:cNvCxnSpPr>
                  <p:nvPr userDrawn="1"/>
                </p:nvCxnSpPr>
                <p:spPr bwMode="auto">
                  <a:xfrm>
                    <a:off x="-2866743" y="650648"/>
                    <a:ext cx="168700" cy="0"/>
                  </a:xfrm>
                  <a:prstGeom prst="line">
                    <a:avLst/>
                  </a:prstGeom>
                  <a:solidFill>
                    <a:schemeClr val="bg1"/>
                  </a:solidFill>
                  <a:ln w="12700" cap="flat" cmpd="sng" algn="ctr">
                    <a:solidFill>
                      <a:srgbClr val="9D9FA1"/>
                    </a:solidFill>
                    <a:prstDash val="solid"/>
                  </a:ln>
                  <a:effectLst/>
                </p:spPr>
              </p:cxnSp>
              <p:cxnSp>
                <p:nvCxnSpPr>
                  <p:cNvPr id="1176123417" name="Rechte verbindingslijn 317"/>
                  <p:cNvCxnSpPr>
                    <a:cxnSpLocks noAdjustHandles="1" noChangeArrowheads="1" noChangeShapeType="1" noEditPoints="1" noGrp="1" noMove="1" noResize="1" noRot="1"/>
                  </p:cNvCxnSpPr>
                  <p:nvPr userDrawn="1"/>
                </p:nvCxnSpPr>
                <p:spPr bwMode="auto">
                  <a:xfrm>
                    <a:off x="-2773989" y="617505"/>
                    <a:ext cx="75946" cy="0"/>
                  </a:xfrm>
                  <a:prstGeom prst="line">
                    <a:avLst/>
                  </a:prstGeom>
                  <a:solidFill>
                    <a:schemeClr val="bg1"/>
                  </a:solidFill>
                  <a:ln w="12700" cap="flat" cmpd="sng" algn="ctr">
                    <a:solidFill>
                      <a:srgbClr val="9D9FA1"/>
                    </a:solidFill>
                    <a:prstDash val="solid"/>
                  </a:ln>
                  <a:effectLst/>
                </p:spPr>
              </p:cxnSp>
              <p:cxnSp>
                <p:nvCxnSpPr>
                  <p:cNvPr id="393695377" name="Rechte verbindingslijn 318"/>
                  <p:cNvCxnSpPr>
                    <a:cxnSpLocks noAdjustHandles="1" noChangeArrowheads="1" noChangeShapeType="1" noEditPoints="1" noGrp="1" noMove="1" noResize="1" noRot="1"/>
                  </p:cNvCxnSpPr>
                  <p:nvPr userDrawn="1"/>
                </p:nvCxnSpPr>
                <p:spPr bwMode="auto">
                  <a:xfrm>
                    <a:off x="-2773989" y="584361"/>
                    <a:ext cx="75946" cy="0"/>
                  </a:xfrm>
                  <a:prstGeom prst="line">
                    <a:avLst/>
                  </a:prstGeom>
                  <a:solidFill>
                    <a:schemeClr val="bg1"/>
                  </a:solidFill>
                  <a:ln w="12700" cap="flat" cmpd="sng" algn="ctr">
                    <a:solidFill>
                      <a:srgbClr val="9D9FA1"/>
                    </a:solidFill>
                    <a:prstDash val="solid"/>
                  </a:ln>
                  <a:effectLst/>
                </p:spPr>
              </p:cxnSp>
              <p:cxnSp>
                <p:nvCxnSpPr>
                  <p:cNvPr id="146838748" name="Rechte verbindingslijn 319"/>
                  <p:cNvCxnSpPr>
                    <a:cxnSpLocks noAdjustHandles="1" noChangeArrowheads="1" noChangeShapeType="1" noEditPoints="1" noGrp="1" noMove="1" noResize="1" noRot="1"/>
                  </p:cNvCxnSpPr>
                  <p:nvPr userDrawn="1"/>
                </p:nvCxnSpPr>
                <p:spPr bwMode="auto">
                  <a:xfrm>
                    <a:off x="-2773989" y="551217"/>
                    <a:ext cx="75946" cy="0"/>
                  </a:xfrm>
                  <a:prstGeom prst="line">
                    <a:avLst/>
                  </a:prstGeom>
                  <a:solidFill>
                    <a:schemeClr val="bg1"/>
                  </a:solidFill>
                  <a:ln w="12700" cap="flat" cmpd="sng" algn="ctr">
                    <a:solidFill>
                      <a:srgbClr val="9D9FA1"/>
                    </a:solidFill>
                    <a:prstDash val="solid"/>
                  </a:ln>
                  <a:effectLst/>
                </p:spPr>
              </p:cxnSp>
            </p:grpSp>
            <p:sp>
              <p:nvSpPr>
                <p:cNvPr id="258682123" name="Pijl: rechts 314"/>
                <p:cNvSpPr>
                  <a:spLocks noAdjustHandles="1" noChangeArrowheads="1" noChangeShapeType="1" noEditPoints="1" noGrp="1" noMove="1" noResize="1" noRot="1"/>
                </p:cNvSpPr>
                <p:nvPr userDrawn="1"/>
              </p:nvSpPr>
              <p:spPr bwMode="auto">
                <a:xfrm flipH="1">
                  <a:off x="-2866743" y="549739"/>
                  <a:ext cx="70675" cy="67901"/>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noAutofit/>
                </a:bodyPr>
                <a:lstStyle/>
                <a:p>
                  <a:pPr algn="l">
                    <a:defRPr/>
                  </a:pPr>
                  <a:endParaRPr lang="en-GB" sz="1000" b="1">
                    <a:solidFill>
                      <a:srgbClr val="211F26"/>
                    </a:solidFill>
                    <a:latin typeface="Calibri"/>
                    <a:cs typeface="Calibri"/>
                  </a:endParaRPr>
                </a:p>
              </p:txBody>
            </p:sp>
          </p:grpSp>
        </p:grpSp>
        <p:grpSp>
          <p:nvGrpSpPr>
            <p:cNvPr id="45455586" name="Groep 296"/>
            <p:cNvGrpSpPr>
              <a:grpSpLocks noGrp="1" noMove="1" noResize="1" noRot="1" noUngrp="1"/>
            </p:cNvGrpSpPr>
            <p:nvPr userDrawn="1"/>
          </p:nvGrpSpPr>
          <p:grpSpPr bwMode="auto">
            <a:xfrm>
              <a:off x="-938433" y="4663036"/>
              <a:ext cx="627797" cy="576693"/>
              <a:chOff x="-1753861" y="6112774"/>
              <a:chExt cx="759634" cy="697797"/>
            </a:xfrm>
          </p:grpSpPr>
          <p:grpSp>
            <p:nvGrpSpPr>
              <p:cNvPr id="680621276" name="Inspireren"/>
              <p:cNvGrpSpPr>
                <a:grpSpLocks noChangeAspect="1" noGrp="1" noMove="1" noResize="1" noRot="1" noUngrp="1"/>
              </p:cNvGrpSpPr>
              <p:nvPr userDrawn="1"/>
            </p:nvGrpSpPr>
            <p:grpSpPr bwMode="auto">
              <a:xfrm>
                <a:off x="-1484857" y="6112774"/>
                <a:ext cx="205430" cy="293285"/>
                <a:chOff x="4767" y="2782"/>
                <a:chExt cx="787" cy="1125"/>
              </a:xfrm>
              <a:gradFill>
                <a:gsLst>
                  <a:gs pos="0">
                    <a:srgbClr val="9D9FA1"/>
                  </a:gs>
                  <a:gs pos="70000">
                    <a:srgbClr val="211F26"/>
                  </a:gs>
                </a:gsLst>
                <a:lin ang="2700000" scaled="0"/>
              </a:gradFill>
            </p:grpSpPr>
            <p:sp>
              <p:nvSpPr>
                <p:cNvPr id="387761558" name="Freeform 12"/>
                <p:cNvSpPr>
                  <a:spLocks noAdjustHandles="1" noChangeArrowheads="1" noChangeShapeType="1" noEditPoints="1" noGrp="1" noMove="1" noResize="1" noRot="1"/>
                </p:cNvSpPr>
                <p:nvPr/>
              </p:nvSpPr>
              <p:spPr bwMode="auto">
                <a:xfrm>
                  <a:off x="5000" y="3186"/>
                  <a:ext cx="318" cy="288"/>
                </a:xfrm>
                <a:custGeom>
                  <a:avLst/>
                  <a:gdLst>
                    <a:gd name="T0" fmla="*/ 220 w 319"/>
                    <a:gd name="T1" fmla="*/ 288 h 288"/>
                    <a:gd name="T2" fmla="*/ 107 w 319"/>
                    <a:gd name="T3" fmla="*/ 288 h 288"/>
                    <a:gd name="T4" fmla="*/ 0 w 319"/>
                    <a:gd name="T5" fmla="*/ 0 h 288"/>
                    <a:gd name="T6" fmla="*/ 319 w 319"/>
                    <a:gd name="T7" fmla="*/ 0 h 288"/>
                    <a:gd name="T8" fmla="*/ 220 w 319"/>
                    <a:gd name="T9" fmla="*/ 288 h 288"/>
                  </a:gdLst>
                  <a:ahLst/>
                  <a:cxnLst>
                    <a:cxn ang="0">
                      <a:pos x="T0" y="T1"/>
                    </a:cxn>
                    <a:cxn ang="0">
                      <a:pos x="T2" y="T3"/>
                    </a:cxn>
                    <a:cxn ang="0">
                      <a:pos x="T4" y="T5"/>
                    </a:cxn>
                    <a:cxn ang="0">
                      <a:pos x="T6" y="T7"/>
                    </a:cxn>
                    <a:cxn ang="0">
                      <a:pos x="T8" y="T9"/>
                    </a:cxn>
                  </a:cxnLst>
                  <a:rect l="0" t="0" r="r" b="b"/>
                  <a:pathLst>
                    <a:path w="319" h="288" fill="norm" stroke="1" extrusionOk="0">
                      <a:moveTo>
                        <a:pt x="220" y="288"/>
                      </a:moveTo>
                      <a:lnTo>
                        <a:pt x="107" y="288"/>
                      </a:lnTo>
                      <a:lnTo>
                        <a:pt x="0" y="0"/>
                      </a:lnTo>
                      <a:lnTo>
                        <a:pt x="319" y="0"/>
                      </a:lnTo>
                      <a:lnTo>
                        <a:pt x="220" y="288"/>
                      </a:lnTo>
                      <a:close/>
                    </a:path>
                  </a:pathLst>
                </a:custGeom>
                <a:solidFill>
                  <a:srgbClr val="1FF524"/>
                </a:solidFill>
                <a:ln>
                  <a:noFill/>
                </a:ln>
              </p:spPr>
              <p:txBody>
                <a:bodyPr vert="horz" wrap="square" lIns="91440" tIns="45720" rIns="91440" bIns="45720" numCol="1" anchor="t" anchorCtr="0" compatLnSpc="1">
                  <a:prstTxWarp prst="textNoShape"/>
                </a:bodyPr>
                <a:lstStyle/>
                <a:p>
                  <a:pPr marL="0" marR="0" lvl="0" indent="0" defTabSz="995467">
                    <a:lnSpc>
                      <a:spcPct val="100000"/>
                    </a:lnSpc>
                    <a:spcBef>
                      <a:spcPts val="0"/>
                    </a:spcBef>
                    <a:spcAft>
                      <a:spcPts val="0"/>
                    </a:spcAft>
                    <a:buClrTx/>
                    <a:buSzTx/>
                    <a:buFontTx/>
                    <a:buNone/>
                    <a:defRPr/>
                  </a:pPr>
                  <a:endParaRPr lang="en-GB" sz="300" b="0" i="0" u="none" strike="noStrike" cap="none" spc="0">
                    <a:ln>
                      <a:noFill/>
                    </a:ln>
                    <a:solidFill>
                      <a:srgbClr val="211F26"/>
                    </a:solidFill>
                    <a:latin typeface="Arial"/>
                  </a:endParaRPr>
                </a:p>
              </p:txBody>
            </p:sp>
            <p:sp>
              <p:nvSpPr>
                <p:cNvPr id="492832423" name="Freeform 13"/>
                <p:cNvSpPr>
                  <a:spLocks noAdjustHandles="1" noChangeArrowheads="1" noChangeShapeType="1" noEditPoints="1" noGrp="1" noMove="1" noResize="1" noRot="1"/>
                </p:cNvSpPr>
                <p:nvPr/>
              </p:nvSpPr>
              <p:spPr bwMode="auto">
                <a:xfrm>
                  <a:off x="5022" y="3794"/>
                  <a:ext cx="281" cy="111"/>
                </a:xfrm>
                <a:custGeom>
                  <a:avLst/>
                  <a:gdLst>
                    <a:gd name="T0" fmla="*/ 229 w 251"/>
                    <a:gd name="T1" fmla="*/ 70 h 100"/>
                    <a:gd name="T2" fmla="*/ 229 w 251"/>
                    <a:gd name="T3" fmla="*/ 69 h 100"/>
                    <a:gd name="T4" fmla="*/ 251 w 251"/>
                    <a:gd name="T5" fmla="*/ 0 h 100"/>
                    <a:gd name="T6" fmla="*/ 0 w 251"/>
                    <a:gd name="T7" fmla="*/ 0 h 100"/>
                    <a:gd name="T8" fmla="*/ 22 w 251"/>
                    <a:gd name="T9" fmla="*/ 69 h 100"/>
                    <a:gd name="T10" fmla="*/ 63 w 251"/>
                    <a:gd name="T11" fmla="*/ 100 h 100"/>
                    <a:gd name="T12" fmla="*/ 188 w 251"/>
                    <a:gd name="T13" fmla="*/ 100 h 100"/>
                    <a:gd name="T14" fmla="*/ 229 w 251"/>
                    <a:gd name="T15" fmla="*/ 71 h 100"/>
                    <a:gd name="T16" fmla="*/ 229 w 251"/>
                    <a:gd name="T17" fmla="*/ 71 h 100"/>
                    <a:gd name="T18" fmla="*/ 229 w 251"/>
                    <a:gd name="T19" fmla="*/ 7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1" h="100" fill="norm" stroke="1" extrusionOk="0">
                      <a:moveTo>
                        <a:pt x="229" y="70"/>
                      </a:moveTo>
                      <a:cubicBezTo>
                        <a:pt x="229" y="70"/>
                        <a:pt x="229" y="69"/>
                        <a:pt x="229" y="69"/>
                      </a:cubicBezTo>
                      <a:cubicBezTo>
                        <a:pt x="251" y="0"/>
                        <a:pt x="251" y="0"/>
                        <a:pt x="251" y="0"/>
                      </a:cubicBezTo>
                      <a:cubicBezTo>
                        <a:pt x="0" y="0"/>
                        <a:pt x="0" y="0"/>
                        <a:pt x="0" y="0"/>
                      </a:cubicBezTo>
                      <a:cubicBezTo>
                        <a:pt x="22" y="69"/>
                        <a:pt x="22" y="69"/>
                        <a:pt x="22" y="69"/>
                      </a:cubicBezTo>
                      <a:cubicBezTo>
                        <a:pt x="27" y="87"/>
                        <a:pt x="44" y="100"/>
                        <a:pt x="63" y="100"/>
                      </a:cubicBezTo>
                      <a:cubicBezTo>
                        <a:pt x="188" y="100"/>
                        <a:pt x="188" y="100"/>
                        <a:pt x="188" y="100"/>
                      </a:cubicBezTo>
                      <a:cubicBezTo>
                        <a:pt x="207" y="100"/>
                        <a:pt x="223" y="88"/>
                        <a:pt x="229" y="71"/>
                      </a:cubicBezTo>
                      <a:cubicBezTo>
                        <a:pt x="229" y="71"/>
                        <a:pt x="229" y="71"/>
                        <a:pt x="229" y="71"/>
                      </a:cubicBezTo>
                      <a:lnTo>
                        <a:pt x="229" y="70"/>
                      </a:lnTo>
                      <a:close/>
                    </a:path>
                  </a:pathLst>
                </a:custGeom>
                <a:grpFill/>
                <a:ln>
                  <a:noFill/>
                </a:ln>
              </p:spPr>
              <p:txBody>
                <a:bodyPr vert="horz" wrap="square" lIns="91440" tIns="45720" rIns="91440" bIns="45720" numCol="1" anchor="t" anchorCtr="0" compatLnSpc="1">
                  <a:prstTxWarp prst="textNoShape"/>
                </a:bodyPr>
                <a:lstStyle/>
                <a:p>
                  <a:pPr marL="0" marR="0" lvl="0" indent="0" defTabSz="995467">
                    <a:lnSpc>
                      <a:spcPct val="100000"/>
                    </a:lnSpc>
                    <a:spcBef>
                      <a:spcPts val="0"/>
                    </a:spcBef>
                    <a:spcAft>
                      <a:spcPts val="0"/>
                    </a:spcAft>
                    <a:buClrTx/>
                    <a:buSzTx/>
                    <a:buFontTx/>
                    <a:buNone/>
                    <a:defRPr/>
                  </a:pPr>
                  <a:endParaRPr lang="en-GB" sz="300" b="0" i="0" u="none" strike="noStrike" cap="none" spc="0">
                    <a:ln>
                      <a:noFill/>
                    </a:ln>
                    <a:solidFill>
                      <a:srgbClr val="211F26"/>
                    </a:solidFill>
                    <a:latin typeface="Arial"/>
                  </a:endParaRPr>
                </a:p>
              </p:txBody>
            </p:sp>
            <p:sp>
              <p:nvSpPr>
                <p:cNvPr id="1098519744" name="Freeform 14"/>
                <p:cNvSpPr>
                  <a:spLocks noAdjustHandles="1" noChangeArrowheads="1" noChangeShapeType="1" noEditPoints="1" noGrp="1" noMove="1" noResize="1" noRot="1"/>
                </p:cNvSpPr>
                <p:nvPr/>
              </p:nvSpPr>
              <p:spPr bwMode="auto">
                <a:xfrm>
                  <a:off x="4767" y="2782"/>
                  <a:ext cx="787" cy="965"/>
                </a:xfrm>
                <a:custGeom>
                  <a:avLst/>
                  <a:gdLst>
                    <a:gd name="T0" fmla="*/ 351 w 702"/>
                    <a:gd name="T1" fmla="*/ 0 h 860"/>
                    <a:gd name="T2" fmla="*/ 0 w 702"/>
                    <a:gd name="T3" fmla="*/ 351 h 860"/>
                    <a:gd name="T4" fmla="*/ 134 w 702"/>
                    <a:gd name="T5" fmla="*/ 627 h 860"/>
                    <a:gd name="T6" fmla="*/ 165 w 702"/>
                    <a:gd name="T7" fmla="*/ 718 h 860"/>
                    <a:gd name="T8" fmla="*/ 266 w 702"/>
                    <a:gd name="T9" fmla="*/ 718 h 860"/>
                    <a:gd name="T10" fmla="*/ 266 w 702"/>
                    <a:gd name="T11" fmla="*/ 718 h 860"/>
                    <a:gd name="T12" fmla="*/ 434 w 702"/>
                    <a:gd name="T13" fmla="*/ 718 h 860"/>
                    <a:gd name="T14" fmla="*/ 419 w 702"/>
                    <a:gd name="T15" fmla="*/ 760 h 860"/>
                    <a:gd name="T16" fmla="*/ 284 w 702"/>
                    <a:gd name="T17" fmla="*/ 760 h 860"/>
                    <a:gd name="T18" fmla="*/ 284 w 702"/>
                    <a:gd name="T19" fmla="*/ 760 h 860"/>
                    <a:gd name="T20" fmla="*/ 179 w 702"/>
                    <a:gd name="T21" fmla="*/ 760 h 860"/>
                    <a:gd name="T22" fmla="*/ 212 w 702"/>
                    <a:gd name="T23" fmla="*/ 860 h 860"/>
                    <a:gd name="T24" fmla="*/ 212 w 702"/>
                    <a:gd name="T25" fmla="*/ 860 h 860"/>
                    <a:gd name="T26" fmla="*/ 216 w 702"/>
                    <a:gd name="T27" fmla="*/ 860 h 860"/>
                    <a:gd name="T28" fmla="*/ 488 w 702"/>
                    <a:gd name="T29" fmla="*/ 860 h 860"/>
                    <a:gd name="T30" fmla="*/ 491 w 702"/>
                    <a:gd name="T31" fmla="*/ 860 h 860"/>
                    <a:gd name="T32" fmla="*/ 570 w 702"/>
                    <a:gd name="T33" fmla="*/ 625 h 860"/>
                    <a:gd name="T34" fmla="*/ 702 w 702"/>
                    <a:gd name="T35" fmla="*/ 351 h 860"/>
                    <a:gd name="T36" fmla="*/ 351 w 702"/>
                    <a:gd name="T37" fmla="*/ 0 h 860"/>
                    <a:gd name="T38" fmla="*/ 587 w 702"/>
                    <a:gd name="T39" fmla="*/ 438 h 860"/>
                    <a:gd name="T40" fmla="*/ 485 w 702"/>
                    <a:gd name="T41" fmla="*/ 563 h 860"/>
                    <a:gd name="T42" fmla="*/ 454 w 702"/>
                    <a:gd name="T43" fmla="*/ 658 h 860"/>
                    <a:gd name="T44" fmla="*/ 250 w 702"/>
                    <a:gd name="T45" fmla="*/ 658 h 860"/>
                    <a:gd name="T46" fmla="*/ 219 w 702"/>
                    <a:gd name="T47" fmla="*/ 565 h 860"/>
                    <a:gd name="T48" fmla="*/ 115 w 702"/>
                    <a:gd name="T49" fmla="*/ 439 h 860"/>
                    <a:gd name="T50" fmla="*/ 99 w 702"/>
                    <a:gd name="T51" fmla="*/ 351 h 860"/>
                    <a:gd name="T52" fmla="*/ 351 w 702"/>
                    <a:gd name="T53" fmla="*/ 99 h 860"/>
                    <a:gd name="T54" fmla="*/ 603 w 702"/>
                    <a:gd name="T55" fmla="*/ 351 h 860"/>
                    <a:gd name="T56" fmla="*/ 587 w 702"/>
                    <a:gd name="T57" fmla="*/ 438 h 8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702" h="860" fill="norm" stroke="1" extrusionOk="0">
                      <a:moveTo>
                        <a:pt x="351" y="0"/>
                      </a:moveTo>
                      <a:cubicBezTo>
                        <a:pt x="157" y="0"/>
                        <a:pt x="0" y="157"/>
                        <a:pt x="0" y="351"/>
                      </a:cubicBezTo>
                      <a:cubicBezTo>
                        <a:pt x="0" y="463"/>
                        <a:pt x="52" y="562"/>
                        <a:pt x="134" y="627"/>
                      </a:cubicBezTo>
                      <a:cubicBezTo>
                        <a:pt x="165" y="718"/>
                        <a:pt x="165" y="718"/>
                        <a:pt x="165" y="718"/>
                      </a:cubicBezTo>
                      <a:cubicBezTo>
                        <a:pt x="266" y="718"/>
                        <a:pt x="266" y="718"/>
                        <a:pt x="266" y="718"/>
                      </a:cubicBezTo>
                      <a:cubicBezTo>
                        <a:pt x="266" y="718"/>
                        <a:pt x="266" y="718"/>
                        <a:pt x="266" y="718"/>
                      </a:cubicBezTo>
                      <a:cubicBezTo>
                        <a:pt x="434" y="718"/>
                        <a:pt x="434" y="718"/>
                        <a:pt x="434" y="718"/>
                      </a:cubicBezTo>
                      <a:cubicBezTo>
                        <a:pt x="419" y="760"/>
                        <a:pt x="419" y="760"/>
                        <a:pt x="419" y="760"/>
                      </a:cubicBezTo>
                      <a:cubicBezTo>
                        <a:pt x="284" y="760"/>
                        <a:pt x="284" y="760"/>
                        <a:pt x="284" y="760"/>
                      </a:cubicBezTo>
                      <a:cubicBezTo>
                        <a:pt x="284" y="760"/>
                        <a:pt x="284" y="760"/>
                        <a:pt x="284" y="760"/>
                      </a:cubicBezTo>
                      <a:cubicBezTo>
                        <a:pt x="179" y="760"/>
                        <a:pt x="179" y="760"/>
                        <a:pt x="179" y="760"/>
                      </a:cubicBezTo>
                      <a:cubicBezTo>
                        <a:pt x="212" y="860"/>
                        <a:pt x="212" y="860"/>
                        <a:pt x="212" y="860"/>
                      </a:cubicBezTo>
                      <a:cubicBezTo>
                        <a:pt x="212" y="860"/>
                        <a:pt x="212" y="860"/>
                        <a:pt x="212" y="860"/>
                      </a:cubicBezTo>
                      <a:cubicBezTo>
                        <a:pt x="216" y="860"/>
                        <a:pt x="216" y="860"/>
                        <a:pt x="216" y="860"/>
                      </a:cubicBezTo>
                      <a:cubicBezTo>
                        <a:pt x="488" y="860"/>
                        <a:pt x="488" y="860"/>
                        <a:pt x="488" y="860"/>
                      </a:cubicBezTo>
                      <a:cubicBezTo>
                        <a:pt x="491" y="860"/>
                        <a:pt x="491" y="860"/>
                        <a:pt x="491" y="860"/>
                      </a:cubicBezTo>
                      <a:cubicBezTo>
                        <a:pt x="570" y="625"/>
                        <a:pt x="570" y="625"/>
                        <a:pt x="570" y="625"/>
                      </a:cubicBezTo>
                      <a:cubicBezTo>
                        <a:pt x="651" y="560"/>
                        <a:pt x="702" y="461"/>
                        <a:pt x="702" y="351"/>
                      </a:cubicBezTo>
                      <a:cubicBezTo>
                        <a:pt x="702" y="157"/>
                        <a:pt x="545" y="0"/>
                        <a:pt x="351" y="0"/>
                      </a:cubicBezTo>
                      <a:close/>
                      <a:moveTo>
                        <a:pt x="587" y="438"/>
                      </a:moveTo>
                      <a:cubicBezTo>
                        <a:pt x="568" y="490"/>
                        <a:pt x="531" y="534"/>
                        <a:pt x="485" y="563"/>
                      </a:cubicBezTo>
                      <a:cubicBezTo>
                        <a:pt x="454" y="658"/>
                        <a:pt x="454" y="658"/>
                        <a:pt x="454" y="658"/>
                      </a:cubicBezTo>
                      <a:cubicBezTo>
                        <a:pt x="250" y="658"/>
                        <a:pt x="250" y="658"/>
                        <a:pt x="250" y="658"/>
                      </a:cubicBezTo>
                      <a:cubicBezTo>
                        <a:pt x="219" y="565"/>
                        <a:pt x="219" y="565"/>
                        <a:pt x="219" y="565"/>
                      </a:cubicBezTo>
                      <a:cubicBezTo>
                        <a:pt x="172" y="536"/>
                        <a:pt x="135" y="491"/>
                        <a:pt x="115" y="439"/>
                      </a:cubicBezTo>
                      <a:cubicBezTo>
                        <a:pt x="105" y="411"/>
                        <a:pt x="99" y="382"/>
                        <a:pt x="99" y="351"/>
                      </a:cubicBezTo>
                      <a:cubicBezTo>
                        <a:pt x="99" y="212"/>
                        <a:pt x="212" y="99"/>
                        <a:pt x="351" y="99"/>
                      </a:cubicBezTo>
                      <a:cubicBezTo>
                        <a:pt x="490" y="99"/>
                        <a:pt x="603" y="212"/>
                        <a:pt x="603" y="351"/>
                      </a:cubicBezTo>
                      <a:cubicBezTo>
                        <a:pt x="603" y="381"/>
                        <a:pt x="597" y="411"/>
                        <a:pt x="587" y="438"/>
                      </a:cubicBezTo>
                      <a:close/>
                    </a:path>
                  </a:pathLst>
                </a:custGeom>
                <a:grpFill/>
                <a:ln>
                  <a:noFill/>
                </a:ln>
              </p:spPr>
              <p:txBody>
                <a:bodyPr vert="horz" wrap="square" lIns="91440" tIns="45720" rIns="91440" bIns="45720" numCol="1" anchor="t" anchorCtr="0" compatLnSpc="1">
                  <a:prstTxWarp prst="textNoShape"/>
                </a:bodyPr>
                <a:lstStyle/>
                <a:p>
                  <a:pPr marL="0" marR="0" lvl="0" indent="0" defTabSz="995467">
                    <a:lnSpc>
                      <a:spcPct val="100000"/>
                    </a:lnSpc>
                    <a:spcBef>
                      <a:spcPts val="0"/>
                    </a:spcBef>
                    <a:spcAft>
                      <a:spcPts val="0"/>
                    </a:spcAft>
                    <a:buClrTx/>
                    <a:buSzTx/>
                    <a:buFontTx/>
                    <a:buNone/>
                    <a:defRPr/>
                  </a:pPr>
                  <a:endParaRPr lang="en-GB" sz="300" b="0" i="0" u="none" strike="noStrike" cap="none" spc="0">
                    <a:ln>
                      <a:noFill/>
                    </a:ln>
                    <a:solidFill>
                      <a:srgbClr val="211F26"/>
                    </a:solidFill>
                    <a:latin typeface="Arial"/>
                  </a:endParaRPr>
                </a:p>
              </p:txBody>
            </p:sp>
          </p:grpSp>
          <p:sp>
            <p:nvSpPr>
              <p:cNvPr id="954282019" name="Tekstvak 298"/>
              <p:cNvSpPr txBox="1">
                <a:spLocks noAdjustHandles="1" noChangeArrowheads="1" noChangeShapeType="1" noEditPoints="1" noGrp="1" noMove="1" noResize="1" noRot="1"/>
              </p:cNvSpPr>
              <p:nvPr userDrawn="1"/>
            </p:nvSpPr>
            <p:spPr bwMode="auto">
              <a:xfrm>
                <a:off x="-1753861" y="6420663"/>
                <a:ext cx="759634" cy="389908"/>
              </a:xfrm>
              <a:prstGeom prst="rect">
                <a:avLst/>
              </a:prstGeom>
              <a:noFill/>
            </p:spPr>
            <p:txBody>
              <a:bodyPr wrap="square" lIns="0" tIns="0" rIns="0" bIns="0" rtlCol="0" anchor="ctr">
                <a:noAutofit/>
              </a:bodyPr>
              <a:lstStyle/>
              <a:p>
                <a:pPr marL="0" marR="0" lvl="0" indent="0" algn="ctr" defTabSz="914400">
                  <a:lnSpc>
                    <a:spcPct val="90000"/>
                  </a:lnSpc>
                  <a:spcBef>
                    <a:spcPts val="599"/>
                  </a:spcBef>
                  <a:spcAft>
                    <a:spcPts val="599"/>
                  </a:spcAft>
                  <a:buClrTx/>
                  <a:buSzTx/>
                  <a:buFontTx/>
                  <a:buNone/>
                  <a:defRPr/>
                </a:pPr>
                <a:r>
                  <a:rPr lang="en-GB" sz="1000" b="0" i="0" u="none" strike="noStrike" cap="none" spc="0">
                    <a:ln>
                      <a:noFill/>
                    </a:ln>
                    <a:solidFill>
                      <a:srgbClr val="211F26"/>
                    </a:solidFill>
                    <a:latin typeface="Calibri"/>
                    <a:ea typeface="Arial"/>
                    <a:cs typeface="Calibri"/>
                  </a:rPr>
                  <a:t>Inspiration</a:t>
                </a:r>
                <a:endParaRPr/>
              </a:p>
            </p:txBody>
          </p:sp>
        </p:grpSp>
      </p:grpSp>
      <p:cxnSp>
        <p:nvCxnSpPr>
          <p:cNvPr id="743591984" name=""/>
          <p:cNvCxnSpPr/>
          <p:nvPr/>
        </p:nvCxnSpPr>
        <p:spPr bwMode="auto">
          <a:xfrm flipH="0" flipV="1">
            <a:off x="5154467" y="2342212"/>
            <a:ext cx="640204" cy="1623934"/>
          </a:xfrm>
          <a:prstGeom prst="lin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cxnSp>
      <p:pic>
        <p:nvPicPr>
          <p:cNvPr id="436083599" name=""/>
          <p:cNvPicPr>
            <a:picLocks noChangeAspect="1"/>
          </p:cNvPicPr>
          <p:nvPr/>
        </p:nvPicPr>
        <p:blipFill>
          <a:blip r:embed="rId3"/>
          <a:stretch/>
        </p:blipFill>
        <p:spPr bwMode="auto">
          <a:xfrm flipH="0" flipV="0">
            <a:off x="6254749" y="2342212"/>
            <a:ext cx="5622472" cy="2323087"/>
          </a:xfrm>
          <a:prstGeom prst="rect">
            <a:avLst/>
          </a:prstGeom>
        </p:spPr>
      </p:pic>
      <p:pic>
        <p:nvPicPr>
          <p:cNvPr id="1881515945" name=""/>
          <p:cNvPicPr>
            <a:picLocks noChangeAspect="1"/>
          </p:cNvPicPr>
          <p:nvPr/>
        </p:nvPicPr>
        <p:blipFill>
          <a:blip r:embed="rId4"/>
          <a:stretch/>
        </p:blipFill>
        <p:spPr bwMode="auto">
          <a:xfrm flipH="0" flipV="0">
            <a:off x="391244" y="1321925"/>
            <a:ext cx="5474107" cy="4363661"/>
          </a:xfrm>
          <a:prstGeom prst="rect">
            <a:avLst/>
          </a:prstGeom>
        </p:spPr>
      </p:pic>
      <p:sp>
        <p:nvSpPr>
          <p:cNvPr id="1107913012" name=""/>
          <p:cNvSpPr txBox="1"/>
          <p:nvPr/>
        </p:nvSpPr>
        <p:spPr bwMode="auto">
          <a:xfrm flipH="0" flipV="0">
            <a:off x="775429" y="5640585"/>
            <a:ext cx="4957768" cy="57947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defRPr/>
            </a:pPr>
            <a:r>
              <a:rPr lang="en-US" sz="1600" i="1"/>
              <a:t>For the integral part of the blade span relative error stays below 1%, fluctuating in the blade root region</a:t>
            </a:r>
            <a:endParaRPr/>
          </a:p>
        </p:txBody>
      </p:sp>
      <p:sp>
        <p:nvSpPr>
          <p:cNvPr id="1810560090" name=""/>
          <p:cNvSpPr txBox="1"/>
          <p:nvPr/>
        </p:nvSpPr>
        <p:spPr bwMode="auto">
          <a:xfrm flipH="0" flipV="0">
            <a:off x="6672594" y="4944664"/>
            <a:ext cx="5003487" cy="823320"/>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defRPr/>
            </a:pPr>
            <a:r>
              <a:rPr lang="en-US" sz="1600" i="1"/>
              <a:t>Continuity and momentum equations gradually converge, whereas turbulence model parameters keep spiking up to 2500 iterations</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med" p14:dur="700" advClick="1">
        <p:fade thruBlk="0"/>
      </p:transition>
    </mc:Choice>
    <mc:Fallback>
      <p:transition spd="med" advClick="1">
        <p:fade thruBlk="0"/>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771443521" name="Tijdelijke aanduiding voor datum 4"/>
          <p:cNvSpPr>
            <a:spLocks noGrp="1"/>
          </p:cNvSpPr>
          <p:nvPr>
            <p:ph type="dt" sz="half" idx="18"/>
          </p:nvPr>
        </p:nvSpPr>
        <p:spPr bwMode="auto"/>
        <p:txBody>
          <a:bodyPr/>
          <a:lstStyle/>
          <a:p>
            <a:pPr>
              <a:defRPr/>
            </a:pPr>
            <a:fld id="{3A0EA25D-652A-0FD1-F5C0-38D5F680EF41}" type="datetime1">
              <a:rPr lang="nl-NL"/>
              <a:t/>
            </a:fld>
            <a:endParaRPr lang="en-GB"/>
          </a:p>
        </p:txBody>
      </p:sp>
      <p:sp>
        <p:nvSpPr>
          <p:cNvPr id="63651583" name="Titel 8"/>
          <p:cNvSpPr>
            <a:spLocks noGrp="1"/>
          </p:cNvSpPr>
          <p:nvPr>
            <p:ph type="title"/>
          </p:nvPr>
        </p:nvSpPr>
        <p:spPr bwMode="auto"/>
        <p:txBody>
          <a:bodyPr/>
          <a:lstStyle/>
          <a:p>
            <a:pPr>
              <a:defRPr/>
            </a:pPr>
            <a:r>
              <a:rPr lang="en-US"/>
              <a:t>CFD y+</a:t>
            </a:r>
            <a:endParaRPr/>
          </a:p>
        </p:txBody>
      </p:sp>
      <p:sp>
        <p:nvSpPr>
          <p:cNvPr id="1626647092" name="Tijdelijke aanduiding voor dianummer 1"/>
          <p:cNvSpPr>
            <a:spLocks noGrp="1"/>
          </p:cNvSpPr>
          <p:nvPr>
            <p:ph type="sldNum" sz="quarter" idx="20"/>
          </p:nvPr>
        </p:nvSpPr>
        <p:spPr bwMode="auto"/>
        <p:txBody>
          <a:bodyPr/>
          <a:lstStyle/>
          <a:p>
            <a:pPr>
              <a:defRPr/>
            </a:pPr>
            <a:fld id="{CEDBA8EF-D4D7-463B-A561-F51623231D45}" type="slidenum">
              <a:rPr lang="en-GB"/>
              <a:t/>
            </a:fld>
            <a:endParaRPr lang="en-GB"/>
          </a:p>
        </p:txBody>
      </p:sp>
      <p:grpSp>
        <p:nvGrpSpPr>
          <p:cNvPr id="713114373" name="INSTRUCTION"/>
          <p:cNvGrpSpPr>
            <a:grpSpLocks noGrp="1" noMove="1" noResize="1" noRot="1" noUngrp="1"/>
          </p:cNvGrpSpPr>
          <p:nvPr/>
        </p:nvGrpSpPr>
        <p:grpSpPr bwMode="auto">
          <a:xfrm>
            <a:off x="-3786436" y="0"/>
            <a:ext cx="3693385" cy="5359348"/>
            <a:chOff x="-3786436" y="0"/>
            <a:chExt cx="3693385" cy="5359348"/>
          </a:xfrm>
        </p:grpSpPr>
        <p:sp>
          <p:nvSpPr>
            <p:cNvPr id="782322379" name="Rechthoek 273"/>
            <p:cNvSpPr>
              <a:spLocks noAdjustHandles="1" noChangeArrowheads="1" noChangeShapeType="1" noEditPoints="1" noGrp="1" noMove="1" noResize="1" noRot="1"/>
            </p:cNvSpPr>
            <p:nvPr userDrawn="1"/>
          </p:nvSpPr>
          <p:spPr bwMode="auto">
            <a:xfrm>
              <a:off x="-3786165" y="0"/>
              <a:ext cx="3593090" cy="4641337"/>
            </a:xfrm>
            <a:prstGeom prst="rect">
              <a:avLst/>
            </a:prstGeom>
            <a:solidFill>
              <a:srgbClr val="FFFFFF"/>
            </a:solidFill>
            <a:ln w="6350">
              <a:solidFill>
                <a:srgbClr val="ECECEC"/>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noAutofit/>
            </a:bodyPr>
            <a:lstStyle/>
            <a:p>
              <a:pPr algn="l">
                <a:lnSpc>
                  <a:spcPct val="90000"/>
                </a:lnSpc>
                <a:spcBef>
                  <a:spcPts val="599"/>
                </a:spcBef>
                <a:spcAft>
                  <a:spcPts val="599"/>
                </a:spcAft>
                <a:defRPr/>
              </a:pPr>
              <a:r>
                <a:rPr lang="en-GB" sz="1400" b="1" cap="all">
                  <a:solidFill>
                    <a:schemeClr val="accent1"/>
                  </a:solidFill>
                  <a:latin typeface="Calibri"/>
                  <a:cs typeface="Calibri"/>
                </a:rPr>
                <a:t>Choosing text levels</a:t>
              </a:r>
              <a:endParaRPr/>
            </a:p>
          </p:txBody>
        </p:sp>
        <p:sp>
          <p:nvSpPr>
            <p:cNvPr id="1106952331" name="Ovaal 274"/>
            <p:cNvSpPr>
              <a:spLocks noAdjustHandles="1" noChangeArrowheads="1" noChangeShapeType="1" noEditPoints="1" noGrp="1" noMove="1" noResize="1" noRot="1"/>
            </p:cNvSpPr>
            <p:nvPr userDrawn="1"/>
          </p:nvSpPr>
          <p:spPr bwMode="auto">
            <a:xfrm>
              <a:off x="-3604182" y="1837483"/>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1</a:t>
              </a:r>
              <a:endParaRPr/>
            </a:p>
          </p:txBody>
        </p:sp>
        <p:sp>
          <p:nvSpPr>
            <p:cNvPr id="1347065409" name="Rechthoek 275"/>
            <p:cNvSpPr>
              <a:spLocks noAdjustHandles="1" noChangeArrowheads="1" noChangeShapeType="1" noEditPoints="1" noGrp="1" noMove="1" noResize="1" noRot="1"/>
            </p:cNvSpPr>
            <p:nvPr userDrawn="1"/>
          </p:nvSpPr>
          <p:spPr bwMode="auto">
            <a:xfrm>
              <a:off x="-3319414" y="1837483"/>
              <a:ext cx="2949219" cy="180000"/>
            </a:xfrm>
            <a:prstGeom prst="rect">
              <a:avLst/>
            </a:prstGeom>
            <a:noFill/>
            <a:ln w="25400" cap="flat" cmpd="sng" algn="ctr">
              <a:noFill/>
              <a:prstDash val="solid"/>
            </a:ln>
            <a:effectLst/>
          </p:spPr>
          <p:txBody>
            <a:bodyPr lIns="0" tIns="0" rIns="0" bIns="0" rtlCol="0" anchor="ctr"/>
            <a:lstStyle/>
            <a:p>
              <a:pPr marL="357187" marR="0" lvl="0" indent="-357187" defTabSz="914400">
                <a:lnSpc>
                  <a:spcPct val="100000"/>
                </a:lnSpc>
                <a:spcBef>
                  <a:spcPts val="599"/>
                </a:spcBef>
                <a:spcAft>
                  <a:spcPts val="599"/>
                </a:spcAft>
                <a:buClr>
                  <a:schemeClr val="accent1"/>
                </a:buClr>
                <a:buSzTx/>
                <a:buFont typeface="Calibri"/>
                <a:buChar char="•"/>
                <a:defRPr/>
              </a:pPr>
              <a:r>
                <a:rPr lang="en-GB" sz="1400" b="0" i="0" u="none" strike="noStrike" cap="none" spc="0">
                  <a:ln>
                    <a:noFill/>
                  </a:ln>
                  <a:solidFill>
                    <a:srgbClr val="000000"/>
                  </a:solidFill>
                  <a:latin typeface="Arial"/>
                  <a:cs typeface="Calibri"/>
                </a:rPr>
                <a:t>Bullet</a:t>
              </a:r>
              <a:endParaRPr/>
            </a:p>
          </p:txBody>
        </p:sp>
        <p:sp>
          <p:nvSpPr>
            <p:cNvPr id="1405546857" name="Ovaal 276"/>
            <p:cNvSpPr>
              <a:spLocks noAdjustHandles="1" noChangeArrowheads="1" noChangeShapeType="1" noEditPoints="1" noGrp="1" noMove="1" noResize="1" noRot="1"/>
            </p:cNvSpPr>
            <p:nvPr userDrawn="1"/>
          </p:nvSpPr>
          <p:spPr bwMode="auto">
            <a:xfrm>
              <a:off x="-3604182" y="2128767"/>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2</a:t>
              </a:r>
              <a:endParaRPr/>
            </a:p>
          </p:txBody>
        </p:sp>
        <p:sp>
          <p:nvSpPr>
            <p:cNvPr id="523365290" name="Rechthoek 277"/>
            <p:cNvSpPr>
              <a:spLocks noAdjustHandles="1" noChangeArrowheads="1" noChangeShapeType="1" noEditPoints="1" noGrp="1" noMove="1" noResize="1" noRot="1"/>
            </p:cNvSpPr>
            <p:nvPr userDrawn="1"/>
          </p:nvSpPr>
          <p:spPr bwMode="auto">
            <a:xfrm>
              <a:off x="-3604182" y="1196112"/>
              <a:ext cx="3229047" cy="459225"/>
            </a:xfrm>
            <a:prstGeom prst="rect">
              <a:avLst/>
            </a:prstGeom>
            <a:noFill/>
            <a:ln w="25400" cap="flat" cmpd="sng" algn="ctr">
              <a:noFill/>
              <a:prstDash val="solid"/>
            </a:ln>
            <a:effectLst/>
          </p:spPr>
          <p:txBody>
            <a:bodyPr lIns="0" tIns="0" rIns="0" bIns="0" rtlCol="0" anchor="t"/>
            <a:lstStyle/>
            <a:p>
              <a:pPr marL="0" marR="0" lvl="0" indent="0" defTabSz="914400">
                <a:lnSpc>
                  <a:spcPct val="90000"/>
                </a:lnSpc>
                <a:spcBef>
                  <a:spcPts val="599"/>
                </a:spcBef>
                <a:spcAft>
                  <a:spcPts val="599"/>
                </a:spcAft>
                <a:buClrTx/>
                <a:buSzTx/>
                <a:buFontTx/>
                <a:buNone/>
                <a:defRPr/>
              </a:pPr>
              <a:r>
                <a:rPr lang="en-GB" sz="1200" b="0" i="0" u="none" strike="noStrike" cap="none" spc="0">
                  <a:ln>
                    <a:noFill/>
                  </a:ln>
                  <a:solidFill>
                    <a:srgbClr val="000000"/>
                  </a:solidFill>
                  <a:latin typeface="Calibri"/>
                  <a:cs typeface="Calibri"/>
                </a:rPr>
                <a:t>Under the tab </a:t>
              </a:r>
              <a:r>
                <a:rPr lang="en-GB" sz="1200" b="1" i="0" u="none" strike="noStrike" cap="none" spc="0">
                  <a:ln>
                    <a:noFill/>
                  </a:ln>
                  <a:solidFill>
                    <a:srgbClr val="000000"/>
                  </a:solidFill>
                  <a:latin typeface="Calibri"/>
                  <a:cs typeface="Calibri"/>
                </a:rPr>
                <a:t>‘Home’</a:t>
              </a:r>
              <a:r>
                <a:rPr lang="en-GB" sz="1200" b="0" i="0" u="none" strike="noStrike" cap="none" spc="0">
                  <a:ln>
                    <a:noFill/>
                  </a:ln>
                  <a:solidFill>
                    <a:srgbClr val="000000"/>
                  </a:solidFill>
                  <a:latin typeface="Calibri"/>
                  <a:cs typeface="Calibri"/>
                </a:rPr>
                <a:t>, use the </a:t>
              </a:r>
              <a:r>
                <a:rPr lang="en-GB" sz="1200" b="1" i="0" u="none" strike="noStrike" cap="none" spc="0">
                  <a:ln>
                    <a:noFill/>
                  </a:ln>
                  <a:solidFill>
                    <a:srgbClr val="000000"/>
                  </a:solidFill>
                  <a:latin typeface="Calibri"/>
                  <a:cs typeface="Calibri"/>
                </a:rPr>
                <a:t>list level-buttons</a:t>
              </a:r>
              <a:r>
                <a:rPr lang="en-GB" sz="1200" b="0" i="0" u="none" strike="noStrike" cap="none" spc="0">
                  <a:ln>
                    <a:noFill/>
                  </a:ln>
                  <a:solidFill>
                    <a:srgbClr val="000000"/>
                  </a:solidFill>
                  <a:latin typeface="Calibri"/>
                  <a:cs typeface="Calibri"/>
                </a:rPr>
                <a:t> to choose a text level. </a:t>
              </a:r>
              <a:br>
                <a:rPr lang="en-GB" sz="1200" b="0" i="0" u="none" strike="noStrike" cap="none" spc="0">
                  <a:ln>
                    <a:noFill/>
                  </a:ln>
                  <a:solidFill>
                    <a:srgbClr val="000000"/>
                  </a:solidFill>
                  <a:latin typeface="Calibri"/>
                  <a:cs typeface="Calibri"/>
                </a:rPr>
              </a:br>
              <a:r>
                <a:rPr lang="en-GB" sz="1200" b="0" i="0" u="none" strike="noStrike" cap="none" spc="0">
                  <a:ln>
                    <a:noFill/>
                  </a:ln>
                  <a:solidFill>
                    <a:srgbClr val="000000"/>
                  </a:solidFill>
                  <a:latin typeface="Calibri"/>
                  <a:cs typeface="Calibri"/>
                </a:rPr>
                <a:t>Choose from:</a:t>
              </a:r>
              <a:endParaRPr/>
            </a:p>
          </p:txBody>
        </p:sp>
        <p:sp>
          <p:nvSpPr>
            <p:cNvPr id="1408228722" name="Rechthoek 278"/>
            <p:cNvSpPr>
              <a:spLocks noAdjustHandles="1" noChangeArrowheads="1" noChangeShapeType="1" noEditPoints="1" noGrp="1" noMove="1" noResize="1" noRot="1"/>
            </p:cNvSpPr>
            <p:nvPr userDrawn="1"/>
          </p:nvSpPr>
          <p:spPr bwMode="auto">
            <a:xfrm>
              <a:off x="-3319414" y="2128872"/>
              <a:ext cx="2949219" cy="180000"/>
            </a:xfrm>
            <a:prstGeom prst="rect">
              <a:avLst/>
            </a:prstGeom>
            <a:noFill/>
            <a:ln w="25400" cap="flat" cmpd="sng" algn="ctr">
              <a:noFill/>
              <a:prstDash val="solid"/>
            </a:ln>
            <a:effectLst/>
          </p:spPr>
          <p:txBody>
            <a:bodyPr lIns="0" tIns="0" rIns="0" bIns="0" rtlCol="0" anchor="ctr"/>
            <a:lstStyle/>
            <a:p>
              <a:pPr marL="715962" marR="0" lvl="0" indent="-358774" defTabSz="914400">
                <a:lnSpc>
                  <a:spcPct val="100000"/>
                </a:lnSpc>
                <a:spcBef>
                  <a:spcPts val="599"/>
                </a:spcBef>
                <a:spcAft>
                  <a:spcPts val="599"/>
                </a:spcAft>
                <a:buClr>
                  <a:schemeClr val="accent1"/>
                </a:buClr>
                <a:buSzTx/>
                <a:buFont typeface="Calibri"/>
                <a:buChar char="•"/>
                <a:defRPr/>
              </a:pPr>
              <a:r>
                <a:rPr lang="en-GB" sz="1400" b="0" i="0" u="none" strike="noStrike" cap="none" spc="0">
                  <a:ln>
                    <a:noFill/>
                  </a:ln>
                  <a:solidFill>
                    <a:srgbClr val="000000"/>
                  </a:solidFill>
                  <a:latin typeface="Arial"/>
                  <a:cs typeface="Calibri"/>
                </a:rPr>
                <a:t>Sub-bullet </a:t>
              </a:r>
              <a:endParaRPr/>
            </a:p>
          </p:txBody>
        </p:sp>
        <p:sp>
          <p:nvSpPr>
            <p:cNvPr id="379369554" name="Ovaal 279"/>
            <p:cNvSpPr>
              <a:spLocks noAdjustHandles="1" noChangeArrowheads="1" noChangeShapeType="1" noEditPoints="1" noGrp="1" noMove="1" noResize="1" noRot="1"/>
            </p:cNvSpPr>
            <p:nvPr userDrawn="1"/>
          </p:nvSpPr>
          <p:spPr bwMode="auto">
            <a:xfrm>
              <a:off x="-3604182" y="2420051"/>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3</a:t>
              </a:r>
              <a:endParaRPr/>
            </a:p>
          </p:txBody>
        </p:sp>
        <p:sp>
          <p:nvSpPr>
            <p:cNvPr id="1398196868" name="Rechthoek 280"/>
            <p:cNvSpPr>
              <a:spLocks noAdjustHandles="1" noChangeArrowheads="1" noChangeShapeType="1" noEditPoints="1" noGrp="1" noMove="1" noResize="1" noRot="1"/>
            </p:cNvSpPr>
            <p:nvPr userDrawn="1"/>
          </p:nvSpPr>
          <p:spPr bwMode="auto">
            <a:xfrm>
              <a:off x="-3319414" y="2420262"/>
              <a:ext cx="2949219" cy="180000"/>
            </a:xfrm>
            <a:prstGeom prst="rect">
              <a:avLst/>
            </a:prstGeom>
            <a:noFill/>
            <a:ln w="25400" cap="flat" cmpd="sng" algn="ctr">
              <a:noFill/>
              <a:prstDash val="solid"/>
            </a:ln>
            <a:effectLst/>
          </p:spPr>
          <p:txBody>
            <a:bodyPr lIns="0" tIns="0" rIns="0" bIns="0" rtlCol="0" anchor="ctr"/>
            <a:lstStyle/>
            <a:p>
              <a:pPr marL="0" marR="0" lvl="0" indent="0" defTabSz="914400">
                <a:lnSpc>
                  <a:spcPct val="100000"/>
                </a:lnSpc>
                <a:spcBef>
                  <a:spcPts val="599"/>
                </a:spcBef>
                <a:spcAft>
                  <a:spcPts val="599"/>
                </a:spcAft>
                <a:buClr>
                  <a:schemeClr val="accent1"/>
                </a:buClr>
                <a:buSzTx/>
                <a:buFont typeface="Calibri"/>
                <a:buNone/>
                <a:defRPr/>
              </a:pPr>
              <a:r>
                <a:rPr lang="en-GB" sz="1400" b="0" i="0" u="none" strike="noStrike" cap="none" spc="0">
                  <a:ln>
                    <a:noFill/>
                  </a:ln>
                  <a:solidFill>
                    <a:srgbClr val="000000"/>
                  </a:solidFill>
                  <a:latin typeface="Arial"/>
                  <a:cs typeface="Calibri"/>
                </a:rPr>
                <a:t>Default text</a:t>
              </a:r>
              <a:endParaRPr/>
            </a:p>
          </p:txBody>
        </p:sp>
        <p:sp>
          <p:nvSpPr>
            <p:cNvPr id="1918308927" name="Ovaal 281"/>
            <p:cNvSpPr>
              <a:spLocks noAdjustHandles="1" noChangeArrowheads="1" noChangeShapeType="1" noEditPoints="1" noGrp="1" noMove="1" noResize="1" noRot="1"/>
            </p:cNvSpPr>
            <p:nvPr userDrawn="1"/>
          </p:nvSpPr>
          <p:spPr bwMode="auto">
            <a:xfrm>
              <a:off x="-3604182" y="2711335"/>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4</a:t>
              </a:r>
              <a:endParaRPr/>
            </a:p>
          </p:txBody>
        </p:sp>
        <p:sp>
          <p:nvSpPr>
            <p:cNvPr id="740577628" name="Rechthoek 282"/>
            <p:cNvSpPr>
              <a:spLocks noAdjustHandles="1" noChangeArrowheads="1" noChangeShapeType="1" noEditPoints="1" noGrp="1" noMove="1" noResize="1" noRot="1"/>
            </p:cNvSpPr>
            <p:nvPr userDrawn="1"/>
          </p:nvSpPr>
          <p:spPr bwMode="auto">
            <a:xfrm>
              <a:off x="-3319414" y="2711650"/>
              <a:ext cx="2949219" cy="180000"/>
            </a:xfrm>
            <a:prstGeom prst="rect">
              <a:avLst/>
            </a:prstGeom>
            <a:noFill/>
            <a:ln w="25400" cap="flat" cmpd="sng" algn="ctr">
              <a:noFill/>
              <a:prstDash val="solid"/>
            </a:ln>
            <a:effectLst/>
          </p:spPr>
          <p:txBody>
            <a:bodyPr lIns="0" tIns="0" rIns="0" bIns="0" rtlCol="0" anchor="ctr"/>
            <a:lstStyle/>
            <a:p>
              <a:pPr marL="0" marR="0" lvl="0" indent="0" defTabSz="914400">
                <a:lnSpc>
                  <a:spcPct val="100000"/>
                </a:lnSpc>
                <a:spcBef>
                  <a:spcPts val="599"/>
                </a:spcBef>
                <a:spcAft>
                  <a:spcPts val="599"/>
                </a:spcAft>
                <a:buClr>
                  <a:schemeClr val="accent1"/>
                </a:buClr>
                <a:buSzTx/>
                <a:buFont typeface="Calibri"/>
                <a:buNone/>
                <a:defRPr/>
              </a:pPr>
              <a:r>
                <a:rPr lang="en-GB" sz="2400" b="1" i="0" u="none" strike="noStrike" cap="none" spc="0">
                  <a:ln>
                    <a:noFill/>
                  </a:ln>
                  <a:solidFill>
                    <a:schemeClr val="tx1"/>
                  </a:solidFill>
                  <a:latin typeface="Arial"/>
                  <a:cs typeface="Calibri"/>
                </a:rPr>
                <a:t>Title/Quote</a:t>
              </a:r>
              <a:endParaRPr/>
            </a:p>
          </p:txBody>
        </p:sp>
        <p:sp>
          <p:nvSpPr>
            <p:cNvPr id="335608994" name="Ovaal 283"/>
            <p:cNvSpPr>
              <a:spLocks noAdjustHandles="1" noChangeArrowheads="1" noChangeShapeType="1" noEditPoints="1" noGrp="1" noMove="1" noResize="1" noRot="1"/>
            </p:cNvSpPr>
            <p:nvPr userDrawn="1"/>
          </p:nvSpPr>
          <p:spPr bwMode="auto">
            <a:xfrm>
              <a:off x="-3604182" y="3002619"/>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5</a:t>
              </a:r>
              <a:endParaRPr/>
            </a:p>
          </p:txBody>
        </p:sp>
        <p:sp>
          <p:nvSpPr>
            <p:cNvPr id="975779451" name="Rechthoek 284"/>
            <p:cNvSpPr>
              <a:spLocks noAdjustHandles="1" noChangeArrowheads="1" noChangeShapeType="1" noEditPoints="1" noGrp="1" noMove="1" noResize="1" noRot="1"/>
            </p:cNvSpPr>
            <p:nvPr userDrawn="1"/>
          </p:nvSpPr>
          <p:spPr bwMode="auto">
            <a:xfrm>
              <a:off x="-3319414" y="3003039"/>
              <a:ext cx="2949219" cy="180000"/>
            </a:xfrm>
            <a:prstGeom prst="rect">
              <a:avLst/>
            </a:prstGeom>
            <a:noFill/>
            <a:ln w="25400" cap="flat" cmpd="sng" algn="ctr">
              <a:noFill/>
              <a:prstDash val="solid"/>
            </a:ln>
            <a:effectLst/>
          </p:spPr>
          <p:txBody>
            <a:bodyPr lIns="0" tIns="0" rIns="0" bIns="0" rtlCol="0" anchor="ctr"/>
            <a:lstStyle/>
            <a:p>
              <a:pPr marL="0" marR="0" lvl="0" indent="0" defTabSz="914400">
                <a:lnSpc>
                  <a:spcPct val="100000"/>
                </a:lnSpc>
                <a:spcBef>
                  <a:spcPts val="599"/>
                </a:spcBef>
                <a:spcAft>
                  <a:spcPts val="599"/>
                </a:spcAft>
                <a:buClr>
                  <a:schemeClr val="accent1"/>
                </a:buClr>
                <a:buSzTx/>
                <a:buFont typeface="Calibri"/>
                <a:buNone/>
                <a:defRPr/>
              </a:pPr>
              <a:r>
                <a:rPr lang="en-GB" sz="1800" b="0" i="0" u="none" strike="noStrike" cap="none" spc="0">
                  <a:ln>
                    <a:noFill/>
                  </a:ln>
                  <a:solidFill>
                    <a:schemeClr val="accent1"/>
                  </a:solidFill>
                  <a:latin typeface="Arial"/>
                  <a:cs typeface="Calibri"/>
                </a:rPr>
                <a:t>Subtitle</a:t>
              </a:r>
              <a:endParaRPr/>
            </a:p>
          </p:txBody>
        </p:sp>
        <p:sp>
          <p:nvSpPr>
            <p:cNvPr id="804182763" name="Ovaal 285"/>
            <p:cNvSpPr>
              <a:spLocks noAdjustHandles="1" noChangeArrowheads="1" noChangeShapeType="1" noEditPoints="1" noGrp="1" noMove="1" noResize="1" noRot="1"/>
            </p:cNvSpPr>
            <p:nvPr userDrawn="1"/>
          </p:nvSpPr>
          <p:spPr bwMode="auto">
            <a:xfrm>
              <a:off x="-3604182" y="3293903"/>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6</a:t>
              </a:r>
              <a:endParaRPr/>
            </a:p>
          </p:txBody>
        </p:sp>
        <p:sp>
          <p:nvSpPr>
            <p:cNvPr id="1031262850" name="Rechthoek 286"/>
            <p:cNvSpPr>
              <a:spLocks noAdjustHandles="1" noChangeArrowheads="1" noChangeShapeType="1" noEditPoints="1" noGrp="1" noMove="1" noResize="1" noRot="1"/>
            </p:cNvSpPr>
            <p:nvPr userDrawn="1"/>
          </p:nvSpPr>
          <p:spPr bwMode="auto">
            <a:xfrm>
              <a:off x="-3319414" y="3585817"/>
              <a:ext cx="2949219" cy="180000"/>
            </a:xfrm>
            <a:prstGeom prst="rect">
              <a:avLst/>
            </a:prstGeom>
            <a:noFill/>
            <a:ln w="25400" cap="flat" cmpd="sng" algn="ctr">
              <a:noFill/>
              <a:prstDash val="solid"/>
            </a:ln>
            <a:effectLst/>
          </p:spPr>
          <p:txBody>
            <a:bodyPr lIns="0" tIns="0" rIns="0" bIns="0" rtlCol="0" anchor="ctr"/>
            <a:lstStyle/>
            <a:p>
              <a:pPr marL="357187" marR="0" lvl="0" indent="-357187" defTabSz="914400">
                <a:lnSpc>
                  <a:spcPct val="100000"/>
                </a:lnSpc>
                <a:spcBef>
                  <a:spcPts val="599"/>
                </a:spcBef>
                <a:spcAft>
                  <a:spcPts val="599"/>
                </a:spcAft>
                <a:buClr>
                  <a:schemeClr val="accent1"/>
                </a:buClr>
                <a:buSzTx/>
                <a:buFont typeface="+mj-lt"/>
                <a:buAutoNum type="arabicPeriod"/>
                <a:defRPr/>
              </a:pPr>
              <a:r>
                <a:rPr lang="en-GB" sz="1400" b="0" i="0" u="none" strike="noStrike" cap="none" spc="0">
                  <a:ln>
                    <a:noFill/>
                  </a:ln>
                  <a:solidFill>
                    <a:schemeClr val="tx1"/>
                  </a:solidFill>
                  <a:latin typeface="Arial"/>
                  <a:cs typeface="Calibri"/>
                </a:rPr>
                <a:t>Numerical bullet</a:t>
              </a:r>
              <a:endParaRPr/>
            </a:p>
          </p:txBody>
        </p:sp>
        <p:sp>
          <p:nvSpPr>
            <p:cNvPr id="1736278680" name="Ovaal 287"/>
            <p:cNvSpPr>
              <a:spLocks noAdjustHandles="1" noChangeArrowheads="1" noChangeShapeType="1" noEditPoints="1" noGrp="1" noMove="1" noResize="1" noRot="1"/>
            </p:cNvSpPr>
            <p:nvPr userDrawn="1"/>
          </p:nvSpPr>
          <p:spPr bwMode="auto">
            <a:xfrm>
              <a:off x="-3604182" y="3585187"/>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7</a:t>
              </a:r>
              <a:endParaRPr/>
            </a:p>
          </p:txBody>
        </p:sp>
        <p:sp>
          <p:nvSpPr>
            <p:cNvPr id="1074546759" name="Rechthoek 288"/>
            <p:cNvSpPr>
              <a:spLocks noAdjustHandles="1" noChangeArrowheads="1" noChangeShapeType="1" noEditPoints="1" noGrp="1" noMove="1" noResize="1" noRot="1"/>
            </p:cNvSpPr>
            <p:nvPr userDrawn="1"/>
          </p:nvSpPr>
          <p:spPr bwMode="auto">
            <a:xfrm>
              <a:off x="-3325829" y="3877206"/>
              <a:ext cx="2949219" cy="180000"/>
            </a:xfrm>
            <a:prstGeom prst="rect">
              <a:avLst/>
            </a:prstGeom>
            <a:noFill/>
            <a:ln w="25400" cap="flat" cmpd="sng" algn="ctr">
              <a:noFill/>
              <a:prstDash val="solid"/>
            </a:ln>
            <a:effectLst/>
          </p:spPr>
          <p:txBody>
            <a:bodyPr lIns="0" tIns="0" rIns="0" bIns="0" rtlCol="0" anchor="ctr"/>
            <a:lstStyle/>
            <a:p>
              <a:pPr marL="342900" marR="0" lvl="0" indent="-342900" defTabSz="914400">
                <a:lnSpc>
                  <a:spcPct val="100000"/>
                </a:lnSpc>
                <a:spcBef>
                  <a:spcPts val="599"/>
                </a:spcBef>
                <a:spcAft>
                  <a:spcPts val="599"/>
                </a:spcAft>
                <a:buClr>
                  <a:schemeClr val="accent1"/>
                </a:buClr>
                <a:buSzTx/>
                <a:buFont typeface="+mj-lt"/>
                <a:buAutoNum type="alphaLcPeriod"/>
                <a:defRPr/>
              </a:pPr>
              <a:r>
                <a:rPr lang="en-GB" sz="1400" b="0" i="0" u="none" strike="noStrike" cap="none" spc="0">
                  <a:ln>
                    <a:noFill/>
                  </a:ln>
                  <a:solidFill>
                    <a:schemeClr val="tx1"/>
                  </a:solidFill>
                  <a:latin typeface="Arial"/>
                  <a:cs typeface="Calibri"/>
                </a:rPr>
                <a:t>Alphabetical bullet</a:t>
              </a:r>
              <a:endParaRPr/>
            </a:p>
          </p:txBody>
        </p:sp>
        <p:sp>
          <p:nvSpPr>
            <p:cNvPr id="960399500" name="Ovaal 289"/>
            <p:cNvSpPr>
              <a:spLocks noAdjustHandles="1" noChangeArrowheads="1" noChangeShapeType="1" noEditPoints="1" noGrp="1" noMove="1" noResize="1" noRot="1"/>
            </p:cNvSpPr>
            <p:nvPr userDrawn="1"/>
          </p:nvSpPr>
          <p:spPr bwMode="auto">
            <a:xfrm>
              <a:off x="-3604182" y="3876471"/>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8</a:t>
              </a:r>
              <a:endParaRPr/>
            </a:p>
          </p:txBody>
        </p:sp>
        <p:sp>
          <p:nvSpPr>
            <p:cNvPr id="1629953675" name="Rechthoek 290"/>
            <p:cNvSpPr>
              <a:spLocks noAdjustHandles="1" noChangeArrowheads="1" noChangeShapeType="1" noEditPoints="1" noGrp="1" noMove="1" noResize="1" noRot="1"/>
            </p:cNvSpPr>
            <p:nvPr userDrawn="1"/>
          </p:nvSpPr>
          <p:spPr bwMode="auto">
            <a:xfrm>
              <a:off x="-3319414" y="4168593"/>
              <a:ext cx="2949219" cy="180000"/>
            </a:xfrm>
            <a:prstGeom prst="rect">
              <a:avLst/>
            </a:prstGeom>
            <a:noFill/>
            <a:ln w="25400" cap="flat" cmpd="sng" algn="ctr">
              <a:noFill/>
              <a:prstDash val="solid"/>
            </a:ln>
            <a:effectLst/>
          </p:spPr>
          <p:txBody>
            <a:bodyPr lIns="0" tIns="0" rIns="0" bIns="0" rtlCol="0" anchor="ctr"/>
            <a:lstStyle/>
            <a:p>
              <a:pPr marL="0" marR="0" lvl="0" indent="0" defTabSz="914400">
                <a:lnSpc>
                  <a:spcPct val="100000"/>
                </a:lnSpc>
                <a:spcBef>
                  <a:spcPts val="599"/>
                </a:spcBef>
                <a:spcAft>
                  <a:spcPts val="599"/>
                </a:spcAft>
                <a:buClr>
                  <a:schemeClr val="tx1"/>
                </a:buClr>
                <a:buSzTx/>
                <a:buFont typeface="Calibri"/>
                <a:buNone/>
                <a:defRPr/>
              </a:pPr>
              <a:r>
                <a:rPr lang="en-GB" sz="1200" b="0" i="1" u="none" strike="noStrike" cap="none" spc="0">
                  <a:ln>
                    <a:noFill/>
                  </a:ln>
                  <a:solidFill>
                    <a:srgbClr val="000000"/>
                  </a:solidFill>
                  <a:latin typeface="Arial"/>
                  <a:cs typeface="Calibri"/>
                </a:rPr>
                <a:t>Source</a:t>
              </a:r>
              <a:endParaRPr/>
            </a:p>
          </p:txBody>
        </p:sp>
        <p:sp>
          <p:nvSpPr>
            <p:cNvPr id="1102375948" name="Ovaal 291"/>
            <p:cNvSpPr>
              <a:spLocks noAdjustHandles="1" noChangeArrowheads="1" noChangeShapeType="1" noEditPoints="1" noGrp="1" noMove="1" noResize="1" noRot="1"/>
            </p:cNvSpPr>
            <p:nvPr userDrawn="1"/>
          </p:nvSpPr>
          <p:spPr bwMode="auto">
            <a:xfrm>
              <a:off x="-3604182" y="4168593"/>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9</a:t>
              </a:r>
              <a:endParaRPr/>
            </a:p>
          </p:txBody>
        </p:sp>
        <p:sp>
          <p:nvSpPr>
            <p:cNvPr id="544032522" name="Rechthoek 292"/>
            <p:cNvSpPr>
              <a:spLocks noAdjustHandles="1" noChangeArrowheads="1" noChangeShapeType="1" noEditPoints="1" noGrp="1" noMove="1" noResize="1" noRot="1"/>
            </p:cNvSpPr>
            <p:nvPr userDrawn="1"/>
          </p:nvSpPr>
          <p:spPr bwMode="auto">
            <a:xfrm>
              <a:off x="-3319414" y="3294428"/>
              <a:ext cx="2949219" cy="180000"/>
            </a:xfrm>
            <a:prstGeom prst="rect">
              <a:avLst/>
            </a:prstGeom>
            <a:noFill/>
            <a:ln w="25400" cap="flat" cmpd="sng" algn="ctr">
              <a:noFill/>
              <a:prstDash val="solid"/>
            </a:ln>
            <a:effectLst/>
          </p:spPr>
          <p:txBody>
            <a:bodyPr lIns="0" tIns="0" rIns="0" bIns="0" rtlCol="0" anchor="ctr"/>
            <a:lstStyle/>
            <a:p>
              <a:pPr marL="0" marR="0" lvl="0" indent="0" defTabSz="914400">
                <a:lnSpc>
                  <a:spcPct val="100000"/>
                </a:lnSpc>
                <a:spcBef>
                  <a:spcPts val="599"/>
                </a:spcBef>
                <a:spcAft>
                  <a:spcPts val="599"/>
                </a:spcAft>
                <a:buClr>
                  <a:schemeClr val="accent1"/>
                </a:buClr>
                <a:buSzTx/>
                <a:buFont typeface="Calibri"/>
                <a:buNone/>
                <a:defRPr/>
              </a:pPr>
              <a:r>
                <a:rPr lang="en-GB" sz="1400" b="0" i="0" u="none" strike="noStrike" cap="none" spc="0">
                  <a:ln>
                    <a:noFill/>
                  </a:ln>
                  <a:solidFill>
                    <a:srgbClr val="000000"/>
                  </a:solidFill>
                  <a:latin typeface="Arial"/>
                  <a:cs typeface="Calibri"/>
                </a:rPr>
                <a:t>Default text</a:t>
              </a:r>
              <a:endParaRPr/>
            </a:p>
          </p:txBody>
        </p:sp>
        <p:sp>
          <p:nvSpPr>
            <p:cNvPr id="1433035810" name="Rechthoek 293"/>
            <p:cNvSpPr>
              <a:spLocks noAdjustHandles="1" noChangeArrowheads="1" noChangeShapeType="1" noEditPoints="1" noGrp="1" noMove="1" noResize="1" noRot="1"/>
            </p:cNvSpPr>
            <p:nvPr userDrawn="1"/>
          </p:nvSpPr>
          <p:spPr bwMode="auto">
            <a:xfrm>
              <a:off x="-3786436" y="4531348"/>
              <a:ext cx="3593637" cy="828000"/>
            </a:xfrm>
            <a:prstGeom prst="rect">
              <a:avLst/>
            </a:prstGeom>
            <a:solidFill>
              <a:srgbClr val="ECECEC"/>
            </a:solidFill>
            <a:ln w="6350">
              <a:solidFill>
                <a:srgbClr val="ECECEC"/>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ctr" anchorCtr="0" forceAA="0" compatLnSpc="1">
              <a:prstTxWarp prst="textNoShape"/>
              <a:noAutofit/>
            </a:bodyPr>
            <a:lstStyle/>
            <a:p>
              <a:pPr algn="l">
                <a:lnSpc>
                  <a:spcPct val="90000"/>
                </a:lnSpc>
                <a:spcBef>
                  <a:spcPts val="599"/>
                </a:spcBef>
                <a:spcAft>
                  <a:spcPts val="599"/>
                </a:spcAft>
                <a:defRPr/>
              </a:pPr>
              <a:r>
                <a:rPr lang="en-GB" sz="1200" b="1" cap="all">
                  <a:solidFill>
                    <a:srgbClr val="211F26"/>
                  </a:solidFill>
                  <a:latin typeface="Calibri"/>
                  <a:cs typeface="Calibri"/>
                </a:rPr>
                <a:t>Want to know more?</a:t>
              </a:r>
              <a:br>
                <a:rPr lang="en-GB" sz="1200" b="1" cap="all">
                  <a:solidFill>
                    <a:srgbClr val="211F26"/>
                  </a:solidFill>
                  <a:latin typeface="Calibri"/>
                  <a:cs typeface="Calibri"/>
                </a:rPr>
              </a:br>
              <a:r>
                <a:rPr lang="en-GB" sz="1200" cap="none">
                  <a:solidFill>
                    <a:srgbClr val="211F26"/>
                  </a:solidFill>
                  <a:latin typeface="Calibri"/>
                  <a:cs typeface="Calibri"/>
                </a:rPr>
                <a:t>Go to the </a:t>
              </a:r>
              <a:r>
                <a:rPr lang="en-GB" sz="1200" cap="none">
                  <a:solidFill>
                    <a:srgbClr val="211F26"/>
                  </a:solidFill>
                  <a:latin typeface="Calibri"/>
                  <a:ea typeface="Arial"/>
                  <a:cs typeface="Calibri"/>
                </a:rPr>
                <a:t>tab</a:t>
              </a:r>
              <a:r>
                <a:rPr lang="en-GB" sz="1200" b="1" cap="all">
                  <a:solidFill>
                    <a:srgbClr val="211F26"/>
                  </a:solidFill>
                  <a:latin typeface="Calibri"/>
                  <a:cs typeface="Calibri"/>
                </a:rPr>
                <a:t> 'SLIDEBUILDER’ </a:t>
              </a:r>
              <a:r>
                <a:rPr lang="en-GB" sz="1200" cap="none">
                  <a:solidFill>
                    <a:srgbClr val="211F26"/>
                  </a:solidFill>
                  <a:latin typeface="Calibri"/>
                  <a:ea typeface="Arial"/>
                  <a:cs typeface="Calibri"/>
                </a:rPr>
                <a:t>and click</a:t>
              </a:r>
              <a:br>
                <a:rPr lang="en-GB" sz="1200" cap="none">
                  <a:solidFill>
                    <a:srgbClr val="211F26"/>
                  </a:solidFill>
                  <a:latin typeface="Calibri"/>
                  <a:ea typeface="Arial"/>
                  <a:cs typeface="Calibri"/>
                </a:rPr>
              </a:br>
              <a:r>
                <a:rPr lang="en-GB" sz="1200" cap="none">
                  <a:solidFill>
                    <a:srgbClr val="211F26"/>
                  </a:solidFill>
                  <a:latin typeface="Calibri"/>
                  <a:ea typeface="Arial"/>
                  <a:cs typeface="Calibri"/>
                </a:rPr>
                <a:t>on the button </a:t>
              </a:r>
              <a:r>
                <a:rPr lang="en-GB" sz="1200" b="1" cap="all">
                  <a:solidFill>
                    <a:srgbClr val="211F26"/>
                  </a:solidFill>
                  <a:latin typeface="Calibri"/>
                  <a:cs typeface="Calibri"/>
                </a:rPr>
                <a:t>‘Inspiration'</a:t>
              </a:r>
              <a:endParaRPr/>
            </a:p>
          </p:txBody>
        </p:sp>
        <p:grpSp>
          <p:nvGrpSpPr>
            <p:cNvPr id="361433207" name="ICOON_info"/>
            <p:cNvGrpSpPr>
              <a:grpSpLocks noGrp="1" noMove="1" noResize="1" noRot="1" noUngrp="1"/>
            </p:cNvGrpSpPr>
            <p:nvPr userDrawn="1"/>
          </p:nvGrpSpPr>
          <p:grpSpPr bwMode="auto">
            <a:xfrm>
              <a:off x="-376734" y="4400185"/>
              <a:ext cx="283684" cy="283684"/>
              <a:chOff x="-510741" y="5913712"/>
              <a:chExt cx="267554" cy="267554"/>
            </a:xfrm>
          </p:grpSpPr>
          <p:sp>
            <p:nvSpPr>
              <p:cNvPr id="1276189474" name="Ovaal 342"/>
              <p:cNvSpPr>
                <a:spLocks noAdjustHandles="1" noChangeArrowheads="1" noChangeShapeType="1" noEditPoints="1" noGrp="1" noMove="1" noResize="1" noRot="1"/>
              </p:cNvSpPr>
              <p:nvPr userDrawn="1"/>
            </p:nvSpPr>
            <p:spPr bwMode="auto">
              <a:xfrm>
                <a:off x="-491852" y="5932071"/>
                <a:ext cx="230834" cy="230834"/>
              </a:xfrm>
              <a:prstGeom prst="ellipse">
                <a:avLst/>
              </a:prstGeom>
              <a:solidFill>
                <a:srgbClr val="211F2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noAutofit/>
              </a:bodyPr>
              <a:lstStyle/>
              <a:p>
                <a:pPr algn="ctr">
                  <a:lnSpc>
                    <a:spcPct val="90000"/>
                  </a:lnSpc>
                  <a:spcBef>
                    <a:spcPts val="599"/>
                  </a:spcBef>
                  <a:spcAft>
                    <a:spcPts val="599"/>
                  </a:spcAft>
                  <a:defRPr/>
                </a:pPr>
                <a:endParaRPr lang="en-GB" sz="1600" cap="all">
                  <a:latin typeface="Calibri"/>
                  <a:cs typeface="Calibri"/>
                </a:endParaRPr>
              </a:p>
            </p:txBody>
          </p:sp>
          <p:sp>
            <p:nvSpPr>
              <p:cNvPr id="1430895506" name="Graphic 163" descr="Informatie"/>
              <p:cNvSpPr>
                <a:spLocks noAdjustHandles="1" noChangeArrowheads="1" noChangeShapeType="1" noEditPoints="1" noGrp="1" noMove="1" noResize="1" noRot="1"/>
              </p:cNvSpPr>
              <p:nvPr/>
            </p:nvSpPr>
            <p:spPr bwMode="auto">
              <a:xfrm>
                <a:off x="-510741" y="5913712"/>
                <a:ext cx="267554" cy="267554"/>
              </a:xfrm>
              <a:custGeom>
                <a:avLst/>
                <a:gdLst>
                  <a:gd name="connsiteX0" fmla="*/ 145860 w 291719"/>
                  <a:gd name="connsiteY0" fmla="*/ 0 h 291719"/>
                  <a:gd name="connsiteX1" fmla="*/ 0 w 291719"/>
                  <a:gd name="connsiteY1" fmla="*/ 145860 h 291719"/>
                  <a:gd name="connsiteX2" fmla="*/ 145860 w 291719"/>
                  <a:gd name="connsiteY2" fmla="*/ 291720 h 291719"/>
                  <a:gd name="connsiteX3" fmla="*/ 291720 w 291719"/>
                  <a:gd name="connsiteY3" fmla="*/ 145860 h 291719"/>
                  <a:gd name="connsiteX4" fmla="*/ 145860 w 291719"/>
                  <a:gd name="connsiteY4" fmla="*/ 0 h 291719"/>
                  <a:gd name="connsiteX5" fmla="*/ 138183 w 291719"/>
                  <a:gd name="connsiteY5" fmla="*/ 38384 h 291719"/>
                  <a:gd name="connsiteX6" fmla="*/ 157375 w 291719"/>
                  <a:gd name="connsiteY6" fmla="*/ 57576 h 291719"/>
                  <a:gd name="connsiteX7" fmla="*/ 138183 w 291719"/>
                  <a:gd name="connsiteY7" fmla="*/ 76768 h 291719"/>
                  <a:gd name="connsiteX8" fmla="*/ 118991 w 291719"/>
                  <a:gd name="connsiteY8" fmla="*/ 57576 h 291719"/>
                  <a:gd name="connsiteX9" fmla="*/ 138183 w 291719"/>
                  <a:gd name="connsiteY9" fmla="*/ 38384 h 291719"/>
                  <a:gd name="connsiteX10" fmla="*/ 184244 w 291719"/>
                  <a:gd name="connsiteY10" fmla="*/ 253336 h 291719"/>
                  <a:gd name="connsiteX11" fmla="*/ 107476 w 291719"/>
                  <a:gd name="connsiteY11" fmla="*/ 253336 h 291719"/>
                  <a:gd name="connsiteX12" fmla="*/ 107476 w 291719"/>
                  <a:gd name="connsiteY12" fmla="*/ 230305 h 291719"/>
                  <a:gd name="connsiteX13" fmla="*/ 134345 w 291719"/>
                  <a:gd name="connsiteY13" fmla="*/ 230305 h 291719"/>
                  <a:gd name="connsiteX14" fmla="*/ 134345 w 291719"/>
                  <a:gd name="connsiteY14" fmla="*/ 115153 h 291719"/>
                  <a:gd name="connsiteX15" fmla="*/ 111314 w 291719"/>
                  <a:gd name="connsiteY15" fmla="*/ 115153 h 291719"/>
                  <a:gd name="connsiteX16" fmla="*/ 111314 w 291719"/>
                  <a:gd name="connsiteY16" fmla="*/ 92122 h 291719"/>
                  <a:gd name="connsiteX17" fmla="*/ 157375 w 291719"/>
                  <a:gd name="connsiteY17" fmla="*/ 92122 h 291719"/>
                  <a:gd name="connsiteX18" fmla="*/ 157375 w 291719"/>
                  <a:gd name="connsiteY18" fmla="*/ 115153 h 291719"/>
                  <a:gd name="connsiteX19" fmla="*/ 157375 w 291719"/>
                  <a:gd name="connsiteY19" fmla="*/ 230305 h 291719"/>
                  <a:gd name="connsiteX20" fmla="*/ 184244 w 291719"/>
                  <a:gd name="connsiteY20" fmla="*/ 230305 h 291719"/>
                  <a:gd name="connsiteX21" fmla="*/ 184244 w 291719"/>
                  <a:gd name="connsiteY21" fmla="*/ 253336 h 291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1719" h="291719" fill="norm" stroke="1" extrusionOk="0">
                    <a:moveTo>
                      <a:pt x="145860" y="0"/>
                    </a:moveTo>
                    <a:cubicBezTo>
                      <a:pt x="65253" y="0"/>
                      <a:pt x="0" y="65253"/>
                      <a:pt x="0" y="145860"/>
                    </a:cubicBezTo>
                    <a:cubicBezTo>
                      <a:pt x="0" y="226467"/>
                      <a:pt x="65253" y="291720"/>
                      <a:pt x="145860" y="291720"/>
                    </a:cubicBezTo>
                    <a:cubicBezTo>
                      <a:pt x="226467" y="291720"/>
                      <a:pt x="291720" y="226467"/>
                      <a:pt x="291720" y="145860"/>
                    </a:cubicBezTo>
                    <a:cubicBezTo>
                      <a:pt x="291720" y="65253"/>
                      <a:pt x="226467" y="0"/>
                      <a:pt x="145860" y="0"/>
                    </a:cubicBezTo>
                    <a:close/>
                    <a:moveTo>
                      <a:pt x="138183" y="38384"/>
                    </a:moveTo>
                    <a:cubicBezTo>
                      <a:pt x="148931" y="38384"/>
                      <a:pt x="157375" y="46829"/>
                      <a:pt x="157375" y="57576"/>
                    </a:cubicBezTo>
                    <a:cubicBezTo>
                      <a:pt x="157375" y="68324"/>
                      <a:pt x="148931" y="76768"/>
                      <a:pt x="138183" y="76768"/>
                    </a:cubicBezTo>
                    <a:cubicBezTo>
                      <a:pt x="127435" y="76768"/>
                      <a:pt x="118991" y="68324"/>
                      <a:pt x="118991" y="57576"/>
                    </a:cubicBezTo>
                    <a:cubicBezTo>
                      <a:pt x="118991" y="46829"/>
                      <a:pt x="127435" y="38384"/>
                      <a:pt x="138183" y="38384"/>
                    </a:cubicBezTo>
                    <a:close/>
                    <a:moveTo>
                      <a:pt x="184244" y="253336"/>
                    </a:moveTo>
                    <a:lnTo>
                      <a:pt x="107476" y="253336"/>
                    </a:lnTo>
                    <a:lnTo>
                      <a:pt x="107476" y="230305"/>
                    </a:lnTo>
                    <a:lnTo>
                      <a:pt x="134345" y="230305"/>
                    </a:lnTo>
                    <a:lnTo>
                      <a:pt x="134345" y="115153"/>
                    </a:lnTo>
                    <a:lnTo>
                      <a:pt x="111314" y="115153"/>
                    </a:lnTo>
                    <a:lnTo>
                      <a:pt x="111314" y="92122"/>
                    </a:lnTo>
                    <a:lnTo>
                      <a:pt x="157375" y="92122"/>
                    </a:lnTo>
                    <a:lnTo>
                      <a:pt x="157375" y="115153"/>
                    </a:lnTo>
                    <a:lnTo>
                      <a:pt x="157375" y="230305"/>
                    </a:lnTo>
                    <a:lnTo>
                      <a:pt x="184244" y="230305"/>
                    </a:lnTo>
                    <a:lnTo>
                      <a:pt x="184244" y="253336"/>
                    </a:lnTo>
                    <a:close/>
                  </a:path>
                </a:pathLst>
              </a:custGeom>
              <a:solidFill>
                <a:srgbClr val="1FF524"/>
              </a:solidFill>
              <a:ln w="3770" cap="flat">
                <a:noFill/>
                <a:prstDash val="solid"/>
                <a:miter/>
              </a:ln>
            </p:spPr>
            <p:txBody>
              <a:bodyPr rtlCol="0" anchor="ctr"/>
              <a:lstStyle/>
              <a:p>
                <a:pPr>
                  <a:defRPr/>
                </a:pPr>
                <a:endParaRPr lang="en-GB" sz="2000">
                  <a:solidFill>
                    <a:srgbClr val="211F26"/>
                  </a:solidFill>
                  <a:latin typeface="Calibri"/>
                  <a:cs typeface="Calibri"/>
                </a:endParaRPr>
              </a:p>
            </p:txBody>
          </p:sp>
        </p:grpSp>
        <p:grpSp>
          <p:nvGrpSpPr>
            <p:cNvPr id="2040067262" name="VOORBEELD"/>
            <p:cNvGrpSpPr>
              <a:grpSpLocks noGrp="1" noMove="1" noResize="1" noRot="1" noUngrp="1"/>
            </p:cNvGrpSpPr>
            <p:nvPr userDrawn="1"/>
          </p:nvGrpSpPr>
          <p:grpSpPr bwMode="auto">
            <a:xfrm>
              <a:off x="-3605171" y="458673"/>
              <a:ext cx="3234310" cy="558874"/>
              <a:chOff x="-3605171" y="458673"/>
              <a:chExt cx="3234310" cy="558874"/>
            </a:xfrm>
          </p:grpSpPr>
          <p:sp>
            <p:nvSpPr>
              <p:cNvPr id="968667804" name="Rechthoek 302"/>
              <p:cNvSpPr>
                <a:spLocks noAdjustHandles="1" noChangeArrowheads="1" noChangeShapeType="1" noEditPoints="1" noGrp="1" noMove="1" noResize="1" noRot="1"/>
              </p:cNvSpPr>
              <p:nvPr userDrawn="1"/>
            </p:nvSpPr>
            <p:spPr bwMode="auto">
              <a:xfrm>
                <a:off x="-3604182" y="458673"/>
                <a:ext cx="393458" cy="184057"/>
              </a:xfrm>
              <a:prstGeom prst="rect">
                <a:avLst/>
              </a:prstGeom>
              <a:solidFill>
                <a:srgbClr val="F8F8F8"/>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18000" rIns="0" bIns="0" numCol="1" spcCol="0" rtlCol="0" fromWordArt="0" anchor="t" anchorCtr="0" forceAA="0" compatLnSpc="1">
                <a:prstTxWarp prst="textNoShape"/>
                <a:noAutofit/>
              </a:bodyPr>
              <a:lstStyle/>
              <a:p>
                <a:pPr algn="ctr">
                  <a:defRPr/>
                </a:pPr>
                <a:r>
                  <a:rPr lang="en-GB" sz="900" b="1">
                    <a:solidFill>
                      <a:srgbClr val="211F26"/>
                    </a:solidFill>
                    <a:latin typeface="Calibri"/>
                    <a:cs typeface="Calibri"/>
                  </a:rPr>
                  <a:t>Home</a:t>
                </a:r>
                <a:endParaRPr/>
              </a:p>
            </p:txBody>
          </p:sp>
          <p:sp>
            <p:nvSpPr>
              <p:cNvPr id="1925797593" name="Rechthoek 303"/>
              <p:cNvSpPr>
                <a:spLocks noAdjustHandles="1" noChangeArrowheads="1" noChangeShapeType="1" noEditPoints="1" noGrp="1" noMove="1" noResize="1" noRot="1"/>
              </p:cNvSpPr>
              <p:nvPr userDrawn="1"/>
            </p:nvSpPr>
            <p:spPr bwMode="auto">
              <a:xfrm>
                <a:off x="-3599183" y="621344"/>
                <a:ext cx="383781" cy="27171"/>
              </a:xfrm>
              <a:prstGeom prst="rect">
                <a:avLst/>
              </a:prstGeom>
              <a:solidFill>
                <a:srgbClr val="B7462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noAutofit/>
              </a:bodyPr>
              <a:lstStyle/>
              <a:p>
                <a:pPr algn="l">
                  <a:defRPr/>
                </a:pPr>
                <a:endParaRPr lang="en-GB" sz="1000" b="1">
                  <a:solidFill>
                    <a:srgbClr val="211F26"/>
                  </a:solidFill>
                  <a:latin typeface="Calibri"/>
                  <a:cs typeface="Calibri"/>
                </a:endParaRPr>
              </a:p>
            </p:txBody>
          </p:sp>
          <p:grpSp>
            <p:nvGrpSpPr>
              <p:cNvPr id="701350563" name="Groep 304"/>
              <p:cNvGrpSpPr>
                <a:grpSpLocks noGrp="1" noMove="1" noResize="1" noRot="1" noUngrp="1"/>
              </p:cNvGrpSpPr>
              <p:nvPr userDrawn="1"/>
            </p:nvGrpSpPr>
            <p:grpSpPr bwMode="auto">
              <a:xfrm>
                <a:off x="-3386246" y="830871"/>
                <a:ext cx="139422" cy="109566"/>
                <a:chOff x="-2866743" y="827069"/>
                <a:chExt cx="168700" cy="132574"/>
              </a:xfrm>
            </p:grpSpPr>
            <p:grpSp>
              <p:nvGrpSpPr>
                <p:cNvPr id="814664682" name="Groep 335"/>
                <p:cNvGrpSpPr>
                  <a:grpSpLocks noGrp="1" noMove="1" noResize="1" noRot="1" noUngrp="1"/>
                </p:cNvGrpSpPr>
                <p:nvPr userDrawn="1"/>
              </p:nvGrpSpPr>
              <p:grpSpPr bwMode="auto">
                <a:xfrm>
                  <a:off x="-2866743" y="827069"/>
                  <a:ext cx="168700" cy="132574"/>
                  <a:chOff x="-2866743" y="827069"/>
                  <a:chExt cx="168700" cy="132574"/>
                </a:xfrm>
              </p:grpSpPr>
              <p:cxnSp>
                <p:nvCxnSpPr>
                  <p:cNvPr id="1980876137" name="Rechte verbindingslijn 337"/>
                  <p:cNvCxnSpPr>
                    <a:cxnSpLocks noAdjustHandles="1" noChangeArrowheads="1" noChangeShapeType="1" noEditPoints="1" noGrp="1" noMove="1" noResize="1" noRot="1"/>
                  </p:cNvCxnSpPr>
                  <p:nvPr userDrawn="1"/>
                </p:nvCxnSpPr>
                <p:spPr bwMode="auto">
                  <a:xfrm>
                    <a:off x="-2866743" y="827069"/>
                    <a:ext cx="168700" cy="0"/>
                  </a:xfrm>
                  <a:prstGeom prst="line">
                    <a:avLst/>
                  </a:prstGeom>
                  <a:solidFill>
                    <a:schemeClr val="bg1"/>
                  </a:solidFill>
                  <a:ln w="12700" cap="flat" cmpd="sng" algn="ctr">
                    <a:solidFill>
                      <a:srgbClr val="9D9FA1"/>
                    </a:solidFill>
                    <a:prstDash val="solid"/>
                  </a:ln>
                  <a:effectLst/>
                </p:spPr>
              </p:cxnSp>
              <p:cxnSp>
                <p:nvCxnSpPr>
                  <p:cNvPr id="980800277" name="Rechte verbindingslijn 338"/>
                  <p:cNvCxnSpPr>
                    <a:cxnSpLocks noAdjustHandles="1" noChangeArrowheads="1" noChangeShapeType="1" noEditPoints="1" noGrp="1" noMove="1" noResize="1" noRot="1"/>
                  </p:cNvCxnSpPr>
                  <p:nvPr userDrawn="1"/>
                </p:nvCxnSpPr>
                <p:spPr bwMode="auto">
                  <a:xfrm>
                    <a:off x="-2866743" y="959645"/>
                    <a:ext cx="168700" cy="0"/>
                  </a:xfrm>
                  <a:prstGeom prst="line">
                    <a:avLst/>
                  </a:prstGeom>
                  <a:solidFill>
                    <a:schemeClr val="bg1"/>
                  </a:solidFill>
                  <a:ln w="12700" cap="flat" cmpd="sng" algn="ctr">
                    <a:solidFill>
                      <a:srgbClr val="9D9FA1"/>
                    </a:solidFill>
                    <a:prstDash val="solid"/>
                  </a:ln>
                  <a:effectLst/>
                </p:spPr>
              </p:cxnSp>
              <p:cxnSp>
                <p:nvCxnSpPr>
                  <p:cNvPr id="150528662" name="Rechte verbindingslijn 339"/>
                  <p:cNvCxnSpPr>
                    <a:cxnSpLocks noAdjustHandles="1" noChangeArrowheads="1" noChangeShapeType="1" noEditPoints="1" noGrp="1" noMove="1" noResize="1" noRot="1"/>
                  </p:cNvCxnSpPr>
                  <p:nvPr userDrawn="1"/>
                </p:nvCxnSpPr>
                <p:spPr bwMode="auto">
                  <a:xfrm>
                    <a:off x="-2773989" y="926502"/>
                    <a:ext cx="75946" cy="0"/>
                  </a:xfrm>
                  <a:prstGeom prst="line">
                    <a:avLst/>
                  </a:prstGeom>
                  <a:solidFill>
                    <a:schemeClr val="bg1"/>
                  </a:solidFill>
                  <a:ln w="12700" cap="flat" cmpd="sng" algn="ctr">
                    <a:solidFill>
                      <a:srgbClr val="9D9FA1"/>
                    </a:solidFill>
                    <a:prstDash val="solid"/>
                  </a:ln>
                  <a:effectLst/>
                </p:spPr>
              </p:cxnSp>
              <p:cxnSp>
                <p:nvCxnSpPr>
                  <p:cNvPr id="2079891220" name="Rechte verbindingslijn 340"/>
                  <p:cNvCxnSpPr>
                    <a:cxnSpLocks noAdjustHandles="1" noChangeArrowheads="1" noChangeShapeType="1" noEditPoints="1" noGrp="1" noMove="1" noResize="1" noRot="1"/>
                  </p:cNvCxnSpPr>
                  <p:nvPr userDrawn="1"/>
                </p:nvCxnSpPr>
                <p:spPr bwMode="auto">
                  <a:xfrm>
                    <a:off x="-2773989" y="893358"/>
                    <a:ext cx="75946" cy="0"/>
                  </a:xfrm>
                  <a:prstGeom prst="line">
                    <a:avLst/>
                  </a:prstGeom>
                  <a:solidFill>
                    <a:schemeClr val="bg1"/>
                  </a:solidFill>
                  <a:ln w="12700" cap="flat" cmpd="sng" algn="ctr">
                    <a:solidFill>
                      <a:srgbClr val="9D9FA1"/>
                    </a:solidFill>
                    <a:prstDash val="solid"/>
                  </a:ln>
                  <a:effectLst/>
                </p:spPr>
              </p:cxnSp>
              <p:cxnSp>
                <p:nvCxnSpPr>
                  <p:cNvPr id="1629688595" name="Rechte verbindingslijn 341"/>
                  <p:cNvCxnSpPr>
                    <a:cxnSpLocks noAdjustHandles="1" noChangeArrowheads="1" noChangeShapeType="1" noEditPoints="1" noGrp="1" noMove="1" noResize="1" noRot="1"/>
                  </p:cNvCxnSpPr>
                  <p:nvPr userDrawn="1"/>
                </p:nvCxnSpPr>
                <p:spPr bwMode="auto">
                  <a:xfrm>
                    <a:off x="-2773989" y="860214"/>
                    <a:ext cx="75946" cy="0"/>
                  </a:xfrm>
                  <a:prstGeom prst="line">
                    <a:avLst/>
                  </a:prstGeom>
                  <a:solidFill>
                    <a:schemeClr val="bg1"/>
                  </a:solidFill>
                  <a:ln w="12700" cap="flat" cmpd="sng" algn="ctr">
                    <a:solidFill>
                      <a:srgbClr val="9D9FA1"/>
                    </a:solidFill>
                    <a:prstDash val="solid"/>
                  </a:ln>
                  <a:effectLst/>
                </p:spPr>
              </p:cxnSp>
            </p:grpSp>
            <p:sp>
              <p:nvSpPr>
                <p:cNvPr id="1041525025" name="Pijl: rechts 336"/>
                <p:cNvSpPr>
                  <a:spLocks noAdjustHandles="1" noChangeArrowheads="1" noChangeShapeType="1" noEditPoints="1" noGrp="1" noMove="1" noResize="1" noRot="1"/>
                </p:cNvSpPr>
                <p:nvPr userDrawn="1"/>
              </p:nvSpPr>
              <p:spPr bwMode="auto">
                <a:xfrm>
                  <a:off x="-2866743" y="858736"/>
                  <a:ext cx="70675" cy="67901"/>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noAutofit/>
                </a:bodyPr>
                <a:lstStyle/>
                <a:p>
                  <a:pPr algn="l">
                    <a:defRPr/>
                  </a:pPr>
                  <a:endParaRPr lang="en-GB" sz="1000" b="1">
                    <a:solidFill>
                      <a:srgbClr val="211F26"/>
                    </a:solidFill>
                    <a:latin typeface="Calibri"/>
                    <a:cs typeface="Calibri"/>
                  </a:endParaRPr>
                </a:p>
              </p:txBody>
            </p:sp>
          </p:grpSp>
          <p:grpSp>
            <p:nvGrpSpPr>
              <p:cNvPr id="1584080879" name="Groep 305"/>
              <p:cNvGrpSpPr>
                <a:grpSpLocks noGrp="1" noMove="1" noResize="1" noRot="1" noUngrp="1"/>
              </p:cNvGrpSpPr>
              <p:nvPr userDrawn="1"/>
            </p:nvGrpSpPr>
            <p:grpSpPr bwMode="auto">
              <a:xfrm>
                <a:off x="-3605171" y="830871"/>
                <a:ext cx="139422" cy="109566"/>
                <a:chOff x="-2866743" y="518073"/>
                <a:chExt cx="168700" cy="132574"/>
              </a:xfrm>
            </p:grpSpPr>
            <p:grpSp>
              <p:nvGrpSpPr>
                <p:cNvPr id="1129116990" name="Groep 328"/>
                <p:cNvGrpSpPr>
                  <a:grpSpLocks noGrp="1" noMove="1" noResize="1" noRot="1" noUngrp="1"/>
                </p:cNvGrpSpPr>
                <p:nvPr userDrawn="1"/>
              </p:nvGrpSpPr>
              <p:grpSpPr bwMode="auto">
                <a:xfrm>
                  <a:off x="-2866743" y="518073"/>
                  <a:ext cx="168700" cy="132574"/>
                  <a:chOff x="-2866743" y="518073"/>
                  <a:chExt cx="168700" cy="132574"/>
                </a:xfrm>
              </p:grpSpPr>
              <p:cxnSp>
                <p:nvCxnSpPr>
                  <p:cNvPr id="1638245535" name="Rechte verbindingslijn 330"/>
                  <p:cNvCxnSpPr>
                    <a:cxnSpLocks noAdjustHandles="1" noChangeArrowheads="1" noChangeShapeType="1" noEditPoints="1" noGrp="1" noMove="1" noResize="1" noRot="1"/>
                  </p:cNvCxnSpPr>
                  <p:nvPr userDrawn="1"/>
                </p:nvCxnSpPr>
                <p:spPr bwMode="auto">
                  <a:xfrm>
                    <a:off x="-2866743" y="518073"/>
                    <a:ext cx="168700" cy="0"/>
                  </a:xfrm>
                  <a:prstGeom prst="line">
                    <a:avLst/>
                  </a:prstGeom>
                  <a:solidFill>
                    <a:schemeClr val="bg1"/>
                  </a:solidFill>
                  <a:ln w="12700" cap="flat" cmpd="sng" algn="ctr">
                    <a:solidFill>
                      <a:srgbClr val="9D9FA1"/>
                    </a:solidFill>
                    <a:prstDash val="solid"/>
                  </a:ln>
                  <a:effectLst/>
                </p:spPr>
              </p:cxnSp>
              <p:cxnSp>
                <p:nvCxnSpPr>
                  <p:cNvPr id="954089976" name="Rechte verbindingslijn 331"/>
                  <p:cNvCxnSpPr>
                    <a:cxnSpLocks noAdjustHandles="1" noChangeArrowheads="1" noChangeShapeType="1" noEditPoints="1" noGrp="1" noMove="1" noResize="1" noRot="1"/>
                  </p:cNvCxnSpPr>
                  <p:nvPr userDrawn="1"/>
                </p:nvCxnSpPr>
                <p:spPr bwMode="auto">
                  <a:xfrm>
                    <a:off x="-2866743" y="650648"/>
                    <a:ext cx="168700" cy="0"/>
                  </a:xfrm>
                  <a:prstGeom prst="line">
                    <a:avLst/>
                  </a:prstGeom>
                  <a:solidFill>
                    <a:schemeClr val="bg1"/>
                  </a:solidFill>
                  <a:ln w="12700" cap="flat" cmpd="sng" algn="ctr">
                    <a:solidFill>
                      <a:srgbClr val="9D9FA1"/>
                    </a:solidFill>
                    <a:prstDash val="solid"/>
                  </a:ln>
                  <a:effectLst/>
                </p:spPr>
              </p:cxnSp>
              <p:cxnSp>
                <p:nvCxnSpPr>
                  <p:cNvPr id="1555172174" name="Rechte verbindingslijn 332"/>
                  <p:cNvCxnSpPr>
                    <a:cxnSpLocks noAdjustHandles="1" noChangeArrowheads="1" noChangeShapeType="1" noEditPoints="1" noGrp="1" noMove="1" noResize="1" noRot="1"/>
                  </p:cNvCxnSpPr>
                  <p:nvPr userDrawn="1"/>
                </p:nvCxnSpPr>
                <p:spPr bwMode="auto">
                  <a:xfrm>
                    <a:off x="-2773989" y="617505"/>
                    <a:ext cx="75946" cy="0"/>
                  </a:xfrm>
                  <a:prstGeom prst="line">
                    <a:avLst/>
                  </a:prstGeom>
                  <a:solidFill>
                    <a:schemeClr val="bg1"/>
                  </a:solidFill>
                  <a:ln w="12700" cap="flat" cmpd="sng" algn="ctr">
                    <a:solidFill>
                      <a:srgbClr val="9D9FA1"/>
                    </a:solidFill>
                    <a:prstDash val="solid"/>
                  </a:ln>
                  <a:effectLst/>
                </p:spPr>
              </p:cxnSp>
              <p:cxnSp>
                <p:nvCxnSpPr>
                  <p:cNvPr id="1070329258" name="Rechte verbindingslijn 333"/>
                  <p:cNvCxnSpPr>
                    <a:cxnSpLocks noAdjustHandles="1" noChangeArrowheads="1" noChangeShapeType="1" noEditPoints="1" noGrp="1" noMove="1" noResize="1" noRot="1"/>
                  </p:cNvCxnSpPr>
                  <p:nvPr userDrawn="1"/>
                </p:nvCxnSpPr>
                <p:spPr bwMode="auto">
                  <a:xfrm>
                    <a:off x="-2773989" y="584361"/>
                    <a:ext cx="75946" cy="0"/>
                  </a:xfrm>
                  <a:prstGeom prst="line">
                    <a:avLst/>
                  </a:prstGeom>
                  <a:solidFill>
                    <a:schemeClr val="bg1"/>
                  </a:solidFill>
                  <a:ln w="12700" cap="flat" cmpd="sng" algn="ctr">
                    <a:solidFill>
                      <a:srgbClr val="9D9FA1"/>
                    </a:solidFill>
                    <a:prstDash val="solid"/>
                  </a:ln>
                  <a:effectLst/>
                </p:spPr>
              </p:cxnSp>
              <p:cxnSp>
                <p:nvCxnSpPr>
                  <p:cNvPr id="1097088893" name="Rechte verbindingslijn 334"/>
                  <p:cNvCxnSpPr>
                    <a:cxnSpLocks noAdjustHandles="1" noChangeArrowheads="1" noChangeShapeType="1" noEditPoints="1" noGrp="1" noMove="1" noResize="1" noRot="1"/>
                  </p:cNvCxnSpPr>
                  <p:nvPr userDrawn="1"/>
                </p:nvCxnSpPr>
                <p:spPr bwMode="auto">
                  <a:xfrm>
                    <a:off x="-2773989" y="551217"/>
                    <a:ext cx="75946" cy="0"/>
                  </a:xfrm>
                  <a:prstGeom prst="line">
                    <a:avLst/>
                  </a:prstGeom>
                  <a:solidFill>
                    <a:schemeClr val="bg1"/>
                  </a:solidFill>
                  <a:ln w="12700" cap="flat" cmpd="sng" algn="ctr">
                    <a:solidFill>
                      <a:srgbClr val="9D9FA1"/>
                    </a:solidFill>
                    <a:prstDash val="solid"/>
                  </a:ln>
                  <a:effectLst/>
                </p:spPr>
              </p:cxnSp>
            </p:grpSp>
            <p:sp>
              <p:nvSpPr>
                <p:cNvPr id="1277049704" name="Pijl: rechts 329"/>
                <p:cNvSpPr>
                  <a:spLocks noAdjustHandles="1" noChangeArrowheads="1" noChangeShapeType="1" noEditPoints="1" noGrp="1" noMove="1" noResize="1" noRot="1"/>
                </p:cNvSpPr>
                <p:nvPr userDrawn="1"/>
              </p:nvSpPr>
              <p:spPr bwMode="auto">
                <a:xfrm flipH="1">
                  <a:off x="-2866743" y="549739"/>
                  <a:ext cx="70675" cy="67901"/>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noAutofit/>
                </a:bodyPr>
                <a:lstStyle/>
                <a:p>
                  <a:pPr algn="l">
                    <a:defRPr/>
                  </a:pPr>
                  <a:endParaRPr lang="en-GB" sz="1000" b="1">
                    <a:solidFill>
                      <a:srgbClr val="211F26"/>
                    </a:solidFill>
                    <a:latin typeface="Calibri"/>
                    <a:cs typeface="Calibri"/>
                  </a:endParaRPr>
                </a:p>
              </p:txBody>
            </p:sp>
          </p:grpSp>
          <p:cxnSp>
            <p:nvCxnSpPr>
              <p:cNvPr id="1529961166" name="Rechte verbindingslijn 306"/>
              <p:cNvCxnSpPr>
                <a:cxnSpLocks noAdjustHandles="1" noChangeArrowheads="1" noChangeShapeType="1" noEditPoints="1" noGrp="1" noMove="1" noResize="1" noRot="1"/>
              </p:cNvCxnSpPr>
              <p:nvPr userDrawn="1"/>
            </p:nvCxnSpPr>
            <p:spPr bwMode="auto">
              <a:xfrm flipV="1">
                <a:off x="-3459956" y="588168"/>
                <a:ext cx="547686" cy="219075"/>
              </a:xfrm>
              <a:prstGeom prst="line">
                <a:avLst/>
              </a:prstGeom>
              <a:noFill/>
              <a:ln w="19050" cap="rnd" cmpd="sng" algn="ctr">
                <a:solidFill>
                  <a:schemeClr val="accent1"/>
                </a:solidFill>
                <a:prstDash val="solid"/>
                <a:headEnd type="oval"/>
              </a:ln>
              <a:effectLst/>
            </p:spPr>
          </p:cxnSp>
          <p:cxnSp>
            <p:nvCxnSpPr>
              <p:cNvPr id="1264499970" name="Rechte verbindingslijn 307"/>
              <p:cNvCxnSpPr>
                <a:cxnSpLocks noAdjustHandles="1" noChangeArrowheads="1" noChangeShapeType="1" noEditPoints="1" noGrp="1" noMove="1" noResize="1" noRot="1"/>
              </p:cNvCxnSpPr>
              <p:nvPr userDrawn="1"/>
            </p:nvCxnSpPr>
            <p:spPr bwMode="auto">
              <a:xfrm>
                <a:off x="-3224212" y="828675"/>
                <a:ext cx="319087" cy="0"/>
              </a:xfrm>
              <a:prstGeom prst="line">
                <a:avLst/>
              </a:prstGeom>
              <a:noFill/>
              <a:ln w="19050" cap="rnd" cmpd="sng" algn="ctr">
                <a:solidFill>
                  <a:schemeClr val="accent1"/>
                </a:solidFill>
                <a:prstDash val="solid"/>
                <a:headEnd type="oval"/>
              </a:ln>
              <a:effectLst/>
            </p:spPr>
          </p:cxnSp>
          <p:sp>
            <p:nvSpPr>
              <p:cNvPr id="741340279" name="Rechthoek 308"/>
              <p:cNvSpPr>
                <a:spLocks noAdjustHandles="1" noChangeArrowheads="1" noChangeShapeType="1" noEditPoints="1" noGrp="1" noMove="1" noResize="1" noRot="1"/>
              </p:cNvSpPr>
              <p:nvPr userDrawn="1"/>
            </p:nvSpPr>
            <p:spPr bwMode="auto">
              <a:xfrm>
                <a:off x="-2559902" y="512178"/>
                <a:ext cx="2189041" cy="151083"/>
              </a:xfrm>
              <a:prstGeom prst="rect">
                <a:avLst/>
              </a:prstGeom>
              <a:noFill/>
              <a:ln w="25400" cap="flat" cmpd="sng" algn="ctr">
                <a:noFill/>
                <a:prstDash val="solid"/>
              </a:ln>
              <a:effectLst/>
            </p:spPr>
            <p:txBody>
              <a:bodyPr lIns="0" tIns="0" rIns="0" bIns="0" rtlCol="0" anchor="ctr"/>
              <a:lstStyle/>
              <a:p>
                <a:pPr marL="0" marR="0" lvl="0" indent="0" defTabSz="914400">
                  <a:lnSpc>
                    <a:spcPct val="90000"/>
                  </a:lnSpc>
                  <a:spcBef>
                    <a:spcPts val="599"/>
                  </a:spcBef>
                  <a:spcAft>
                    <a:spcPts val="599"/>
                  </a:spcAft>
                  <a:buClrTx/>
                  <a:buSzTx/>
                  <a:buFontTx/>
                  <a:buNone/>
                  <a:defRPr/>
                </a:pPr>
                <a:r>
                  <a:rPr lang="en-GB" sz="1100" b="0" i="0" u="none" strike="noStrike" cap="none" spc="0">
                    <a:ln>
                      <a:noFill/>
                    </a:ln>
                    <a:solidFill>
                      <a:schemeClr val="tx1"/>
                    </a:solidFill>
                    <a:latin typeface="Calibri"/>
                    <a:cs typeface="Calibri"/>
                  </a:rPr>
                  <a:t>Text level down</a:t>
                </a:r>
                <a:endParaRPr/>
              </a:p>
            </p:txBody>
          </p:sp>
          <p:sp>
            <p:nvSpPr>
              <p:cNvPr id="557369747" name="Rechthoek 309"/>
              <p:cNvSpPr>
                <a:spLocks noAdjustHandles="1" noChangeArrowheads="1" noChangeShapeType="1" noEditPoints="1" noGrp="1" noMove="1" noResize="1" noRot="1"/>
              </p:cNvSpPr>
              <p:nvPr userDrawn="1"/>
            </p:nvSpPr>
            <p:spPr bwMode="auto">
              <a:xfrm>
                <a:off x="-2559902" y="819560"/>
                <a:ext cx="2189043" cy="142201"/>
              </a:xfrm>
              <a:prstGeom prst="rect">
                <a:avLst/>
              </a:prstGeom>
              <a:noFill/>
              <a:ln w="25400" cap="flat" cmpd="sng" algn="ctr">
                <a:noFill/>
                <a:prstDash val="solid"/>
              </a:ln>
              <a:effectLst/>
            </p:spPr>
            <p:txBody>
              <a:bodyPr lIns="0" tIns="0" rIns="0" bIns="0" rtlCol="0" anchor="ctr"/>
              <a:lstStyle/>
              <a:p>
                <a:pPr marL="0" marR="0" lvl="0" indent="0" defTabSz="914400">
                  <a:lnSpc>
                    <a:spcPct val="90000"/>
                  </a:lnSpc>
                  <a:spcBef>
                    <a:spcPts val="599"/>
                  </a:spcBef>
                  <a:spcAft>
                    <a:spcPts val="599"/>
                  </a:spcAft>
                  <a:buClrTx/>
                  <a:buSzTx/>
                  <a:buFontTx/>
                  <a:buNone/>
                  <a:defRPr/>
                </a:pPr>
                <a:r>
                  <a:rPr lang="en-GB" sz="1100" b="0" i="0" u="none" strike="noStrike" cap="none" spc="0">
                    <a:ln>
                      <a:noFill/>
                    </a:ln>
                    <a:solidFill>
                      <a:schemeClr val="tx1"/>
                    </a:solidFill>
                    <a:latin typeface="Calibri"/>
                    <a:cs typeface="Calibri"/>
                  </a:rPr>
                  <a:t>Text level up</a:t>
                </a:r>
                <a:endParaRPr/>
              </a:p>
            </p:txBody>
          </p:sp>
          <p:grpSp>
            <p:nvGrpSpPr>
              <p:cNvPr id="1567242441" name="Groep 310"/>
              <p:cNvGrpSpPr>
                <a:grpSpLocks noGrp="1" noMove="1" noResize="1" noRot="1" noUngrp="1"/>
              </p:cNvGrpSpPr>
              <p:nvPr userDrawn="1"/>
            </p:nvGrpSpPr>
            <p:grpSpPr bwMode="auto">
              <a:xfrm>
                <a:off x="-2916762" y="769167"/>
                <a:ext cx="268737" cy="248380"/>
                <a:chOff x="-2916762" y="769167"/>
                <a:chExt cx="268737" cy="248380"/>
              </a:xfrm>
            </p:grpSpPr>
            <p:sp>
              <p:nvSpPr>
                <p:cNvPr id="375038118" name="Rechthoek 320"/>
                <p:cNvSpPr>
                  <a:spLocks noAdjustHandles="1" noChangeArrowheads="1" noChangeShapeType="1" noEditPoints="1" noGrp="1" noMove="1" noResize="1" noRot="1"/>
                </p:cNvSpPr>
                <p:nvPr userDrawn="1"/>
              </p:nvSpPr>
              <p:spPr bwMode="auto">
                <a:xfrm>
                  <a:off x="-2916762" y="769167"/>
                  <a:ext cx="268737" cy="248380"/>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noAutofit/>
                </a:bodyPr>
                <a:lstStyle/>
                <a:p>
                  <a:pPr algn="ctr">
                    <a:defRPr/>
                  </a:pPr>
                  <a:endParaRPr lang="en-GB" sz="1050" b="0">
                    <a:solidFill>
                      <a:srgbClr val="211F26"/>
                    </a:solidFill>
                    <a:latin typeface="Calibri"/>
                    <a:cs typeface="Calibri"/>
                  </a:endParaRPr>
                </a:p>
              </p:txBody>
            </p:sp>
            <p:grpSp>
              <p:nvGrpSpPr>
                <p:cNvPr id="1946487377" name="Groep 321"/>
                <p:cNvGrpSpPr>
                  <a:grpSpLocks noGrp="1" noMove="1" noResize="1" noRot="1" noUngrp="1"/>
                </p:cNvGrpSpPr>
                <p:nvPr userDrawn="1"/>
              </p:nvGrpSpPr>
              <p:grpSpPr bwMode="auto">
                <a:xfrm>
                  <a:off x="-2866743" y="827069"/>
                  <a:ext cx="168700" cy="132574"/>
                  <a:chOff x="-2866743" y="827069"/>
                  <a:chExt cx="168700" cy="132574"/>
                </a:xfrm>
              </p:grpSpPr>
              <p:cxnSp>
                <p:nvCxnSpPr>
                  <p:cNvPr id="369111151" name="Rechte verbindingslijn 323"/>
                  <p:cNvCxnSpPr>
                    <a:cxnSpLocks noAdjustHandles="1" noChangeArrowheads="1" noChangeShapeType="1" noEditPoints="1" noGrp="1" noMove="1" noResize="1" noRot="1"/>
                  </p:cNvCxnSpPr>
                  <p:nvPr userDrawn="1"/>
                </p:nvCxnSpPr>
                <p:spPr bwMode="auto">
                  <a:xfrm>
                    <a:off x="-2866743" y="827069"/>
                    <a:ext cx="168700" cy="0"/>
                  </a:xfrm>
                  <a:prstGeom prst="line">
                    <a:avLst/>
                  </a:prstGeom>
                  <a:solidFill>
                    <a:schemeClr val="bg1"/>
                  </a:solidFill>
                  <a:ln w="12700" cap="flat" cmpd="sng" algn="ctr">
                    <a:solidFill>
                      <a:srgbClr val="9D9FA1"/>
                    </a:solidFill>
                    <a:prstDash val="solid"/>
                  </a:ln>
                  <a:effectLst/>
                </p:spPr>
              </p:cxnSp>
              <p:cxnSp>
                <p:nvCxnSpPr>
                  <p:cNvPr id="358624028" name="Rechte verbindingslijn 324"/>
                  <p:cNvCxnSpPr>
                    <a:cxnSpLocks noAdjustHandles="1" noChangeArrowheads="1" noChangeShapeType="1" noEditPoints="1" noGrp="1" noMove="1" noResize="1" noRot="1"/>
                  </p:cNvCxnSpPr>
                  <p:nvPr userDrawn="1"/>
                </p:nvCxnSpPr>
                <p:spPr bwMode="auto">
                  <a:xfrm>
                    <a:off x="-2866743" y="959645"/>
                    <a:ext cx="168700" cy="0"/>
                  </a:xfrm>
                  <a:prstGeom prst="line">
                    <a:avLst/>
                  </a:prstGeom>
                  <a:solidFill>
                    <a:schemeClr val="bg1"/>
                  </a:solidFill>
                  <a:ln w="12700" cap="flat" cmpd="sng" algn="ctr">
                    <a:solidFill>
                      <a:srgbClr val="9D9FA1"/>
                    </a:solidFill>
                    <a:prstDash val="solid"/>
                  </a:ln>
                  <a:effectLst/>
                </p:spPr>
              </p:cxnSp>
              <p:cxnSp>
                <p:nvCxnSpPr>
                  <p:cNvPr id="79705595" name="Rechte verbindingslijn 325"/>
                  <p:cNvCxnSpPr>
                    <a:cxnSpLocks noAdjustHandles="1" noChangeArrowheads="1" noChangeShapeType="1" noEditPoints="1" noGrp="1" noMove="1" noResize="1" noRot="1"/>
                  </p:cNvCxnSpPr>
                  <p:nvPr userDrawn="1"/>
                </p:nvCxnSpPr>
                <p:spPr bwMode="auto">
                  <a:xfrm>
                    <a:off x="-2773989" y="926502"/>
                    <a:ext cx="75946" cy="0"/>
                  </a:xfrm>
                  <a:prstGeom prst="line">
                    <a:avLst/>
                  </a:prstGeom>
                  <a:solidFill>
                    <a:schemeClr val="bg1"/>
                  </a:solidFill>
                  <a:ln w="12700" cap="flat" cmpd="sng" algn="ctr">
                    <a:solidFill>
                      <a:srgbClr val="9D9FA1"/>
                    </a:solidFill>
                    <a:prstDash val="solid"/>
                  </a:ln>
                  <a:effectLst/>
                </p:spPr>
              </p:cxnSp>
              <p:cxnSp>
                <p:nvCxnSpPr>
                  <p:cNvPr id="1035956946" name="Rechte verbindingslijn 326"/>
                  <p:cNvCxnSpPr>
                    <a:cxnSpLocks noAdjustHandles="1" noChangeArrowheads="1" noChangeShapeType="1" noEditPoints="1" noGrp="1" noMove="1" noResize="1" noRot="1"/>
                  </p:cNvCxnSpPr>
                  <p:nvPr userDrawn="1"/>
                </p:nvCxnSpPr>
                <p:spPr bwMode="auto">
                  <a:xfrm>
                    <a:off x="-2773989" y="893358"/>
                    <a:ext cx="75946" cy="0"/>
                  </a:xfrm>
                  <a:prstGeom prst="line">
                    <a:avLst/>
                  </a:prstGeom>
                  <a:solidFill>
                    <a:schemeClr val="bg1"/>
                  </a:solidFill>
                  <a:ln w="12700" cap="flat" cmpd="sng" algn="ctr">
                    <a:solidFill>
                      <a:srgbClr val="9D9FA1"/>
                    </a:solidFill>
                    <a:prstDash val="solid"/>
                  </a:ln>
                  <a:effectLst/>
                </p:spPr>
              </p:cxnSp>
              <p:cxnSp>
                <p:nvCxnSpPr>
                  <p:cNvPr id="620918971" name="Rechte verbindingslijn 327"/>
                  <p:cNvCxnSpPr>
                    <a:cxnSpLocks noAdjustHandles="1" noChangeArrowheads="1" noChangeShapeType="1" noEditPoints="1" noGrp="1" noMove="1" noResize="1" noRot="1"/>
                  </p:cNvCxnSpPr>
                  <p:nvPr userDrawn="1"/>
                </p:nvCxnSpPr>
                <p:spPr bwMode="auto">
                  <a:xfrm>
                    <a:off x="-2773989" y="860214"/>
                    <a:ext cx="75946" cy="0"/>
                  </a:xfrm>
                  <a:prstGeom prst="line">
                    <a:avLst/>
                  </a:prstGeom>
                  <a:solidFill>
                    <a:schemeClr val="bg1"/>
                  </a:solidFill>
                  <a:ln w="12700" cap="flat" cmpd="sng" algn="ctr">
                    <a:solidFill>
                      <a:srgbClr val="9D9FA1"/>
                    </a:solidFill>
                    <a:prstDash val="solid"/>
                  </a:ln>
                  <a:effectLst/>
                </p:spPr>
              </p:cxnSp>
            </p:grpSp>
            <p:sp>
              <p:nvSpPr>
                <p:cNvPr id="1663246164" name="Pijl: rechts 322"/>
                <p:cNvSpPr>
                  <a:spLocks noAdjustHandles="1" noChangeArrowheads="1" noChangeShapeType="1" noEditPoints="1" noGrp="1" noMove="1" noResize="1" noRot="1"/>
                </p:cNvSpPr>
                <p:nvPr userDrawn="1"/>
              </p:nvSpPr>
              <p:spPr bwMode="auto">
                <a:xfrm>
                  <a:off x="-2866743" y="858736"/>
                  <a:ext cx="70675" cy="67901"/>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noAutofit/>
                </a:bodyPr>
                <a:lstStyle/>
                <a:p>
                  <a:pPr algn="l">
                    <a:defRPr/>
                  </a:pPr>
                  <a:endParaRPr lang="en-GB" sz="1000" b="1">
                    <a:solidFill>
                      <a:srgbClr val="211F26"/>
                    </a:solidFill>
                    <a:latin typeface="Calibri"/>
                    <a:cs typeface="Calibri"/>
                  </a:endParaRPr>
                </a:p>
              </p:txBody>
            </p:sp>
          </p:grpSp>
          <p:grpSp>
            <p:nvGrpSpPr>
              <p:cNvPr id="575002230" name="Groep 311"/>
              <p:cNvGrpSpPr>
                <a:grpSpLocks noGrp="1" noMove="1" noResize="1" noRot="1" noUngrp="1"/>
              </p:cNvGrpSpPr>
              <p:nvPr userDrawn="1"/>
            </p:nvGrpSpPr>
            <p:grpSpPr bwMode="auto">
              <a:xfrm>
                <a:off x="-2916762" y="460170"/>
                <a:ext cx="268737" cy="248380"/>
                <a:chOff x="-2916762" y="460170"/>
                <a:chExt cx="268737" cy="248380"/>
              </a:xfrm>
            </p:grpSpPr>
            <p:sp>
              <p:nvSpPr>
                <p:cNvPr id="379455651" name="Rechthoek 312"/>
                <p:cNvSpPr>
                  <a:spLocks noAdjustHandles="1" noChangeArrowheads="1" noChangeShapeType="1" noEditPoints="1" noGrp="1" noMove="1" noResize="1" noRot="1"/>
                </p:cNvSpPr>
                <p:nvPr userDrawn="1"/>
              </p:nvSpPr>
              <p:spPr bwMode="auto">
                <a:xfrm>
                  <a:off x="-2916762" y="460170"/>
                  <a:ext cx="268737" cy="248380"/>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noAutofit/>
                </a:bodyPr>
                <a:lstStyle/>
                <a:p>
                  <a:pPr algn="ctr">
                    <a:defRPr/>
                  </a:pPr>
                  <a:endParaRPr lang="en-GB" sz="1050" b="0">
                    <a:solidFill>
                      <a:srgbClr val="211F26"/>
                    </a:solidFill>
                    <a:latin typeface="Calibri"/>
                    <a:cs typeface="Calibri"/>
                  </a:endParaRPr>
                </a:p>
              </p:txBody>
            </p:sp>
            <p:grpSp>
              <p:nvGrpSpPr>
                <p:cNvPr id="505363366" name="Groep 313"/>
                <p:cNvGrpSpPr>
                  <a:grpSpLocks noGrp="1" noMove="1" noResize="1" noRot="1" noUngrp="1"/>
                </p:cNvGrpSpPr>
                <p:nvPr userDrawn="1"/>
              </p:nvGrpSpPr>
              <p:grpSpPr bwMode="auto">
                <a:xfrm>
                  <a:off x="-2866743" y="518073"/>
                  <a:ext cx="168700" cy="132574"/>
                  <a:chOff x="-2866743" y="518073"/>
                  <a:chExt cx="168700" cy="132574"/>
                </a:xfrm>
              </p:grpSpPr>
              <p:cxnSp>
                <p:nvCxnSpPr>
                  <p:cNvPr id="1455439544" name="Rechte verbindingslijn 315"/>
                  <p:cNvCxnSpPr>
                    <a:cxnSpLocks noAdjustHandles="1" noChangeArrowheads="1" noChangeShapeType="1" noEditPoints="1" noGrp="1" noMove="1" noResize="1" noRot="1"/>
                  </p:cNvCxnSpPr>
                  <p:nvPr userDrawn="1"/>
                </p:nvCxnSpPr>
                <p:spPr bwMode="auto">
                  <a:xfrm>
                    <a:off x="-2866743" y="518073"/>
                    <a:ext cx="168700" cy="0"/>
                  </a:xfrm>
                  <a:prstGeom prst="line">
                    <a:avLst/>
                  </a:prstGeom>
                  <a:solidFill>
                    <a:schemeClr val="bg1"/>
                  </a:solidFill>
                  <a:ln w="12700" cap="flat" cmpd="sng" algn="ctr">
                    <a:solidFill>
                      <a:srgbClr val="9D9FA1"/>
                    </a:solidFill>
                    <a:prstDash val="solid"/>
                  </a:ln>
                  <a:effectLst/>
                </p:spPr>
              </p:cxnSp>
              <p:cxnSp>
                <p:nvCxnSpPr>
                  <p:cNvPr id="1937248204" name="Rechte verbindingslijn 316"/>
                  <p:cNvCxnSpPr>
                    <a:cxnSpLocks noAdjustHandles="1" noChangeArrowheads="1" noChangeShapeType="1" noEditPoints="1" noGrp="1" noMove="1" noResize="1" noRot="1"/>
                  </p:cNvCxnSpPr>
                  <p:nvPr userDrawn="1"/>
                </p:nvCxnSpPr>
                <p:spPr bwMode="auto">
                  <a:xfrm>
                    <a:off x="-2866743" y="650648"/>
                    <a:ext cx="168700" cy="0"/>
                  </a:xfrm>
                  <a:prstGeom prst="line">
                    <a:avLst/>
                  </a:prstGeom>
                  <a:solidFill>
                    <a:schemeClr val="bg1"/>
                  </a:solidFill>
                  <a:ln w="12700" cap="flat" cmpd="sng" algn="ctr">
                    <a:solidFill>
                      <a:srgbClr val="9D9FA1"/>
                    </a:solidFill>
                    <a:prstDash val="solid"/>
                  </a:ln>
                  <a:effectLst/>
                </p:spPr>
              </p:cxnSp>
              <p:cxnSp>
                <p:nvCxnSpPr>
                  <p:cNvPr id="866072721" name="Rechte verbindingslijn 317"/>
                  <p:cNvCxnSpPr>
                    <a:cxnSpLocks noAdjustHandles="1" noChangeArrowheads="1" noChangeShapeType="1" noEditPoints="1" noGrp="1" noMove="1" noResize="1" noRot="1"/>
                  </p:cNvCxnSpPr>
                  <p:nvPr userDrawn="1"/>
                </p:nvCxnSpPr>
                <p:spPr bwMode="auto">
                  <a:xfrm>
                    <a:off x="-2773989" y="617505"/>
                    <a:ext cx="75946" cy="0"/>
                  </a:xfrm>
                  <a:prstGeom prst="line">
                    <a:avLst/>
                  </a:prstGeom>
                  <a:solidFill>
                    <a:schemeClr val="bg1"/>
                  </a:solidFill>
                  <a:ln w="12700" cap="flat" cmpd="sng" algn="ctr">
                    <a:solidFill>
                      <a:srgbClr val="9D9FA1"/>
                    </a:solidFill>
                    <a:prstDash val="solid"/>
                  </a:ln>
                  <a:effectLst/>
                </p:spPr>
              </p:cxnSp>
              <p:cxnSp>
                <p:nvCxnSpPr>
                  <p:cNvPr id="943461487" name="Rechte verbindingslijn 318"/>
                  <p:cNvCxnSpPr>
                    <a:cxnSpLocks noAdjustHandles="1" noChangeArrowheads="1" noChangeShapeType="1" noEditPoints="1" noGrp="1" noMove="1" noResize="1" noRot="1"/>
                  </p:cNvCxnSpPr>
                  <p:nvPr userDrawn="1"/>
                </p:nvCxnSpPr>
                <p:spPr bwMode="auto">
                  <a:xfrm>
                    <a:off x="-2773989" y="584361"/>
                    <a:ext cx="75946" cy="0"/>
                  </a:xfrm>
                  <a:prstGeom prst="line">
                    <a:avLst/>
                  </a:prstGeom>
                  <a:solidFill>
                    <a:schemeClr val="bg1"/>
                  </a:solidFill>
                  <a:ln w="12700" cap="flat" cmpd="sng" algn="ctr">
                    <a:solidFill>
                      <a:srgbClr val="9D9FA1"/>
                    </a:solidFill>
                    <a:prstDash val="solid"/>
                  </a:ln>
                  <a:effectLst/>
                </p:spPr>
              </p:cxnSp>
              <p:cxnSp>
                <p:nvCxnSpPr>
                  <p:cNvPr id="1912334459" name="Rechte verbindingslijn 319"/>
                  <p:cNvCxnSpPr>
                    <a:cxnSpLocks noAdjustHandles="1" noChangeArrowheads="1" noChangeShapeType="1" noEditPoints="1" noGrp="1" noMove="1" noResize="1" noRot="1"/>
                  </p:cNvCxnSpPr>
                  <p:nvPr userDrawn="1"/>
                </p:nvCxnSpPr>
                <p:spPr bwMode="auto">
                  <a:xfrm>
                    <a:off x="-2773989" y="551217"/>
                    <a:ext cx="75946" cy="0"/>
                  </a:xfrm>
                  <a:prstGeom prst="line">
                    <a:avLst/>
                  </a:prstGeom>
                  <a:solidFill>
                    <a:schemeClr val="bg1"/>
                  </a:solidFill>
                  <a:ln w="12700" cap="flat" cmpd="sng" algn="ctr">
                    <a:solidFill>
                      <a:srgbClr val="9D9FA1"/>
                    </a:solidFill>
                    <a:prstDash val="solid"/>
                  </a:ln>
                  <a:effectLst/>
                </p:spPr>
              </p:cxnSp>
            </p:grpSp>
            <p:sp>
              <p:nvSpPr>
                <p:cNvPr id="353379201" name="Pijl: rechts 314"/>
                <p:cNvSpPr>
                  <a:spLocks noAdjustHandles="1" noChangeArrowheads="1" noChangeShapeType="1" noEditPoints="1" noGrp="1" noMove="1" noResize="1" noRot="1"/>
                </p:cNvSpPr>
                <p:nvPr userDrawn="1"/>
              </p:nvSpPr>
              <p:spPr bwMode="auto">
                <a:xfrm flipH="1">
                  <a:off x="-2866743" y="549739"/>
                  <a:ext cx="70675" cy="67901"/>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noAutofit/>
                </a:bodyPr>
                <a:lstStyle/>
                <a:p>
                  <a:pPr algn="l">
                    <a:defRPr/>
                  </a:pPr>
                  <a:endParaRPr lang="en-GB" sz="1000" b="1">
                    <a:solidFill>
                      <a:srgbClr val="211F26"/>
                    </a:solidFill>
                    <a:latin typeface="Calibri"/>
                    <a:cs typeface="Calibri"/>
                  </a:endParaRPr>
                </a:p>
              </p:txBody>
            </p:sp>
          </p:grpSp>
        </p:grpSp>
        <p:grpSp>
          <p:nvGrpSpPr>
            <p:cNvPr id="1334877826" name="Groep 296"/>
            <p:cNvGrpSpPr>
              <a:grpSpLocks noGrp="1" noMove="1" noResize="1" noRot="1" noUngrp="1"/>
            </p:cNvGrpSpPr>
            <p:nvPr userDrawn="1"/>
          </p:nvGrpSpPr>
          <p:grpSpPr bwMode="auto">
            <a:xfrm>
              <a:off x="-938433" y="4663036"/>
              <a:ext cx="627797" cy="576693"/>
              <a:chOff x="-1753861" y="6112774"/>
              <a:chExt cx="759634" cy="697797"/>
            </a:xfrm>
          </p:grpSpPr>
          <p:grpSp>
            <p:nvGrpSpPr>
              <p:cNvPr id="1848370768" name="Inspireren"/>
              <p:cNvGrpSpPr>
                <a:grpSpLocks noChangeAspect="1" noGrp="1" noMove="1" noResize="1" noRot="1" noUngrp="1"/>
              </p:cNvGrpSpPr>
              <p:nvPr userDrawn="1"/>
            </p:nvGrpSpPr>
            <p:grpSpPr bwMode="auto">
              <a:xfrm>
                <a:off x="-1484857" y="6112774"/>
                <a:ext cx="205430" cy="293285"/>
                <a:chOff x="4767" y="2782"/>
                <a:chExt cx="787" cy="1125"/>
              </a:xfrm>
              <a:gradFill>
                <a:gsLst>
                  <a:gs pos="0">
                    <a:srgbClr val="9D9FA1"/>
                  </a:gs>
                  <a:gs pos="70000">
                    <a:srgbClr val="211F26"/>
                  </a:gs>
                </a:gsLst>
                <a:lin ang="2700000" scaled="0"/>
              </a:gradFill>
            </p:grpSpPr>
            <p:sp>
              <p:nvSpPr>
                <p:cNvPr id="1987730577" name="Freeform 12"/>
                <p:cNvSpPr>
                  <a:spLocks noAdjustHandles="1" noChangeArrowheads="1" noChangeShapeType="1" noEditPoints="1" noGrp="1" noMove="1" noResize="1" noRot="1"/>
                </p:cNvSpPr>
                <p:nvPr/>
              </p:nvSpPr>
              <p:spPr bwMode="auto">
                <a:xfrm>
                  <a:off x="5000" y="3186"/>
                  <a:ext cx="318" cy="288"/>
                </a:xfrm>
                <a:custGeom>
                  <a:avLst/>
                  <a:gdLst>
                    <a:gd name="T0" fmla="*/ 220 w 319"/>
                    <a:gd name="T1" fmla="*/ 288 h 288"/>
                    <a:gd name="T2" fmla="*/ 107 w 319"/>
                    <a:gd name="T3" fmla="*/ 288 h 288"/>
                    <a:gd name="T4" fmla="*/ 0 w 319"/>
                    <a:gd name="T5" fmla="*/ 0 h 288"/>
                    <a:gd name="T6" fmla="*/ 319 w 319"/>
                    <a:gd name="T7" fmla="*/ 0 h 288"/>
                    <a:gd name="T8" fmla="*/ 220 w 319"/>
                    <a:gd name="T9" fmla="*/ 288 h 288"/>
                  </a:gdLst>
                  <a:ahLst/>
                  <a:cxnLst>
                    <a:cxn ang="0">
                      <a:pos x="T0" y="T1"/>
                    </a:cxn>
                    <a:cxn ang="0">
                      <a:pos x="T2" y="T3"/>
                    </a:cxn>
                    <a:cxn ang="0">
                      <a:pos x="T4" y="T5"/>
                    </a:cxn>
                    <a:cxn ang="0">
                      <a:pos x="T6" y="T7"/>
                    </a:cxn>
                    <a:cxn ang="0">
                      <a:pos x="T8" y="T9"/>
                    </a:cxn>
                  </a:cxnLst>
                  <a:rect l="0" t="0" r="r" b="b"/>
                  <a:pathLst>
                    <a:path w="319" h="288" fill="norm" stroke="1" extrusionOk="0">
                      <a:moveTo>
                        <a:pt x="220" y="288"/>
                      </a:moveTo>
                      <a:lnTo>
                        <a:pt x="107" y="288"/>
                      </a:lnTo>
                      <a:lnTo>
                        <a:pt x="0" y="0"/>
                      </a:lnTo>
                      <a:lnTo>
                        <a:pt x="319" y="0"/>
                      </a:lnTo>
                      <a:lnTo>
                        <a:pt x="220" y="288"/>
                      </a:lnTo>
                      <a:close/>
                    </a:path>
                  </a:pathLst>
                </a:custGeom>
                <a:solidFill>
                  <a:srgbClr val="1FF524"/>
                </a:solidFill>
                <a:ln>
                  <a:noFill/>
                </a:ln>
              </p:spPr>
              <p:txBody>
                <a:bodyPr vert="horz" wrap="square" lIns="91440" tIns="45720" rIns="91440" bIns="45720" numCol="1" anchor="t" anchorCtr="0" compatLnSpc="1">
                  <a:prstTxWarp prst="textNoShape"/>
                </a:bodyPr>
                <a:lstStyle/>
                <a:p>
                  <a:pPr marL="0" marR="0" lvl="0" indent="0" defTabSz="995467">
                    <a:lnSpc>
                      <a:spcPct val="100000"/>
                    </a:lnSpc>
                    <a:spcBef>
                      <a:spcPts val="0"/>
                    </a:spcBef>
                    <a:spcAft>
                      <a:spcPts val="0"/>
                    </a:spcAft>
                    <a:buClrTx/>
                    <a:buSzTx/>
                    <a:buFontTx/>
                    <a:buNone/>
                    <a:defRPr/>
                  </a:pPr>
                  <a:endParaRPr lang="en-GB" sz="300" b="0" i="0" u="none" strike="noStrike" cap="none" spc="0">
                    <a:ln>
                      <a:noFill/>
                    </a:ln>
                    <a:solidFill>
                      <a:srgbClr val="211F26"/>
                    </a:solidFill>
                    <a:latin typeface="Arial"/>
                  </a:endParaRPr>
                </a:p>
              </p:txBody>
            </p:sp>
            <p:sp>
              <p:nvSpPr>
                <p:cNvPr id="1390791364" name="Freeform 13"/>
                <p:cNvSpPr>
                  <a:spLocks noAdjustHandles="1" noChangeArrowheads="1" noChangeShapeType="1" noEditPoints="1" noGrp="1" noMove="1" noResize="1" noRot="1"/>
                </p:cNvSpPr>
                <p:nvPr/>
              </p:nvSpPr>
              <p:spPr bwMode="auto">
                <a:xfrm>
                  <a:off x="5022" y="3794"/>
                  <a:ext cx="281" cy="111"/>
                </a:xfrm>
                <a:custGeom>
                  <a:avLst/>
                  <a:gdLst>
                    <a:gd name="T0" fmla="*/ 229 w 251"/>
                    <a:gd name="T1" fmla="*/ 70 h 100"/>
                    <a:gd name="T2" fmla="*/ 229 w 251"/>
                    <a:gd name="T3" fmla="*/ 69 h 100"/>
                    <a:gd name="T4" fmla="*/ 251 w 251"/>
                    <a:gd name="T5" fmla="*/ 0 h 100"/>
                    <a:gd name="T6" fmla="*/ 0 w 251"/>
                    <a:gd name="T7" fmla="*/ 0 h 100"/>
                    <a:gd name="T8" fmla="*/ 22 w 251"/>
                    <a:gd name="T9" fmla="*/ 69 h 100"/>
                    <a:gd name="T10" fmla="*/ 63 w 251"/>
                    <a:gd name="T11" fmla="*/ 100 h 100"/>
                    <a:gd name="T12" fmla="*/ 188 w 251"/>
                    <a:gd name="T13" fmla="*/ 100 h 100"/>
                    <a:gd name="T14" fmla="*/ 229 w 251"/>
                    <a:gd name="T15" fmla="*/ 71 h 100"/>
                    <a:gd name="T16" fmla="*/ 229 w 251"/>
                    <a:gd name="T17" fmla="*/ 71 h 100"/>
                    <a:gd name="T18" fmla="*/ 229 w 251"/>
                    <a:gd name="T19" fmla="*/ 7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1" h="100" fill="norm" stroke="1" extrusionOk="0">
                      <a:moveTo>
                        <a:pt x="229" y="70"/>
                      </a:moveTo>
                      <a:cubicBezTo>
                        <a:pt x="229" y="70"/>
                        <a:pt x="229" y="69"/>
                        <a:pt x="229" y="69"/>
                      </a:cubicBezTo>
                      <a:cubicBezTo>
                        <a:pt x="251" y="0"/>
                        <a:pt x="251" y="0"/>
                        <a:pt x="251" y="0"/>
                      </a:cubicBezTo>
                      <a:cubicBezTo>
                        <a:pt x="0" y="0"/>
                        <a:pt x="0" y="0"/>
                        <a:pt x="0" y="0"/>
                      </a:cubicBezTo>
                      <a:cubicBezTo>
                        <a:pt x="22" y="69"/>
                        <a:pt x="22" y="69"/>
                        <a:pt x="22" y="69"/>
                      </a:cubicBezTo>
                      <a:cubicBezTo>
                        <a:pt x="27" y="87"/>
                        <a:pt x="44" y="100"/>
                        <a:pt x="63" y="100"/>
                      </a:cubicBezTo>
                      <a:cubicBezTo>
                        <a:pt x="188" y="100"/>
                        <a:pt x="188" y="100"/>
                        <a:pt x="188" y="100"/>
                      </a:cubicBezTo>
                      <a:cubicBezTo>
                        <a:pt x="207" y="100"/>
                        <a:pt x="223" y="88"/>
                        <a:pt x="229" y="71"/>
                      </a:cubicBezTo>
                      <a:cubicBezTo>
                        <a:pt x="229" y="71"/>
                        <a:pt x="229" y="71"/>
                        <a:pt x="229" y="71"/>
                      </a:cubicBezTo>
                      <a:lnTo>
                        <a:pt x="229" y="70"/>
                      </a:lnTo>
                      <a:close/>
                    </a:path>
                  </a:pathLst>
                </a:custGeom>
                <a:grpFill/>
                <a:ln>
                  <a:noFill/>
                </a:ln>
              </p:spPr>
              <p:txBody>
                <a:bodyPr vert="horz" wrap="square" lIns="91440" tIns="45720" rIns="91440" bIns="45720" numCol="1" anchor="t" anchorCtr="0" compatLnSpc="1">
                  <a:prstTxWarp prst="textNoShape"/>
                </a:bodyPr>
                <a:lstStyle/>
                <a:p>
                  <a:pPr marL="0" marR="0" lvl="0" indent="0" defTabSz="995467">
                    <a:lnSpc>
                      <a:spcPct val="100000"/>
                    </a:lnSpc>
                    <a:spcBef>
                      <a:spcPts val="0"/>
                    </a:spcBef>
                    <a:spcAft>
                      <a:spcPts val="0"/>
                    </a:spcAft>
                    <a:buClrTx/>
                    <a:buSzTx/>
                    <a:buFontTx/>
                    <a:buNone/>
                    <a:defRPr/>
                  </a:pPr>
                  <a:endParaRPr lang="en-GB" sz="300" b="0" i="0" u="none" strike="noStrike" cap="none" spc="0">
                    <a:ln>
                      <a:noFill/>
                    </a:ln>
                    <a:solidFill>
                      <a:srgbClr val="211F26"/>
                    </a:solidFill>
                    <a:latin typeface="Arial"/>
                  </a:endParaRPr>
                </a:p>
              </p:txBody>
            </p:sp>
            <p:sp>
              <p:nvSpPr>
                <p:cNvPr id="1183994145" name="Freeform 14"/>
                <p:cNvSpPr>
                  <a:spLocks noAdjustHandles="1" noChangeArrowheads="1" noChangeShapeType="1" noEditPoints="1" noGrp="1" noMove="1" noResize="1" noRot="1"/>
                </p:cNvSpPr>
                <p:nvPr/>
              </p:nvSpPr>
              <p:spPr bwMode="auto">
                <a:xfrm>
                  <a:off x="4767" y="2782"/>
                  <a:ext cx="787" cy="965"/>
                </a:xfrm>
                <a:custGeom>
                  <a:avLst/>
                  <a:gdLst>
                    <a:gd name="T0" fmla="*/ 351 w 702"/>
                    <a:gd name="T1" fmla="*/ 0 h 860"/>
                    <a:gd name="T2" fmla="*/ 0 w 702"/>
                    <a:gd name="T3" fmla="*/ 351 h 860"/>
                    <a:gd name="T4" fmla="*/ 134 w 702"/>
                    <a:gd name="T5" fmla="*/ 627 h 860"/>
                    <a:gd name="T6" fmla="*/ 165 w 702"/>
                    <a:gd name="T7" fmla="*/ 718 h 860"/>
                    <a:gd name="T8" fmla="*/ 266 w 702"/>
                    <a:gd name="T9" fmla="*/ 718 h 860"/>
                    <a:gd name="T10" fmla="*/ 266 w 702"/>
                    <a:gd name="T11" fmla="*/ 718 h 860"/>
                    <a:gd name="T12" fmla="*/ 434 w 702"/>
                    <a:gd name="T13" fmla="*/ 718 h 860"/>
                    <a:gd name="T14" fmla="*/ 419 w 702"/>
                    <a:gd name="T15" fmla="*/ 760 h 860"/>
                    <a:gd name="T16" fmla="*/ 284 w 702"/>
                    <a:gd name="T17" fmla="*/ 760 h 860"/>
                    <a:gd name="T18" fmla="*/ 284 w 702"/>
                    <a:gd name="T19" fmla="*/ 760 h 860"/>
                    <a:gd name="T20" fmla="*/ 179 w 702"/>
                    <a:gd name="T21" fmla="*/ 760 h 860"/>
                    <a:gd name="T22" fmla="*/ 212 w 702"/>
                    <a:gd name="T23" fmla="*/ 860 h 860"/>
                    <a:gd name="T24" fmla="*/ 212 w 702"/>
                    <a:gd name="T25" fmla="*/ 860 h 860"/>
                    <a:gd name="T26" fmla="*/ 216 w 702"/>
                    <a:gd name="T27" fmla="*/ 860 h 860"/>
                    <a:gd name="T28" fmla="*/ 488 w 702"/>
                    <a:gd name="T29" fmla="*/ 860 h 860"/>
                    <a:gd name="T30" fmla="*/ 491 w 702"/>
                    <a:gd name="T31" fmla="*/ 860 h 860"/>
                    <a:gd name="T32" fmla="*/ 570 w 702"/>
                    <a:gd name="T33" fmla="*/ 625 h 860"/>
                    <a:gd name="T34" fmla="*/ 702 w 702"/>
                    <a:gd name="T35" fmla="*/ 351 h 860"/>
                    <a:gd name="T36" fmla="*/ 351 w 702"/>
                    <a:gd name="T37" fmla="*/ 0 h 860"/>
                    <a:gd name="T38" fmla="*/ 587 w 702"/>
                    <a:gd name="T39" fmla="*/ 438 h 860"/>
                    <a:gd name="T40" fmla="*/ 485 w 702"/>
                    <a:gd name="T41" fmla="*/ 563 h 860"/>
                    <a:gd name="T42" fmla="*/ 454 w 702"/>
                    <a:gd name="T43" fmla="*/ 658 h 860"/>
                    <a:gd name="T44" fmla="*/ 250 w 702"/>
                    <a:gd name="T45" fmla="*/ 658 h 860"/>
                    <a:gd name="T46" fmla="*/ 219 w 702"/>
                    <a:gd name="T47" fmla="*/ 565 h 860"/>
                    <a:gd name="T48" fmla="*/ 115 w 702"/>
                    <a:gd name="T49" fmla="*/ 439 h 860"/>
                    <a:gd name="T50" fmla="*/ 99 w 702"/>
                    <a:gd name="T51" fmla="*/ 351 h 860"/>
                    <a:gd name="T52" fmla="*/ 351 w 702"/>
                    <a:gd name="T53" fmla="*/ 99 h 860"/>
                    <a:gd name="T54" fmla="*/ 603 w 702"/>
                    <a:gd name="T55" fmla="*/ 351 h 860"/>
                    <a:gd name="T56" fmla="*/ 587 w 702"/>
                    <a:gd name="T57" fmla="*/ 438 h 8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702" h="860" fill="norm" stroke="1" extrusionOk="0">
                      <a:moveTo>
                        <a:pt x="351" y="0"/>
                      </a:moveTo>
                      <a:cubicBezTo>
                        <a:pt x="157" y="0"/>
                        <a:pt x="0" y="157"/>
                        <a:pt x="0" y="351"/>
                      </a:cubicBezTo>
                      <a:cubicBezTo>
                        <a:pt x="0" y="463"/>
                        <a:pt x="52" y="562"/>
                        <a:pt x="134" y="627"/>
                      </a:cubicBezTo>
                      <a:cubicBezTo>
                        <a:pt x="165" y="718"/>
                        <a:pt x="165" y="718"/>
                        <a:pt x="165" y="718"/>
                      </a:cubicBezTo>
                      <a:cubicBezTo>
                        <a:pt x="266" y="718"/>
                        <a:pt x="266" y="718"/>
                        <a:pt x="266" y="718"/>
                      </a:cubicBezTo>
                      <a:cubicBezTo>
                        <a:pt x="266" y="718"/>
                        <a:pt x="266" y="718"/>
                        <a:pt x="266" y="718"/>
                      </a:cubicBezTo>
                      <a:cubicBezTo>
                        <a:pt x="434" y="718"/>
                        <a:pt x="434" y="718"/>
                        <a:pt x="434" y="718"/>
                      </a:cubicBezTo>
                      <a:cubicBezTo>
                        <a:pt x="419" y="760"/>
                        <a:pt x="419" y="760"/>
                        <a:pt x="419" y="760"/>
                      </a:cubicBezTo>
                      <a:cubicBezTo>
                        <a:pt x="284" y="760"/>
                        <a:pt x="284" y="760"/>
                        <a:pt x="284" y="760"/>
                      </a:cubicBezTo>
                      <a:cubicBezTo>
                        <a:pt x="284" y="760"/>
                        <a:pt x="284" y="760"/>
                        <a:pt x="284" y="760"/>
                      </a:cubicBezTo>
                      <a:cubicBezTo>
                        <a:pt x="179" y="760"/>
                        <a:pt x="179" y="760"/>
                        <a:pt x="179" y="760"/>
                      </a:cubicBezTo>
                      <a:cubicBezTo>
                        <a:pt x="212" y="860"/>
                        <a:pt x="212" y="860"/>
                        <a:pt x="212" y="860"/>
                      </a:cubicBezTo>
                      <a:cubicBezTo>
                        <a:pt x="212" y="860"/>
                        <a:pt x="212" y="860"/>
                        <a:pt x="212" y="860"/>
                      </a:cubicBezTo>
                      <a:cubicBezTo>
                        <a:pt x="216" y="860"/>
                        <a:pt x="216" y="860"/>
                        <a:pt x="216" y="860"/>
                      </a:cubicBezTo>
                      <a:cubicBezTo>
                        <a:pt x="488" y="860"/>
                        <a:pt x="488" y="860"/>
                        <a:pt x="488" y="860"/>
                      </a:cubicBezTo>
                      <a:cubicBezTo>
                        <a:pt x="491" y="860"/>
                        <a:pt x="491" y="860"/>
                        <a:pt x="491" y="860"/>
                      </a:cubicBezTo>
                      <a:cubicBezTo>
                        <a:pt x="570" y="625"/>
                        <a:pt x="570" y="625"/>
                        <a:pt x="570" y="625"/>
                      </a:cubicBezTo>
                      <a:cubicBezTo>
                        <a:pt x="651" y="560"/>
                        <a:pt x="702" y="461"/>
                        <a:pt x="702" y="351"/>
                      </a:cubicBezTo>
                      <a:cubicBezTo>
                        <a:pt x="702" y="157"/>
                        <a:pt x="545" y="0"/>
                        <a:pt x="351" y="0"/>
                      </a:cubicBezTo>
                      <a:close/>
                      <a:moveTo>
                        <a:pt x="587" y="438"/>
                      </a:moveTo>
                      <a:cubicBezTo>
                        <a:pt x="568" y="490"/>
                        <a:pt x="531" y="534"/>
                        <a:pt x="485" y="563"/>
                      </a:cubicBezTo>
                      <a:cubicBezTo>
                        <a:pt x="454" y="658"/>
                        <a:pt x="454" y="658"/>
                        <a:pt x="454" y="658"/>
                      </a:cubicBezTo>
                      <a:cubicBezTo>
                        <a:pt x="250" y="658"/>
                        <a:pt x="250" y="658"/>
                        <a:pt x="250" y="658"/>
                      </a:cubicBezTo>
                      <a:cubicBezTo>
                        <a:pt x="219" y="565"/>
                        <a:pt x="219" y="565"/>
                        <a:pt x="219" y="565"/>
                      </a:cubicBezTo>
                      <a:cubicBezTo>
                        <a:pt x="172" y="536"/>
                        <a:pt x="135" y="491"/>
                        <a:pt x="115" y="439"/>
                      </a:cubicBezTo>
                      <a:cubicBezTo>
                        <a:pt x="105" y="411"/>
                        <a:pt x="99" y="382"/>
                        <a:pt x="99" y="351"/>
                      </a:cubicBezTo>
                      <a:cubicBezTo>
                        <a:pt x="99" y="212"/>
                        <a:pt x="212" y="99"/>
                        <a:pt x="351" y="99"/>
                      </a:cubicBezTo>
                      <a:cubicBezTo>
                        <a:pt x="490" y="99"/>
                        <a:pt x="603" y="212"/>
                        <a:pt x="603" y="351"/>
                      </a:cubicBezTo>
                      <a:cubicBezTo>
                        <a:pt x="603" y="381"/>
                        <a:pt x="597" y="411"/>
                        <a:pt x="587" y="438"/>
                      </a:cubicBezTo>
                      <a:close/>
                    </a:path>
                  </a:pathLst>
                </a:custGeom>
                <a:grpFill/>
                <a:ln>
                  <a:noFill/>
                </a:ln>
              </p:spPr>
              <p:txBody>
                <a:bodyPr vert="horz" wrap="square" lIns="91440" tIns="45720" rIns="91440" bIns="45720" numCol="1" anchor="t" anchorCtr="0" compatLnSpc="1">
                  <a:prstTxWarp prst="textNoShape"/>
                </a:bodyPr>
                <a:lstStyle/>
                <a:p>
                  <a:pPr marL="0" marR="0" lvl="0" indent="0" defTabSz="995467">
                    <a:lnSpc>
                      <a:spcPct val="100000"/>
                    </a:lnSpc>
                    <a:spcBef>
                      <a:spcPts val="0"/>
                    </a:spcBef>
                    <a:spcAft>
                      <a:spcPts val="0"/>
                    </a:spcAft>
                    <a:buClrTx/>
                    <a:buSzTx/>
                    <a:buFontTx/>
                    <a:buNone/>
                    <a:defRPr/>
                  </a:pPr>
                  <a:endParaRPr lang="en-GB" sz="300" b="0" i="0" u="none" strike="noStrike" cap="none" spc="0">
                    <a:ln>
                      <a:noFill/>
                    </a:ln>
                    <a:solidFill>
                      <a:srgbClr val="211F26"/>
                    </a:solidFill>
                    <a:latin typeface="Arial"/>
                  </a:endParaRPr>
                </a:p>
              </p:txBody>
            </p:sp>
          </p:grpSp>
          <p:sp>
            <p:nvSpPr>
              <p:cNvPr id="335470675" name="Tekstvak 298"/>
              <p:cNvSpPr txBox="1">
                <a:spLocks noAdjustHandles="1" noChangeArrowheads="1" noChangeShapeType="1" noEditPoints="1" noGrp="1" noMove="1" noResize="1" noRot="1"/>
              </p:cNvSpPr>
              <p:nvPr userDrawn="1"/>
            </p:nvSpPr>
            <p:spPr bwMode="auto">
              <a:xfrm>
                <a:off x="-1753861" y="6420663"/>
                <a:ext cx="759634" cy="389908"/>
              </a:xfrm>
              <a:prstGeom prst="rect">
                <a:avLst/>
              </a:prstGeom>
              <a:noFill/>
            </p:spPr>
            <p:txBody>
              <a:bodyPr wrap="square" lIns="0" tIns="0" rIns="0" bIns="0" rtlCol="0" anchor="ctr">
                <a:noAutofit/>
              </a:bodyPr>
              <a:lstStyle/>
              <a:p>
                <a:pPr marL="0" marR="0" lvl="0" indent="0" algn="ctr" defTabSz="914400">
                  <a:lnSpc>
                    <a:spcPct val="90000"/>
                  </a:lnSpc>
                  <a:spcBef>
                    <a:spcPts val="599"/>
                  </a:spcBef>
                  <a:spcAft>
                    <a:spcPts val="599"/>
                  </a:spcAft>
                  <a:buClrTx/>
                  <a:buSzTx/>
                  <a:buFontTx/>
                  <a:buNone/>
                  <a:defRPr/>
                </a:pPr>
                <a:r>
                  <a:rPr lang="en-GB" sz="1000" b="0" i="0" u="none" strike="noStrike" cap="none" spc="0">
                    <a:ln>
                      <a:noFill/>
                    </a:ln>
                    <a:solidFill>
                      <a:srgbClr val="211F26"/>
                    </a:solidFill>
                    <a:latin typeface="Calibri"/>
                    <a:ea typeface="Arial"/>
                    <a:cs typeface="Calibri"/>
                  </a:rPr>
                  <a:t>Inspiration</a:t>
                </a:r>
                <a:endParaRPr/>
              </a:p>
            </p:txBody>
          </p:sp>
        </p:grpSp>
      </p:grpSp>
      <p:cxnSp>
        <p:nvCxnSpPr>
          <p:cNvPr id="1990620053" name=""/>
          <p:cNvCxnSpPr/>
          <p:nvPr/>
        </p:nvCxnSpPr>
        <p:spPr bwMode="auto">
          <a:xfrm flipH="0" flipV="1">
            <a:off x="5154467" y="2342212"/>
            <a:ext cx="640204" cy="1623934"/>
          </a:xfrm>
          <a:prstGeom prst="lin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cxnSp>
      <p:pic>
        <p:nvPicPr>
          <p:cNvPr id="89361641" name=""/>
          <p:cNvPicPr>
            <a:picLocks noChangeAspect="1"/>
          </p:cNvPicPr>
          <p:nvPr/>
        </p:nvPicPr>
        <p:blipFill>
          <a:blip r:embed="rId3"/>
          <a:stretch/>
        </p:blipFill>
        <p:spPr bwMode="auto">
          <a:xfrm>
            <a:off x="5082390" y="1452171"/>
            <a:ext cx="6153149" cy="4381499"/>
          </a:xfrm>
          <a:prstGeom prst="rect">
            <a:avLst/>
          </a:prstGeom>
        </p:spPr>
      </p:pic>
      <p:sp>
        <p:nvSpPr>
          <p:cNvPr id="1659526999" name=""/>
          <p:cNvSpPr txBox="1"/>
          <p:nvPr/>
        </p:nvSpPr>
        <p:spPr bwMode="auto">
          <a:xfrm flipH="0" flipV="0">
            <a:off x="968906" y="1452171"/>
            <a:ext cx="3632469" cy="201203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defRPr/>
            </a:pPr>
            <a:r>
              <a:rPr lang="en-US"/>
              <a:t>The y+ value stays below 1 for the integral portion of the wall surfaces getting slightly higher around the leading edge of the blades and closer to the tip where the flow velocity is higher, yet remaining below 1.</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med" p14:dur="700" advClick="1">
        <p:fade thruBlk="0"/>
      </p:transition>
    </mc:Choice>
    <mc:Fallback>
      <p:transition spd="med" advClick="1">
        <p:fade thruBlk="0"/>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2092194400" name="Tijdelijke aanduiding voor datum 4"/>
          <p:cNvSpPr>
            <a:spLocks noGrp="1"/>
          </p:cNvSpPr>
          <p:nvPr>
            <p:ph type="dt" sz="half" idx="18"/>
          </p:nvPr>
        </p:nvSpPr>
        <p:spPr bwMode="auto"/>
        <p:txBody>
          <a:bodyPr/>
          <a:lstStyle/>
          <a:p>
            <a:pPr>
              <a:defRPr/>
            </a:pPr>
            <a:fld id="{0C30A057-9A84-7024-4A44-FC4B19D92B3E}" type="datetime1">
              <a:rPr lang="nl-NL"/>
              <a:t/>
            </a:fld>
            <a:endParaRPr lang="en-GB"/>
          </a:p>
        </p:txBody>
      </p:sp>
      <p:sp>
        <p:nvSpPr>
          <p:cNvPr id="69835856" name="Titel 8"/>
          <p:cNvSpPr>
            <a:spLocks noGrp="1"/>
          </p:cNvSpPr>
          <p:nvPr>
            <p:ph type="title"/>
          </p:nvPr>
        </p:nvSpPr>
        <p:spPr bwMode="auto"/>
        <p:txBody>
          <a:bodyPr/>
          <a:lstStyle/>
          <a:p>
            <a:pPr>
              <a:defRPr/>
            </a:pPr>
            <a:r>
              <a:rPr lang="en-US"/>
              <a:t>CFD: mesh convergence study</a:t>
            </a:r>
            <a:endParaRPr/>
          </a:p>
        </p:txBody>
      </p:sp>
      <p:sp>
        <p:nvSpPr>
          <p:cNvPr id="1399318354" name="Tijdelijke aanduiding voor dianummer 1"/>
          <p:cNvSpPr>
            <a:spLocks noGrp="1"/>
          </p:cNvSpPr>
          <p:nvPr>
            <p:ph type="sldNum" sz="quarter" idx="20"/>
          </p:nvPr>
        </p:nvSpPr>
        <p:spPr bwMode="auto"/>
        <p:txBody>
          <a:bodyPr/>
          <a:lstStyle/>
          <a:p>
            <a:pPr>
              <a:defRPr/>
            </a:pPr>
            <a:fld id="{7AD62303-9008-26FE-151A-C08AD2AF9E0E}" type="slidenum">
              <a:rPr lang="en-GB"/>
              <a:t/>
            </a:fld>
            <a:endParaRPr lang="en-GB"/>
          </a:p>
        </p:txBody>
      </p:sp>
      <p:grpSp>
        <p:nvGrpSpPr>
          <p:cNvPr id="230970210" name="INSTRUCTION"/>
          <p:cNvGrpSpPr>
            <a:grpSpLocks noGrp="1" noMove="1" noResize="1" noRot="1" noUngrp="1"/>
          </p:cNvGrpSpPr>
          <p:nvPr/>
        </p:nvGrpSpPr>
        <p:grpSpPr bwMode="auto">
          <a:xfrm>
            <a:off x="-3786435" y="0"/>
            <a:ext cx="3693384" cy="5359347"/>
            <a:chOff x="-3786435" y="0"/>
            <a:chExt cx="3693384" cy="5359347"/>
          </a:xfrm>
        </p:grpSpPr>
        <p:sp>
          <p:nvSpPr>
            <p:cNvPr id="809186072" name="Rechthoek 273"/>
            <p:cNvSpPr>
              <a:spLocks noAdjustHandles="1" noChangeArrowheads="1" noChangeShapeType="1" noEditPoints="1" noGrp="1" noMove="1" noResize="1" noRot="1"/>
            </p:cNvSpPr>
            <p:nvPr userDrawn="1"/>
          </p:nvSpPr>
          <p:spPr bwMode="auto">
            <a:xfrm>
              <a:off x="-3786165" y="0"/>
              <a:ext cx="3593089" cy="4641336"/>
            </a:xfrm>
            <a:prstGeom prst="rect">
              <a:avLst/>
            </a:prstGeom>
            <a:solidFill>
              <a:srgbClr val="FFFFFF"/>
            </a:solidFill>
            <a:ln w="6350">
              <a:solidFill>
                <a:srgbClr val="ECECEC"/>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noAutofit/>
            </a:bodyPr>
            <a:lstStyle/>
            <a:p>
              <a:pPr algn="l">
                <a:lnSpc>
                  <a:spcPct val="90000"/>
                </a:lnSpc>
                <a:spcBef>
                  <a:spcPts val="598"/>
                </a:spcBef>
                <a:spcAft>
                  <a:spcPts val="598"/>
                </a:spcAft>
                <a:defRPr/>
              </a:pPr>
              <a:r>
                <a:rPr lang="en-GB" sz="1400" b="1" cap="all">
                  <a:solidFill>
                    <a:schemeClr val="accent1"/>
                  </a:solidFill>
                  <a:latin typeface="Calibri"/>
                  <a:cs typeface="Calibri"/>
                </a:rPr>
                <a:t>Choosing text levels</a:t>
              </a:r>
              <a:endParaRPr/>
            </a:p>
          </p:txBody>
        </p:sp>
        <p:sp>
          <p:nvSpPr>
            <p:cNvPr id="1560439456" name="Ovaal 274"/>
            <p:cNvSpPr>
              <a:spLocks noAdjustHandles="1" noChangeArrowheads="1" noChangeShapeType="1" noEditPoints="1" noGrp="1" noMove="1" noResize="1" noRot="1"/>
            </p:cNvSpPr>
            <p:nvPr userDrawn="1"/>
          </p:nvSpPr>
          <p:spPr bwMode="auto">
            <a:xfrm>
              <a:off x="-3604181" y="1837482"/>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1</a:t>
              </a:r>
              <a:endParaRPr/>
            </a:p>
          </p:txBody>
        </p:sp>
        <p:sp>
          <p:nvSpPr>
            <p:cNvPr id="1770088283" name="Rechthoek 275"/>
            <p:cNvSpPr>
              <a:spLocks noAdjustHandles="1" noChangeArrowheads="1" noChangeShapeType="1" noEditPoints="1" noGrp="1" noMove="1" noResize="1" noRot="1"/>
            </p:cNvSpPr>
            <p:nvPr userDrawn="1"/>
          </p:nvSpPr>
          <p:spPr bwMode="auto">
            <a:xfrm>
              <a:off x="-3319413" y="1837482"/>
              <a:ext cx="2949218" cy="180000"/>
            </a:xfrm>
            <a:prstGeom prst="rect">
              <a:avLst/>
            </a:prstGeom>
            <a:noFill/>
            <a:ln w="25400" cap="flat" cmpd="sng" algn="ctr">
              <a:noFill/>
              <a:prstDash val="solid"/>
            </a:ln>
            <a:effectLst/>
          </p:spPr>
          <p:txBody>
            <a:bodyPr lIns="0" tIns="0" rIns="0" bIns="0" rtlCol="0" anchor="ctr"/>
            <a:lstStyle/>
            <a:p>
              <a:pPr marL="357186" marR="0" lvl="0" indent="-357186" defTabSz="914400">
                <a:lnSpc>
                  <a:spcPct val="100000"/>
                </a:lnSpc>
                <a:spcBef>
                  <a:spcPts val="598"/>
                </a:spcBef>
                <a:spcAft>
                  <a:spcPts val="598"/>
                </a:spcAft>
                <a:buClr>
                  <a:schemeClr val="accent1"/>
                </a:buClr>
                <a:buSzTx/>
                <a:buFont typeface="Calibri"/>
                <a:buChar char="•"/>
                <a:defRPr/>
              </a:pPr>
              <a:r>
                <a:rPr lang="en-GB" sz="1400" b="0" i="0" u="none" strike="noStrike" cap="none" spc="0">
                  <a:ln>
                    <a:noFill/>
                  </a:ln>
                  <a:solidFill>
                    <a:srgbClr val="000000"/>
                  </a:solidFill>
                  <a:latin typeface="Arial"/>
                  <a:cs typeface="Calibri"/>
                </a:rPr>
                <a:t>Bullet</a:t>
              </a:r>
              <a:endParaRPr/>
            </a:p>
          </p:txBody>
        </p:sp>
        <p:sp>
          <p:nvSpPr>
            <p:cNvPr id="824507025" name="Ovaal 276"/>
            <p:cNvSpPr>
              <a:spLocks noAdjustHandles="1" noChangeArrowheads="1" noChangeShapeType="1" noEditPoints="1" noGrp="1" noMove="1" noResize="1" noRot="1"/>
            </p:cNvSpPr>
            <p:nvPr userDrawn="1"/>
          </p:nvSpPr>
          <p:spPr bwMode="auto">
            <a:xfrm>
              <a:off x="-3604181" y="2128766"/>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2</a:t>
              </a:r>
              <a:endParaRPr/>
            </a:p>
          </p:txBody>
        </p:sp>
        <p:sp>
          <p:nvSpPr>
            <p:cNvPr id="2092825574" name="Rechthoek 277"/>
            <p:cNvSpPr>
              <a:spLocks noAdjustHandles="1" noChangeArrowheads="1" noChangeShapeType="1" noEditPoints="1" noGrp="1" noMove="1" noResize="1" noRot="1"/>
            </p:cNvSpPr>
            <p:nvPr userDrawn="1"/>
          </p:nvSpPr>
          <p:spPr bwMode="auto">
            <a:xfrm>
              <a:off x="-3604181" y="1196111"/>
              <a:ext cx="3229047" cy="459225"/>
            </a:xfrm>
            <a:prstGeom prst="rect">
              <a:avLst/>
            </a:prstGeom>
            <a:noFill/>
            <a:ln w="25400" cap="flat" cmpd="sng" algn="ctr">
              <a:noFill/>
              <a:prstDash val="solid"/>
            </a:ln>
            <a:effectLst/>
          </p:spPr>
          <p:txBody>
            <a:bodyPr lIns="0" tIns="0" rIns="0" bIns="0" rtlCol="0" anchor="t"/>
            <a:lstStyle/>
            <a:p>
              <a:pPr marL="0" marR="0" lvl="0" indent="0" defTabSz="914400">
                <a:lnSpc>
                  <a:spcPct val="90000"/>
                </a:lnSpc>
                <a:spcBef>
                  <a:spcPts val="598"/>
                </a:spcBef>
                <a:spcAft>
                  <a:spcPts val="598"/>
                </a:spcAft>
                <a:buClrTx/>
                <a:buSzTx/>
                <a:buFontTx/>
                <a:buNone/>
                <a:defRPr/>
              </a:pPr>
              <a:r>
                <a:rPr lang="en-GB" sz="1200" b="0" i="0" u="none" strike="noStrike" cap="none" spc="0">
                  <a:ln>
                    <a:noFill/>
                  </a:ln>
                  <a:solidFill>
                    <a:srgbClr val="000000"/>
                  </a:solidFill>
                  <a:latin typeface="Calibri"/>
                  <a:cs typeface="Calibri"/>
                </a:rPr>
                <a:t>Under the tab </a:t>
              </a:r>
              <a:r>
                <a:rPr lang="en-GB" sz="1200" b="1" i="0" u="none" strike="noStrike" cap="none" spc="0">
                  <a:ln>
                    <a:noFill/>
                  </a:ln>
                  <a:solidFill>
                    <a:srgbClr val="000000"/>
                  </a:solidFill>
                  <a:latin typeface="Calibri"/>
                  <a:cs typeface="Calibri"/>
                </a:rPr>
                <a:t>‘Home’</a:t>
              </a:r>
              <a:r>
                <a:rPr lang="en-GB" sz="1200" b="0" i="0" u="none" strike="noStrike" cap="none" spc="0">
                  <a:ln>
                    <a:noFill/>
                  </a:ln>
                  <a:solidFill>
                    <a:srgbClr val="000000"/>
                  </a:solidFill>
                  <a:latin typeface="Calibri"/>
                  <a:cs typeface="Calibri"/>
                </a:rPr>
                <a:t>, use the </a:t>
              </a:r>
              <a:r>
                <a:rPr lang="en-GB" sz="1200" b="1" i="0" u="none" strike="noStrike" cap="none" spc="0">
                  <a:ln>
                    <a:noFill/>
                  </a:ln>
                  <a:solidFill>
                    <a:srgbClr val="000000"/>
                  </a:solidFill>
                  <a:latin typeface="Calibri"/>
                  <a:cs typeface="Calibri"/>
                </a:rPr>
                <a:t>list level-buttons</a:t>
              </a:r>
              <a:r>
                <a:rPr lang="en-GB" sz="1200" b="0" i="0" u="none" strike="noStrike" cap="none" spc="0">
                  <a:ln>
                    <a:noFill/>
                  </a:ln>
                  <a:solidFill>
                    <a:srgbClr val="000000"/>
                  </a:solidFill>
                  <a:latin typeface="Calibri"/>
                  <a:cs typeface="Calibri"/>
                </a:rPr>
                <a:t> to choose a text level. </a:t>
              </a:r>
              <a:br>
                <a:rPr lang="en-GB" sz="1200" b="0" i="0" u="none" strike="noStrike" cap="none" spc="0">
                  <a:ln>
                    <a:noFill/>
                  </a:ln>
                  <a:solidFill>
                    <a:srgbClr val="000000"/>
                  </a:solidFill>
                  <a:latin typeface="Calibri"/>
                  <a:cs typeface="Calibri"/>
                </a:rPr>
              </a:br>
              <a:r>
                <a:rPr lang="en-GB" sz="1200" b="0" i="0" u="none" strike="noStrike" cap="none" spc="0">
                  <a:ln>
                    <a:noFill/>
                  </a:ln>
                  <a:solidFill>
                    <a:srgbClr val="000000"/>
                  </a:solidFill>
                  <a:latin typeface="Calibri"/>
                  <a:cs typeface="Calibri"/>
                </a:rPr>
                <a:t>Choose from:</a:t>
              </a:r>
              <a:endParaRPr/>
            </a:p>
          </p:txBody>
        </p:sp>
        <p:sp>
          <p:nvSpPr>
            <p:cNvPr id="601371305" name="Rechthoek 278"/>
            <p:cNvSpPr>
              <a:spLocks noAdjustHandles="1" noChangeArrowheads="1" noChangeShapeType="1" noEditPoints="1" noGrp="1" noMove="1" noResize="1" noRot="1"/>
            </p:cNvSpPr>
            <p:nvPr userDrawn="1"/>
          </p:nvSpPr>
          <p:spPr bwMode="auto">
            <a:xfrm>
              <a:off x="-3319413" y="2128871"/>
              <a:ext cx="2949218" cy="180000"/>
            </a:xfrm>
            <a:prstGeom prst="rect">
              <a:avLst/>
            </a:prstGeom>
            <a:noFill/>
            <a:ln w="25400" cap="flat" cmpd="sng" algn="ctr">
              <a:noFill/>
              <a:prstDash val="solid"/>
            </a:ln>
            <a:effectLst/>
          </p:spPr>
          <p:txBody>
            <a:bodyPr lIns="0" tIns="0" rIns="0" bIns="0" rtlCol="0" anchor="ctr"/>
            <a:lstStyle/>
            <a:p>
              <a:pPr marL="715961" marR="0" lvl="0" indent="-358773" defTabSz="914400">
                <a:lnSpc>
                  <a:spcPct val="100000"/>
                </a:lnSpc>
                <a:spcBef>
                  <a:spcPts val="598"/>
                </a:spcBef>
                <a:spcAft>
                  <a:spcPts val="598"/>
                </a:spcAft>
                <a:buClr>
                  <a:schemeClr val="accent1"/>
                </a:buClr>
                <a:buSzTx/>
                <a:buFont typeface="Calibri"/>
                <a:buChar char="•"/>
                <a:defRPr/>
              </a:pPr>
              <a:r>
                <a:rPr lang="en-GB" sz="1400" b="0" i="0" u="none" strike="noStrike" cap="none" spc="0">
                  <a:ln>
                    <a:noFill/>
                  </a:ln>
                  <a:solidFill>
                    <a:srgbClr val="000000"/>
                  </a:solidFill>
                  <a:latin typeface="Arial"/>
                  <a:cs typeface="Calibri"/>
                </a:rPr>
                <a:t>Sub-bullet </a:t>
              </a:r>
              <a:endParaRPr/>
            </a:p>
          </p:txBody>
        </p:sp>
        <p:sp>
          <p:nvSpPr>
            <p:cNvPr id="1775569929" name="Ovaal 279"/>
            <p:cNvSpPr>
              <a:spLocks noAdjustHandles="1" noChangeArrowheads="1" noChangeShapeType="1" noEditPoints="1" noGrp="1" noMove="1" noResize="1" noRot="1"/>
            </p:cNvSpPr>
            <p:nvPr userDrawn="1"/>
          </p:nvSpPr>
          <p:spPr bwMode="auto">
            <a:xfrm>
              <a:off x="-3604181" y="2420050"/>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3</a:t>
              </a:r>
              <a:endParaRPr/>
            </a:p>
          </p:txBody>
        </p:sp>
        <p:sp>
          <p:nvSpPr>
            <p:cNvPr id="634879507" name="Rechthoek 280"/>
            <p:cNvSpPr>
              <a:spLocks noAdjustHandles="1" noChangeArrowheads="1" noChangeShapeType="1" noEditPoints="1" noGrp="1" noMove="1" noResize="1" noRot="1"/>
            </p:cNvSpPr>
            <p:nvPr userDrawn="1"/>
          </p:nvSpPr>
          <p:spPr bwMode="auto">
            <a:xfrm>
              <a:off x="-3319413" y="2420262"/>
              <a:ext cx="2949218" cy="180000"/>
            </a:xfrm>
            <a:prstGeom prst="rect">
              <a:avLst/>
            </a:prstGeom>
            <a:noFill/>
            <a:ln w="25400" cap="flat" cmpd="sng" algn="ctr">
              <a:noFill/>
              <a:prstDash val="solid"/>
            </a:ln>
            <a:effectLst/>
          </p:spPr>
          <p:txBody>
            <a:bodyPr lIns="0" tIns="0" rIns="0" bIns="0" rtlCol="0" anchor="ctr"/>
            <a:lstStyle/>
            <a:p>
              <a:pPr marL="0" marR="0" lvl="0" indent="0" defTabSz="914400">
                <a:lnSpc>
                  <a:spcPct val="100000"/>
                </a:lnSpc>
                <a:spcBef>
                  <a:spcPts val="598"/>
                </a:spcBef>
                <a:spcAft>
                  <a:spcPts val="598"/>
                </a:spcAft>
                <a:buClr>
                  <a:schemeClr val="accent1"/>
                </a:buClr>
                <a:buSzTx/>
                <a:buFont typeface="Calibri"/>
                <a:buNone/>
                <a:defRPr/>
              </a:pPr>
              <a:r>
                <a:rPr lang="en-GB" sz="1400" b="0" i="0" u="none" strike="noStrike" cap="none" spc="0">
                  <a:ln>
                    <a:noFill/>
                  </a:ln>
                  <a:solidFill>
                    <a:srgbClr val="000000"/>
                  </a:solidFill>
                  <a:latin typeface="Arial"/>
                  <a:cs typeface="Calibri"/>
                </a:rPr>
                <a:t>Default text</a:t>
              </a:r>
              <a:endParaRPr/>
            </a:p>
          </p:txBody>
        </p:sp>
        <p:sp>
          <p:nvSpPr>
            <p:cNvPr id="1289585955" name="Ovaal 281"/>
            <p:cNvSpPr>
              <a:spLocks noAdjustHandles="1" noChangeArrowheads="1" noChangeShapeType="1" noEditPoints="1" noGrp="1" noMove="1" noResize="1" noRot="1"/>
            </p:cNvSpPr>
            <p:nvPr userDrawn="1"/>
          </p:nvSpPr>
          <p:spPr bwMode="auto">
            <a:xfrm>
              <a:off x="-3604181" y="271133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4</a:t>
              </a:r>
              <a:endParaRPr/>
            </a:p>
          </p:txBody>
        </p:sp>
        <p:sp>
          <p:nvSpPr>
            <p:cNvPr id="429646748" name="Rechthoek 282"/>
            <p:cNvSpPr>
              <a:spLocks noAdjustHandles="1" noChangeArrowheads="1" noChangeShapeType="1" noEditPoints="1" noGrp="1" noMove="1" noResize="1" noRot="1"/>
            </p:cNvSpPr>
            <p:nvPr userDrawn="1"/>
          </p:nvSpPr>
          <p:spPr bwMode="auto">
            <a:xfrm>
              <a:off x="-3319413" y="2711649"/>
              <a:ext cx="2949218" cy="180000"/>
            </a:xfrm>
            <a:prstGeom prst="rect">
              <a:avLst/>
            </a:prstGeom>
            <a:noFill/>
            <a:ln w="25400" cap="flat" cmpd="sng" algn="ctr">
              <a:noFill/>
              <a:prstDash val="solid"/>
            </a:ln>
            <a:effectLst/>
          </p:spPr>
          <p:txBody>
            <a:bodyPr lIns="0" tIns="0" rIns="0" bIns="0" rtlCol="0" anchor="ctr"/>
            <a:lstStyle/>
            <a:p>
              <a:pPr marL="0" marR="0" lvl="0" indent="0" defTabSz="914400">
                <a:lnSpc>
                  <a:spcPct val="100000"/>
                </a:lnSpc>
                <a:spcBef>
                  <a:spcPts val="598"/>
                </a:spcBef>
                <a:spcAft>
                  <a:spcPts val="598"/>
                </a:spcAft>
                <a:buClr>
                  <a:schemeClr val="accent1"/>
                </a:buClr>
                <a:buSzTx/>
                <a:buFont typeface="Calibri"/>
                <a:buNone/>
                <a:defRPr/>
              </a:pPr>
              <a:r>
                <a:rPr lang="en-GB" sz="2400" b="1" i="0" u="none" strike="noStrike" cap="none" spc="0">
                  <a:ln>
                    <a:noFill/>
                  </a:ln>
                  <a:solidFill>
                    <a:schemeClr val="tx1"/>
                  </a:solidFill>
                  <a:latin typeface="Arial"/>
                  <a:cs typeface="Calibri"/>
                </a:rPr>
                <a:t>Title/Quote</a:t>
              </a:r>
              <a:endParaRPr/>
            </a:p>
          </p:txBody>
        </p:sp>
        <p:sp>
          <p:nvSpPr>
            <p:cNvPr id="394079605" name="Ovaal 283"/>
            <p:cNvSpPr>
              <a:spLocks noAdjustHandles="1" noChangeArrowheads="1" noChangeShapeType="1" noEditPoints="1" noGrp="1" noMove="1" noResize="1" noRot="1"/>
            </p:cNvSpPr>
            <p:nvPr userDrawn="1"/>
          </p:nvSpPr>
          <p:spPr bwMode="auto">
            <a:xfrm>
              <a:off x="-3604181" y="3002618"/>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5</a:t>
              </a:r>
              <a:endParaRPr/>
            </a:p>
          </p:txBody>
        </p:sp>
        <p:sp>
          <p:nvSpPr>
            <p:cNvPr id="751560164" name="Rechthoek 284"/>
            <p:cNvSpPr>
              <a:spLocks noAdjustHandles="1" noChangeArrowheads="1" noChangeShapeType="1" noEditPoints="1" noGrp="1" noMove="1" noResize="1" noRot="1"/>
            </p:cNvSpPr>
            <p:nvPr userDrawn="1"/>
          </p:nvSpPr>
          <p:spPr bwMode="auto">
            <a:xfrm>
              <a:off x="-3319413" y="3003039"/>
              <a:ext cx="2949218" cy="180000"/>
            </a:xfrm>
            <a:prstGeom prst="rect">
              <a:avLst/>
            </a:prstGeom>
            <a:noFill/>
            <a:ln w="25400" cap="flat" cmpd="sng" algn="ctr">
              <a:noFill/>
              <a:prstDash val="solid"/>
            </a:ln>
            <a:effectLst/>
          </p:spPr>
          <p:txBody>
            <a:bodyPr lIns="0" tIns="0" rIns="0" bIns="0" rtlCol="0" anchor="ctr"/>
            <a:lstStyle/>
            <a:p>
              <a:pPr marL="0" marR="0" lvl="0" indent="0" defTabSz="914400">
                <a:lnSpc>
                  <a:spcPct val="100000"/>
                </a:lnSpc>
                <a:spcBef>
                  <a:spcPts val="598"/>
                </a:spcBef>
                <a:spcAft>
                  <a:spcPts val="598"/>
                </a:spcAft>
                <a:buClr>
                  <a:schemeClr val="accent1"/>
                </a:buClr>
                <a:buSzTx/>
                <a:buFont typeface="Calibri"/>
                <a:buNone/>
                <a:defRPr/>
              </a:pPr>
              <a:r>
                <a:rPr lang="en-GB" sz="1800" b="0" i="0" u="none" strike="noStrike" cap="none" spc="0">
                  <a:ln>
                    <a:noFill/>
                  </a:ln>
                  <a:solidFill>
                    <a:schemeClr val="accent1"/>
                  </a:solidFill>
                  <a:latin typeface="Arial"/>
                  <a:cs typeface="Calibri"/>
                </a:rPr>
                <a:t>Subtitle</a:t>
              </a:r>
              <a:endParaRPr/>
            </a:p>
          </p:txBody>
        </p:sp>
        <p:sp>
          <p:nvSpPr>
            <p:cNvPr id="1364674310" name="Ovaal 285"/>
            <p:cNvSpPr>
              <a:spLocks noAdjustHandles="1" noChangeArrowheads="1" noChangeShapeType="1" noEditPoints="1" noGrp="1" noMove="1" noResize="1" noRot="1"/>
            </p:cNvSpPr>
            <p:nvPr userDrawn="1"/>
          </p:nvSpPr>
          <p:spPr bwMode="auto">
            <a:xfrm>
              <a:off x="-3604181" y="3293902"/>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6</a:t>
              </a:r>
              <a:endParaRPr/>
            </a:p>
          </p:txBody>
        </p:sp>
        <p:sp>
          <p:nvSpPr>
            <p:cNvPr id="196636475" name="Rechthoek 286"/>
            <p:cNvSpPr>
              <a:spLocks noAdjustHandles="1" noChangeArrowheads="1" noChangeShapeType="1" noEditPoints="1" noGrp="1" noMove="1" noResize="1" noRot="1"/>
            </p:cNvSpPr>
            <p:nvPr userDrawn="1"/>
          </p:nvSpPr>
          <p:spPr bwMode="auto">
            <a:xfrm>
              <a:off x="-3319413" y="3585816"/>
              <a:ext cx="2949218" cy="180000"/>
            </a:xfrm>
            <a:prstGeom prst="rect">
              <a:avLst/>
            </a:prstGeom>
            <a:noFill/>
            <a:ln w="25400" cap="flat" cmpd="sng" algn="ctr">
              <a:noFill/>
              <a:prstDash val="solid"/>
            </a:ln>
            <a:effectLst/>
          </p:spPr>
          <p:txBody>
            <a:bodyPr lIns="0" tIns="0" rIns="0" bIns="0" rtlCol="0" anchor="ctr"/>
            <a:lstStyle/>
            <a:p>
              <a:pPr marL="357186" marR="0" lvl="0" indent="-357186" defTabSz="914400">
                <a:lnSpc>
                  <a:spcPct val="100000"/>
                </a:lnSpc>
                <a:spcBef>
                  <a:spcPts val="598"/>
                </a:spcBef>
                <a:spcAft>
                  <a:spcPts val="598"/>
                </a:spcAft>
                <a:buClr>
                  <a:schemeClr val="accent1"/>
                </a:buClr>
                <a:buSzTx/>
                <a:buFont typeface="+mj-lt"/>
                <a:buAutoNum type="arabicPeriod"/>
                <a:defRPr/>
              </a:pPr>
              <a:r>
                <a:rPr lang="en-GB" sz="1400" b="0" i="0" u="none" strike="noStrike" cap="none" spc="0">
                  <a:ln>
                    <a:noFill/>
                  </a:ln>
                  <a:solidFill>
                    <a:schemeClr val="tx1"/>
                  </a:solidFill>
                  <a:latin typeface="Arial"/>
                  <a:cs typeface="Calibri"/>
                </a:rPr>
                <a:t>Numerical bullet</a:t>
              </a:r>
              <a:endParaRPr/>
            </a:p>
          </p:txBody>
        </p:sp>
        <p:sp>
          <p:nvSpPr>
            <p:cNvPr id="1644255576" name="Ovaal 287"/>
            <p:cNvSpPr>
              <a:spLocks noAdjustHandles="1" noChangeArrowheads="1" noChangeShapeType="1" noEditPoints="1" noGrp="1" noMove="1" noResize="1" noRot="1"/>
            </p:cNvSpPr>
            <p:nvPr userDrawn="1"/>
          </p:nvSpPr>
          <p:spPr bwMode="auto">
            <a:xfrm>
              <a:off x="-3604181" y="3585186"/>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7</a:t>
              </a:r>
              <a:endParaRPr/>
            </a:p>
          </p:txBody>
        </p:sp>
        <p:sp>
          <p:nvSpPr>
            <p:cNvPr id="1347537360" name="Rechthoek 288"/>
            <p:cNvSpPr>
              <a:spLocks noAdjustHandles="1" noChangeArrowheads="1" noChangeShapeType="1" noEditPoints="1" noGrp="1" noMove="1" noResize="1" noRot="1"/>
            </p:cNvSpPr>
            <p:nvPr userDrawn="1"/>
          </p:nvSpPr>
          <p:spPr bwMode="auto">
            <a:xfrm>
              <a:off x="-3325829" y="3877205"/>
              <a:ext cx="2949218" cy="180000"/>
            </a:xfrm>
            <a:prstGeom prst="rect">
              <a:avLst/>
            </a:prstGeom>
            <a:noFill/>
            <a:ln w="25400" cap="flat" cmpd="sng" algn="ctr">
              <a:noFill/>
              <a:prstDash val="solid"/>
            </a:ln>
            <a:effectLst/>
          </p:spPr>
          <p:txBody>
            <a:bodyPr lIns="0" tIns="0" rIns="0" bIns="0" rtlCol="0" anchor="ctr"/>
            <a:lstStyle/>
            <a:p>
              <a:pPr marL="342900" marR="0" lvl="0" indent="-342900" defTabSz="914400">
                <a:lnSpc>
                  <a:spcPct val="100000"/>
                </a:lnSpc>
                <a:spcBef>
                  <a:spcPts val="598"/>
                </a:spcBef>
                <a:spcAft>
                  <a:spcPts val="598"/>
                </a:spcAft>
                <a:buClr>
                  <a:schemeClr val="accent1"/>
                </a:buClr>
                <a:buSzTx/>
                <a:buFont typeface="+mj-lt"/>
                <a:buAutoNum type="alphaLcPeriod"/>
                <a:defRPr/>
              </a:pPr>
              <a:r>
                <a:rPr lang="en-GB" sz="1400" b="0" i="0" u="none" strike="noStrike" cap="none" spc="0">
                  <a:ln>
                    <a:noFill/>
                  </a:ln>
                  <a:solidFill>
                    <a:schemeClr val="tx1"/>
                  </a:solidFill>
                  <a:latin typeface="Arial"/>
                  <a:cs typeface="Calibri"/>
                </a:rPr>
                <a:t>Alphabetical bullet</a:t>
              </a:r>
              <a:endParaRPr/>
            </a:p>
          </p:txBody>
        </p:sp>
        <p:sp>
          <p:nvSpPr>
            <p:cNvPr id="878732597" name="Ovaal 289"/>
            <p:cNvSpPr>
              <a:spLocks noAdjustHandles="1" noChangeArrowheads="1" noChangeShapeType="1" noEditPoints="1" noGrp="1" noMove="1" noResize="1" noRot="1"/>
            </p:cNvSpPr>
            <p:nvPr userDrawn="1"/>
          </p:nvSpPr>
          <p:spPr bwMode="auto">
            <a:xfrm>
              <a:off x="-3604181" y="3876471"/>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8</a:t>
              </a:r>
              <a:endParaRPr/>
            </a:p>
          </p:txBody>
        </p:sp>
        <p:sp>
          <p:nvSpPr>
            <p:cNvPr id="1170864329" name="Rechthoek 290"/>
            <p:cNvSpPr>
              <a:spLocks noAdjustHandles="1" noChangeArrowheads="1" noChangeShapeType="1" noEditPoints="1" noGrp="1" noMove="1" noResize="1" noRot="1"/>
            </p:cNvSpPr>
            <p:nvPr userDrawn="1"/>
          </p:nvSpPr>
          <p:spPr bwMode="auto">
            <a:xfrm>
              <a:off x="-3319413" y="4168593"/>
              <a:ext cx="2949218" cy="180000"/>
            </a:xfrm>
            <a:prstGeom prst="rect">
              <a:avLst/>
            </a:prstGeom>
            <a:noFill/>
            <a:ln w="25400" cap="flat" cmpd="sng" algn="ctr">
              <a:noFill/>
              <a:prstDash val="solid"/>
            </a:ln>
            <a:effectLst/>
          </p:spPr>
          <p:txBody>
            <a:bodyPr lIns="0" tIns="0" rIns="0" bIns="0" rtlCol="0" anchor="ctr"/>
            <a:lstStyle/>
            <a:p>
              <a:pPr marL="0" marR="0" lvl="0" indent="0" defTabSz="914400">
                <a:lnSpc>
                  <a:spcPct val="100000"/>
                </a:lnSpc>
                <a:spcBef>
                  <a:spcPts val="598"/>
                </a:spcBef>
                <a:spcAft>
                  <a:spcPts val="598"/>
                </a:spcAft>
                <a:buClr>
                  <a:schemeClr val="tx1"/>
                </a:buClr>
                <a:buSzTx/>
                <a:buFont typeface="Calibri"/>
                <a:buNone/>
                <a:defRPr/>
              </a:pPr>
              <a:r>
                <a:rPr lang="en-GB" sz="1200" b="0" i="1" u="none" strike="noStrike" cap="none" spc="0">
                  <a:ln>
                    <a:noFill/>
                  </a:ln>
                  <a:solidFill>
                    <a:srgbClr val="000000"/>
                  </a:solidFill>
                  <a:latin typeface="Arial"/>
                  <a:cs typeface="Calibri"/>
                </a:rPr>
                <a:t>Source</a:t>
              </a:r>
              <a:endParaRPr/>
            </a:p>
          </p:txBody>
        </p:sp>
        <p:sp>
          <p:nvSpPr>
            <p:cNvPr id="1345575878" name="Ovaal 291"/>
            <p:cNvSpPr>
              <a:spLocks noAdjustHandles="1" noChangeArrowheads="1" noChangeShapeType="1" noEditPoints="1" noGrp="1" noMove="1" noResize="1" noRot="1"/>
            </p:cNvSpPr>
            <p:nvPr userDrawn="1"/>
          </p:nvSpPr>
          <p:spPr bwMode="auto">
            <a:xfrm>
              <a:off x="-3604181" y="4168593"/>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9</a:t>
              </a:r>
              <a:endParaRPr/>
            </a:p>
          </p:txBody>
        </p:sp>
        <p:sp>
          <p:nvSpPr>
            <p:cNvPr id="2074306928" name="Rechthoek 292"/>
            <p:cNvSpPr>
              <a:spLocks noAdjustHandles="1" noChangeArrowheads="1" noChangeShapeType="1" noEditPoints="1" noGrp="1" noMove="1" noResize="1" noRot="1"/>
            </p:cNvSpPr>
            <p:nvPr userDrawn="1"/>
          </p:nvSpPr>
          <p:spPr bwMode="auto">
            <a:xfrm>
              <a:off x="-3319413" y="3294427"/>
              <a:ext cx="2949218" cy="180000"/>
            </a:xfrm>
            <a:prstGeom prst="rect">
              <a:avLst/>
            </a:prstGeom>
            <a:noFill/>
            <a:ln w="25400" cap="flat" cmpd="sng" algn="ctr">
              <a:noFill/>
              <a:prstDash val="solid"/>
            </a:ln>
            <a:effectLst/>
          </p:spPr>
          <p:txBody>
            <a:bodyPr lIns="0" tIns="0" rIns="0" bIns="0" rtlCol="0" anchor="ctr"/>
            <a:lstStyle/>
            <a:p>
              <a:pPr marL="0" marR="0" lvl="0" indent="0" defTabSz="914400">
                <a:lnSpc>
                  <a:spcPct val="100000"/>
                </a:lnSpc>
                <a:spcBef>
                  <a:spcPts val="598"/>
                </a:spcBef>
                <a:spcAft>
                  <a:spcPts val="598"/>
                </a:spcAft>
                <a:buClr>
                  <a:schemeClr val="accent1"/>
                </a:buClr>
                <a:buSzTx/>
                <a:buFont typeface="Calibri"/>
                <a:buNone/>
                <a:defRPr/>
              </a:pPr>
              <a:r>
                <a:rPr lang="en-GB" sz="1400" b="0" i="0" u="none" strike="noStrike" cap="none" spc="0">
                  <a:ln>
                    <a:noFill/>
                  </a:ln>
                  <a:solidFill>
                    <a:srgbClr val="000000"/>
                  </a:solidFill>
                  <a:latin typeface="Arial"/>
                  <a:cs typeface="Calibri"/>
                </a:rPr>
                <a:t>Default text</a:t>
              </a:r>
              <a:endParaRPr/>
            </a:p>
          </p:txBody>
        </p:sp>
        <p:sp>
          <p:nvSpPr>
            <p:cNvPr id="1250837238" name="Rechthoek 293"/>
            <p:cNvSpPr>
              <a:spLocks noAdjustHandles="1" noChangeArrowheads="1" noChangeShapeType="1" noEditPoints="1" noGrp="1" noMove="1" noResize="1" noRot="1"/>
            </p:cNvSpPr>
            <p:nvPr userDrawn="1"/>
          </p:nvSpPr>
          <p:spPr bwMode="auto">
            <a:xfrm>
              <a:off x="-3786435" y="4531347"/>
              <a:ext cx="3593637" cy="828000"/>
            </a:xfrm>
            <a:prstGeom prst="rect">
              <a:avLst/>
            </a:prstGeom>
            <a:solidFill>
              <a:srgbClr val="ECECEC"/>
            </a:solidFill>
            <a:ln w="6350">
              <a:solidFill>
                <a:srgbClr val="ECECEC"/>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ctr" anchorCtr="0" forceAA="0" compatLnSpc="1">
              <a:prstTxWarp prst="textNoShape"/>
              <a:noAutofit/>
            </a:bodyPr>
            <a:lstStyle/>
            <a:p>
              <a:pPr algn="l">
                <a:lnSpc>
                  <a:spcPct val="90000"/>
                </a:lnSpc>
                <a:spcBef>
                  <a:spcPts val="598"/>
                </a:spcBef>
                <a:spcAft>
                  <a:spcPts val="598"/>
                </a:spcAft>
                <a:defRPr/>
              </a:pPr>
              <a:r>
                <a:rPr lang="en-GB" sz="1200" b="1" cap="all">
                  <a:solidFill>
                    <a:srgbClr val="211F26"/>
                  </a:solidFill>
                  <a:latin typeface="Calibri"/>
                  <a:cs typeface="Calibri"/>
                </a:rPr>
                <a:t>Want to know more?</a:t>
              </a:r>
              <a:br>
                <a:rPr lang="en-GB" sz="1200" b="1" cap="all">
                  <a:solidFill>
                    <a:srgbClr val="211F26"/>
                  </a:solidFill>
                  <a:latin typeface="Calibri"/>
                  <a:cs typeface="Calibri"/>
                </a:rPr>
              </a:br>
              <a:r>
                <a:rPr lang="en-GB" sz="1200" cap="none">
                  <a:solidFill>
                    <a:srgbClr val="211F26"/>
                  </a:solidFill>
                  <a:latin typeface="Calibri"/>
                  <a:cs typeface="Calibri"/>
                </a:rPr>
                <a:t>Go to the </a:t>
              </a:r>
              <a:r>
                <a:rPr lang="en-GB" sz="1200" cap="none">
                  <a:solidFill>
                    <a:srgbClr val="211F26"/>
                  </a:solidFill>
                  <a:latin typeface="Calibri"/>
                  <a:ea typeface="Arial"/>
                  <a:cs typeface="Calibri"/>
                </a:rPr>
                <a:t>tab</a:t>
              </a:r>
              <a:r>
                <a:rPr lang="en-GB" sz="1200" b="1" cap="all">
                  <a:solidFill>
                    <a:srgbClr val="211F26"/>
                  </a:solidFill>
                  <a:latin typeface="Calibri"/>
                  <a:cs typeface="Calibri"/>
                </a:rPr>
                <a:t> 'SLIDEBUILDER’ </a:t>
              </a:r>
              <a:r>
                <a:rPr lang="en-GB" sz="1200" cap="none">
                  <a:solidFill>
                    <a:srgbClr val="211F26"/>
                  </a:solidFill>
                  <a:latin typeface="Calibri"/>
                  <a:ea typeface="Arial"/>
                  <a:cs typeface="Calibri"/>
                </a:rPr>
                <a:t>and click</a:t>
              </a:r>
              <a:br>
                <a:rPr lang="en-GB" sz="1200" cap="none">
                  <a:solidFill>
                    <a:srgbClr val="211F26"/>
                  </a:solidFill>
                  <a:latin typeface="Calibri"/>
                  <a:ea typeface="Arial"/>
                  <a:cs typeface="Calibri"/>
                </a:rPr>
              </a:br>
              <a:r>
                <a:rPr lang="en-GB" sz="1200" cap="none">
                  <a:solidFill>
                    <a:srgbClr val="211F26"/>
                  </a:solidFill>
                  <a:latin typeface="Calibri"/>
                  <a:ea typeface="Arial"/>
                  <a:cs typeface="Calibri"/>
                </a:rPr>
                <a:t>on the button </a:t>
              </a:r>
              <a:r>
                <a:rPr lang="en-GB" sz="1200" b="1" cap="all">
                  <a:solidFill>
                    <a:srgbClr val="211F26"/>
                  </a:solidFill>
                  <a:latin typeface="Calibri"/>
                  <a:cs typeface="Calibri"/>
                </a:rPr>
                <a:t>‘Inspiration'</a:t>
              </a:r>
              <a:endParaRPr/>
            </a:p>
          </p:txBody>
        </p:sp>
        <p:grpSp>
          <p:nvGrpSpPr>
            <p:cNvPr id="777346306" name="ICOON_info"/>
            <p:cNvGrpSpPr>
              <a:grpSpLocks noGrp="1" noMove="1" noResize="1" noRot="1" noUngrp="1"/>
            </p:cNvGrpSpPr>
            <p:nvPr userDrawn="1"/>
          </p:nvGrpSpPr>
          <p:grpSpPr bwMode="auto">
            <a:xfrm>
              <a:off x="-376733" y="4400184"/>
              <a:ext cx="283683" cy="283683"/>
              <a:chOff x="-510741" y="5913711"/>
              <a:chExt cx="267553" cy="267553"/>
            </a:xfrm>
          </p:grpSpPr>
          <p:sp>
            <p:nvSpPr>
              <p:cNvPr id="1726666654" name="Ovaal 342"/>
              <p:cNvSpPr>
                <a:spLocks noAdjustHandles="1" noChangeArrowheads="1" noChangeShapeType="1" noEditPoints="1" noGrp="1" noMove="1" noResize="1" noRot="1"/>
              </p:cNvSpPr>
              <p:nvPr userDrawn="1"/>
            </p:nvSpPr>
            <p:spPr bwMode="auto">
              <a:xfrm>
                <a:off x="-491851" y="5932071"/>
                <a:ext cx="230833" cy="230833"/>
              </a:xfrm>
              <a:prstGeom prst="ellipse">
                <a:avLst/>
              </a:prstGeom>
              <a:solidFill>
                <a:srgbClr val="211F2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noAutofit/>
              </a:bodyPr>
              <a:lstStyle/>
              <a:p>
                <a:pPr algn="ctr">
                  <a:lnSpc>
                    <a:spcPct val="90000"/>
                  </a:lnSpc>
                  <a:spcBef>
                    <a:spcPts val="598"/>
                  </a:spcBef>
                  <a:spcAft>
                    <a:spcPts val="598"/>
                  </a:spcAft>
                  <a:defRPr/>
                </a:pPr>
                <a:endParaRPr lang="en-GB" sz="1600" cap="all">
                  <a:latin typeface="Calibri"/>
                  <a:cs typeface="Calibri"/>
                </a:endParaRPr>
              </a:p>
            </p:txBody>
          </p:sp>
          <p:sp>
            <p:nvSpPr>
              <p:cNvPr id="886962741" name="Graphic 163" descr="Informatie"/>
              <p:cNvSpPr>
                <a:spLocks noAdjustHandles="1" noChangeArrowheads="1" noChangeShapeType="1" noEditPoints="1" noGrp="1" noMove="1" noResize="1" noRot="1"/>
              </p:cNvSpPr>
              <p:nvPr/>
            </p:nvSpPr>
            <p:spPr bwMode="auto">
              <a:xfrm>
                <a:off x="-510741" y="5913711"/>
                <a:ext cx="267553" cy="267553"/>
              </a:xfrm>
              <a:custGeom>
                <a:avLst/>
                <a:gdLst>
                  <a:gd name="connsiteX0" fmla="*/ 145860 w 291719"/>
                  <a:gd name="connsiteY0" fmla="*/ 0 h 291719"/>
                  <a:gd name="connsiteX1" fmla="*/ 0 w 291719"/>
                  <a:gd name="connsiteY1" fmla="*/ 145860 h 291719"/>
                  <a:gd name="connsiteX2" fmla="*/ 145860 w 291719"/>
                  <a:gd name="connsiteY2" fmla="*/ 291720 h 291719"/>
                  <a:gd name="connsiteX3" fmla="*/ 291720 w 291719"/>
                  <a:gd name="connsiteY3" fmla="*/ 145860 h 291719"/>
                  <a:gd name="connsiteX4" fmla="*/ 145860 w 291719"/>
                  <a:gd name="connsiteY4" fmla="*/ 0 h 291719"/>
                  <a:gd name="connsiteX5" fmla="*/ 138183 w 291719"/>
                  <a:gd name="connsiteY5" fmla="*/ 38384 h 291719"/>
                  <a:gd name="connsiteX6" fmla="*/ 157375 w 291719"/>
                  <a:gd name="connsiteY6" fmla="*/ 57576 h 291719"/>
                  <a:gd name="connsiteX7" fmla="*/ 138183 w 291719"/>
                  <a:gd name="connsiteY7" fmla="*/ 76768 h 291719"/>
                  <a:gd name="connsiteX8" fmla="*/ 118991 w 291719"/>
                  <a:gd name="connsiteY8" fmla="*/ 57576 h 291719"/>
                  <a:gd name="connsiteX9" fmla="*/ 138183 w 291719"/>
                  <a:gd name="connsiteY9" fmla="*/ 38384 h 291719"/>
                  <a:gd name="connsiteX10" fmla="*/ 184244 w 291719"/>
                  <a:gd name="connsiteY10" fmla="*/ 253336 h 291719"/>
                  <a:gd name="connsiteX11" fmla="*/ 107476 w 291719"/>
                  <a:gd name="connsiteY11" fmla="*/ 253336 h 291719"/>
                  <a:gd name="connsiteX12" fmla="*/ 107476 w 291719"/>
                  <a:gd name="connsiteY12" fmla="*/ 230305 h 291719"/>
                  <a:gd name="connsiteX13" fmla="*/ 134345 w 291719"/>
                  <a:gd name="connsiteY13" fmla="*/ 230305 h 291719"/>
                  <a:gd name="connsiteX14" fmla="*/ 134345 w 291719"/>
                  <a:gd name="connsiteY14" fmla="*/ 115153 h 291719"/>
                  <a:gd name="connsiteX15" fmla="*/ 111314 w 291719"/>
                  <a:gd name="connsiteY15" fmla="*/ 115153 h 291719"/>
                  <a:gd name="connsiteX16" fmla="*/ 111314 w 291719"/>
                  <a:gd name="connsiteY16" fmla="*/ 92122 h 291719"/>
                  <a:gd name="connsiteX17" fmla="*/ 157375 w 291719"/>
                  <a:gd name="connsiteY17" fmla="*/ 92122 h 291719"/>
                  <a:gd name="connsiteX18" fmla="*/ 157375 w 291719"/>
                  <a:gd name="connsiteY18" fmla="*/ 115153 h 291719"/>
                  <a:gd name="connsiteX19" fmla="*/ 157375 w 291719"/>
                  <a:gd name="connsiteY19" fmla="*/ 230305 h 291719"/>
                  <a:gd name="connsiteX20" fmla="*/ 184244 w 291719"/>
                  <a:gd name="connsiteY20" fmla="*/ 230305 h 291719"/>
                  <a:gd name="connsiteX21" fmla="*/ 184244 w 291719"/>
                  <a:gd name="connsiteY21" fmla="*/ 253336 h 291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1719" h="291719" fill="norm" stroke="1" extrusionOk="0">
                    <a:moveTo>
                      <a:pt x="145860" y="0"/>
                    </a:moveTo>
                    <a:cubicBezTo>
                      <a:pt x="65253" y="0"/>
                      <a:pt x="0" y="65253"/>
                      <a:pt x="0" y="145860"/>
                    </a:cubicBezTo>
                    <a:cubicBezTo>
                      <a:pt x="0" y="226467"/>
                      <a:pt x="65253" y="291720"/>
                      <a:pt x="145860" y="291720"/>
                    </a:cubicBezTo>
                    <a:cubicBezTo>
                      <a:pt x="226467" y="291720"/>
                      <a:pt x="291720" y="226467"/>
                      <a:pt x="291720" y="145860"/>
                    </a:cubicBezTo>
                    <a:cubicBezTo>
                      <a:pt x="291720" y="65253"/>
                      <a:pt x="226467" y="0"/>
                      <a:pt x="145860" y="0"/>
                    </a:cubicBezTo>
                    <a:close/>
                    <a:moveTo>
                      <a:pt x="138183" y="38384"/>
                    </a:moveTo>
                    <a:cubicBezTo>
                      <a:pt x="148931" y="38384"/>
                      <a:pt x="157375" y="46829"/>
                      <a:pt x="157375" y="57576"/>
                    </a:cubicBezTo>
                    <a:cubicBezTo>
                      <a:pt x="157375" y="68324"/>
                      <a:pt x="148931" y="76768"/>
                      <a:pt x="138183" y="76768"/>
                    </a:cubicBezTo>
                    <a:cubicBezTo>
                      <a:pt x="127435" y="76768"/>
                      <a:pt x="118991" y="68324"/>
                      <a:pt x="118991" y="57576"/>
                    </a:cubicBezTo>
                    <a:cubicBezTo>
                      <a:pt x="118991" y="46829"/>
                      <a:pt x="127435" y="38384"/>
                      <a:pt x="138183" y="38384"/>
                    </a:cubicBezTo>
                    <a:close/>
                    <a:moveTo>
                      <a:pt x="184244" y="253336"/>
                    </a:moveTo>
                    <a:lnTo>
                      <a:pt x="107476" y="253336"/>
                    </a:lnTo>
                    <a:lnTo>
                      <a:pt x="107476" y="230305"/>
                    </a:lnTo>
                    <a:lnTo>
                      <a:pt x="134345" y="230305"/>
                    </a:lnTo>
                    <a:lnTo>
                      <a:pt x="134345" y="115153"/>
                    </a:lnTo>
                    <a:lnTo>
                      <a:pt x="111314" y="115153"/>
                    </a:lnTo>
                    <a:lnTo>
                      <a:pt x="111314" y="92122"/>
                    </a:lnTo>
                    <a:lnTo>
                      <a:pt x="157375" y="92122"/>
                    </a:lnTo>
                    <a:lnTo>
                      <a:pt x="157375" y="115153"/>
                    </a:lnTo>
                    <a:lnTo>
                      <a:pt x="157375" y="230305"/>
                    </a:lnTo>
                    <a:lnTo>
                      <a:pt x="184244" y="230305"/>
                    </a:lnTo>
                    <a:lnTo>
                      <a:pt x="184244" y="253336"/>
                    </a:lnTo>
                    <a:close/>
                  </a:path>
                </a:pathLst>
              </a:custGeom>
              <a:solidFill>
                <a:srgbClr val="1FF524"/>
              </a:solidFill>
              <a:ln w="3770" cap="flat">
                <a:noFill/>
                <a:prstDash val="solid"/>
                <a:miter/>
              </a:ln>
            </p:spPr>
            <p:txBody>
              <a:bodyPr rtlCol="0" anchor="ctr"/>
              <a:lstStyle/>
              <a:p>
                <a:pPr>
                  <a:defRPr/>
                </a:pPr>
                <a:endParaRPr lang="en-GB" sz="2000">
                  <a:solidFill>
                    <a:srgbClr val="211F26"/>
                  </a:solidFill>
                  <a:latin typeface="Calibri"/>
                  <a:cs typeface="Calibri"/>
                </a:endParaRPr>
              </a:p>
            </p:txBody>
          </p:sp>
        </p:grpSp>
        <p:grpSp>
          <p:nvGrpSpPr>
            <p:cNvPr id="1984025850" name="VOORBEELD"/>
            <p:cNvGrpSpPr>
              <a:grpSpLocks noGrp="1" noMove="1" noResize="1" noRot="1" noUngrp="1"/>
            </p:cNvGrpSpPr>
            <p:nvPr userDrawn="1"/>
          </p:nvGrpSpPr>
          <p:grpSpPr bwMode="auto">
            <a:xfrm>
              <a:off x="-3605171" y="458672"/>
              <a:ext cx="3234309" cy="558873"/>
              <a:chOff x="-3605171" y="458672"/>
              <a:chExt cx="3234309" cy="558873"/>
            </a:xfrm>
          </p:grpSpPr>
          <p:sp>
            <p:nvSpPr>
              <p:cNvPr id="1670803574" name="Rechthoek 302"/>
              <p:cNvSpPr>
                <a:spLocks noAdjustHandles="1" noChangeArrowheads="1" noChangeShapeType="1" noEditPoints="1" noGrp="1" noMove="1" noResize="1" noRot="1"/>
              </p:cNvSpPr>
              <p:nvPr userDrawn="1"/>
            </p:nvSpPr>
            <p:spPr bwMode="auto">
              <a:xfrm>
                <a:off x="-3604181" y="458672"/>
                <a:ext cx="393457" cy="184056"/>
              </a:xfrm>
              <a:prstGeom prst="rect">
                <a:avLst/>
              </a:prstGeom>
              <a:solidFill>
                <a:srgbClr val="F8F8F8"/>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18000" rIns="0" bIns="0" numCol="1" spcCol="0" rtlCol="0" fromWordArt="0" anchor="t" anchorCtr="0" forceAA="0" compatLnSpc="1">
                <a:prstTxWarp prst="textNoShape"/>
                <a:noAutofit/>
              </a:bodyPr>
              <a:lstStyle/>
              <a:p>
                <a:pPr algn="ctr">
                  <a:defRPr/>
                </a:pPr>
                <a:r>
                  <a:rPr lang="en-GB" sz="900" b="1">
                    <a:solidFill>
                      <a:srgbClr val="211F26"/>
                    </a:solidFill>
                    <a:latin typeface="Calibri"/>
                    <a:cs typeface="Calibri"/>
                  </a:rPr>
                  <a:t>Home</a:t>
                </a:r>
                <a:endParaRPr/>
              </a:p>
            </p:txBody>
          </p:sp>
          <p:sp>
            <p:nvSpPr>
              <p:cNvPr id="893026793" name="Rechthoek 303"/>
              <p:cNvSpPr>
                <a:spLocks noAdjustHandles="1" noChangeArrowheads="1" noChangeShapeType="1" noEditPoints="1" noGrp="1" noMove="1" noResize="1" noRot="1"/>
              </p:cNvSpPr>
              <p:nvPr userDrawn="1"/>
            </p:nvSpPr>
            <p:spPr bwMode="auto">
              <a:xfrm>
                <a:off x="-3599182" y="621343"/>
                <a:ext cx="383780" cy="27171"/>
              </a:xfrm>
              <a:prstGeom prst="rect">
                <a:avLst/>
              </a:prstGeom>
              <a:solidFill>
                <a:srgbClr val="B7462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noAutofit/>
              </a:bodyPr>
              <a:lstStyle/>
              <a:p>
                <a:pPr algn="l">
                  <a:defRPr/>
                </a:pPr>
                <a:endParaRPr lang="en-GB" sz="1000" b="1">
                  <a:solidFill>
                    <a:srgbClr val="211F26"/>
                  </a:solidFill>
                  <a:latin typeface="Calibri"/>
                  <a:cs typeface="Calibri"/>
                </a:endParaRPr>
              </a:p>
            </p:txBody>
          </p:sp>
          <p:grpSp>
            <p:nvGrpSpPr>
              <p:cNvPr id="884012239" name="Groep 304"/>
              <p:cNvGrpSpPr>
                <a:grpSpLocks noGrp="1" noMove="1" noResize="1" noRot="1" noUngrp="1"/>
              </p:cNvGrpSpPr>
              <p:nvPr userDrawn="1"/>
            </p:nvGrpSpPr>
            <p:grpSpPr bwMode="auto">
              <a:xfrm>
                <a:off x="-3386246" y="830871"/>
                <a:ext cx="139421" cy="109566"/>
                <a:chOff x="-2866743" y="827068"/>
                <a:chExt cx="168699" cy="132573"/>
              </a:xfrm>
            </p:grpSpPr>
            <p:grpSp>
              <p:nvGrpSpPr>
                <p:cNvPr id="1976295424" name="Groep 335"/>
                <p:cNvGrpSpPr>
                  <a:grpSpLocks noGrp="1" noMove="1" noResize="1" noRot="1" noUngrp="1"/>
                </p:cNvGrpSpPr>
                <p:nvPr userDrawn="1"/>
              </p:nvGrpSpPr>
              <p:grpSpPr bwMode="auto">
                <a:xfrm>
                  <a:off x="-2866743" y="827068"/>
                  <a:ext cx="168699" cy="132573"/>
                  <a:chOff x="-2866743" y="827068"/>
                  <a:chExt cx="168699" cy="132573"/>
                </a:xfrm>
              </p:grpSpPr>
              <p:cxnSp>
                <p:nvCxnSpPr>
                  <p:cNvPr id="724796757" name="Rechte verbindingslijn 337"/>
                  <p:cNvCxnSpPr>
                    <a:cxnSpLocks noAdjustHandles="1" noChangeArrowheads="1" noChangeShapeType="1" noEditPoints="1" noGrp="1" noMove="1" noResize="1" noRot="1"/>
                  </p:cNvCxnSpPr>
                  <p:nvPr userDrawn="1"/>
                </p:nvCxnSpPr>
                <p:spPr bwMode="auto">
                  <a:xfrm>
                    <a:off x="-2866743" y="827068"/>
                    <a:ext cx="168699" cy="0"/>
                  </a:xfrm>
                  <a:prstGeom prst="line">
                    <a:avLst/>
                  </a:prstGeom>
                  <a:solidFill>
                    <a:schemeClr val="bg1"/>
                  </a:solidFill>
                  <a:ln w="12700" cap="flat" cmpd="sng" algn="ctr">
                    <a:solidFill>
                      <a:srgbClr val="9D9FA1"/>
                    </a:solidFill>
                    <a:prstDash val="solid"/>
                  </a:ln>
                  <a:effectLst/>
                </p:spPr>
              </p:cxnSp>
              <p:cxnSp>
                <p:nvCxnSpPr>
                  <p:cNvPr id="654101668" name="Rechte verbindingslijn 338"/>
                  <p:cNvCxnSpPr>
                    <a:cxnSpLocks noAdjustHandles="1" noChangeArrowheads="1" noChangeShapeType="1" noEditPoints="1" noGrp="1" noMove="1" noResize="1" noRot="1"/>
                  </p:cNvCxnSpPr>
                  <p:nvPr userDrawn="1"/>
                </p:nvCxnSpPr>
                <p:spPr bwMode="auto">
                  <a:xfrm>
                    <a:off x="-2866743" y="959644"/>
                    <a:ext cx="168699" cy="0"/>
                  </a:xfrm>
                  <a:prstGeom prst="line">
                    <a:avLst/>
                  </a:prstGeom>
                  <a:solidFill>
                    <a:schemeClr val="bg1"/>
                  </a:solidFill>
                  <a:ln w="12700" cap="flat" cmpd="sng" algn="ctr">
                    <a:solidFill>
                      <a:srgbClr val="9D9FA1"/>
                    </a:solidFill>
                    <a:prstDash val="solid"/>
                  </a:ln>
                  <a:effectLst/>
                </p:spPr>
              </p:cxnSp>
              <p:cxnSp>
                <p:nvCxnSpPr>
                  <p:cNvPr id="934673684" name="Rechte verbindingslijn 339"/>
                  <p:cNvCxnSpPr>
                    <a:cxnSpLocks noAdjustHandles="1" noChangeArrowheads="1" noChangeShapeType="1" noEditPoints="1" noGrp="1" noMove="1" noResize="1" noRot="1"/>
                  </p:cNvCxnSpPr>
                  <p:nvPr userDrawn="1"/>
                </p:nvCxnSpPr>
                <p:spPr bwMode="auto">
                  <a:xfrm>
                    <a:off x="-2773989" y="926501"/>
                    <a:ext cx="75945" cy="0"/>
                  </a:xfrm>
                  <a:prstGeom prst="line">
                    <a:avLst/>
                  </a:prstGeom>
                  <a:solidFill>
                    <a:schemeClr val="bg1"/>
                  </a:solidFill>
                  <a:ln w="12700" cap="flat" cmpd="sng" algn="ctr">
                    <a:solidFill>
                      <a:srgbClr val="9D9FA1"/>
                    </a:solidFill>
                    <a:prstDash val="solid"/>
                  </a:ln>
                  <a:effectLst/>
                </p:spPr>
              </p:cxnSp>
              <p:cxnSp>
                <p:nvCxnSpPr>
                  <p:cNvPr id="76360503" name="Rechte verbindingslijn 340"/>
                  <p:cNvCxnSpPr>
                    <a:cxnSpLocks noAdjustHandles="1" noChangeArrowheads="1" noChangeShapeType="1" noEditPoints="1" noGrp="1" noMove="1" noResize="1" noRot="1"/>
                  </p:cNvCxnSpPr>
                  <p:nvPr userDrawn="1"/>
                </p:nvCxnSpPr>
                <p:spPr bwMode="auto">
                  <a:xfrm>
                    <a:off x="-2773989" y="893358"/>
                    <a:ext cx="75945" cy="0"/>
                  </a:xfrm>
                  <a:prstGeom prst="line">
                    <a:avLst/>
                  </a:prstGeom>
                  <a:solidFill>
                    <a:schemeClr val="bg1"/>
                  </a:solidFill>
                  <a:ln w="12700" cap="flat" cmpd="sng" algn="ctr">
                    <a:solidFill>
                      <a:srgbClr val="9D9FA1"/>
                    </a:solidFill>
                    <a:prstDash val="solid"/>
                  </a:ln>
                  <a:effectLst/>
                </p:spPr>
              </p:cxnSp>
              <p:cxnSp>
                <p:nvCxnSpPr>
                  <p:cNvPr id="502348274" name="Rechte verbindingslijn 341"/>
                  <p:cNvCxnSpPr>
                    <a:cxnSpLocks noAdjustHandles="1" noChangeArrowheads="1" noChangeShapeType="1" noEditPoints="1" noGrp="1" noMove="1" noResize="1" noRot="1"/>
                  </p:cNvCxnSpPr>
                  <p:nvPr userDrawn="1"/>
                </p:nvCxnSpPr>
                <p:spPr bwMode="auto">
                  <a:xfrm>
                    <a:off x="-2773989" y="860213"/>
                    <a:ext cx="75945" cy="0"/>
                  </a:xfrm>
                  <a:prstGeom prst="line">
                    <a:avLst/>
                  </a:prstGeom>
                  <a:solidFill>
                    <a:schemeClr val="bg1"/>
                  </a:solidFill>
                  <a:ln w="12700" cap="flat" cmpd="sng" algn="ctr">
                    <a:solidFill>
                      <a:srgbClr val="9D9FA1"/>
                    </a:solidFill>
                    <a:prstDash val="solid"/>
                  </a:ln>
                  <a:effectLst/>
                </p:spPr>
              </p:cxnSp>
            </p:grpSp>
            <p:sp>
              <p:nvSpPr>
                <p:cNvPr id="1727074846" name="Pijl: rechts 336"/>
                <p:cNvSpPr>
                  <a:spLocks noAdjustHandles="1" noChangeArrowheads="1" noChangeShapeType="1" noEditPoints="1" noGrp="1" noMove="1" noResize="1" noRot="1"/>
                </p:cNvSpPr>
                <p:nvPr userDrawn="1"/>
              </p:nvSpPr>
              <p:spPr bwMode="auto">
                <a:xfrm>
                  <a:off x="-2866743" y="858735"/>
                  <a:ext cx="70674" cy="67900"/>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noAutofit/>
                </a:bodyPr>
                <a:lstStyle/>
                <a:p>
                  <a:pPr algn="l">
                    <a:defRPr/>
                  </a:pPr>
                  <a:endParaRPr lang="en-GB" sz="1000" b="1">
                    <a:solidFill>
                      <a:srgbClr val="211F26"/>
                    </a:solidFill>
                    <a:latin typeface="Calibri"/>
                    <a:cs typeface="Calibri"/>
                  </a:endParaRPr>
                </a:p>
              </p:txBody>
            </p:sp>
          </p:grpSp>
          <p:grpSp>
            <p:nvGrpSpPr>
              <p:cNvPr id="1792501966" name="Groep 305"/>
              <p:cNvGrpSpPr>
                <a:grpSpLocks noGrp="1" noMove="1" noResize="1" noRot="1" noUngrp="1"/>
              </p:cNvGrpSpPr>
              <p:nvPr userDrawn="1"/>
            </p:nvGrpSpPr>
            <p:grpSpPr bwMode="auto">
              <a:xfrm>
                <a:off x="-3605171" y="830871"/>
                <a:ext cx="139421" cy="109566"/>
                <a:chOff x="-2866743" y="518072"/>
                <a:chExt cx="168699" cy="132573"/>
              </a:xfrm>
            </p:grpSpPr>
            <p:grpSp>
              <p:nvGrpSpPr>
                <p:cNvPr id="231144411" name="Groep 328"/>
                <p:cNvGrpSpPr>
                  <a:grpSpLocks noGrp="1" noMove="1" noResize="1" noRot="1" noUngrp="1"/>
                </p:cNvGrpSpPr>
                <p:nvPr userDrawn="1"/>
              </p:nvGrpSpPr>
              <p:grpSpPr bwMode="auto">
                <a:xfrm>
                  <a:off x="-2866743" y="518072"/>
                  <a:ext cx="168699" cy="132573"/>
                  <a:chOff x="-2866743" y="518072"/>
                  <a:chExt cx="168699" cy="132573"/>
                </a:xfrm>
              </p:grpSpPr>
              <p:cxnSp>
                <p:nvCxnSpPr>
                  <p:cNvPr id="2128739399" name="Rechte verbindingslijn 330"/>
                  <p:cNvCxnSpPr>
                    <a:cxnSpLocks noAdjustHandles="1" noChangeArrowheads="1" noChangeShapeType="1" noEditPoints="1" noGrp="1" noMove="1" noResize="1" noRot="1"/>
                  </p:cNvCxnSpPr>
                  <p:nvPr userDrawn="1"/>
                </p:nvCxnSpPr>
                <p:spPr bwMode="auto">
                  <a:xfrm>
                    <a:off x="-2866743" y="518072"/>
                    <a:ext cx="168699" cy="0"/>
                  </a:xfrm>
                  <a:prstGeom prst="line">
                    <a:avLst/>
                  </a:prstGeom>
                  <a:solidFill>
                    <a:schemeClr val="bg1"/>
                  </a:solidFill>
                  <a:ln w="12700" cap="flat" cmpd="sng" algn="ctr">
                    <a:solidFill>
                      <a:srgbClr val="9D9FA1"/>
                    </a:solidFill>
                    <a:prstDash val="solid"/>
                  </a:ln>
                  <a:effectLst/>
                </p:spPr>
              </p:cxnSp>
              <p:cxnSp>
                <p:nvCxnSpPr>
                  <p:cNvPr id="488343856" name="Rechte verbindingslijn 331"/>
                  <p:cNvCxnSpPr>
                    <a:cxnSpLocks noAdjustHandles="1" noChangeArrowheads="1" noChangeShapeType="1" noEditPoints="1" noGrp="1" noMove="1" noResize="1" noRot="1"/>
                  </p:cNvCxnSpPr>
                  <p:nvPr userDrawn="1"/>
                </p:nvCxnSpPr>
                <p:spPr bwMode="auto">
                  <a:xfrm>
                    <a:off x="-2866743" y="650647"/>
                    <a:ext cx="168699" cy="0"/>
                  </a:xfrm>
                  <a:prstGeom prst="line">
                    <a:avLst/>
                  </a:prstGeom>
                  <a:solidFill>
                    <a:schemeClr val="bg1"/>
                  </a:solidFill>
                  <a:ln w="12700" cap="flat" cmpd="sng" algn="ctr">
                    <a:solidFill>
                      <a:srgbClr val="9D9FA1"/>
                    </a:solidFill>
                    <a:prstDash val="solid"/>
                  </a:ln>
                  <a:effectLst/>
                </p:spPr>
              </p:cxnSp>
              <p:cxnSp>
                <p:nvCxnSpPr>
                  <p:cNvPr id="1623964410" name="Rechte verbindingslijn 332"/>
                  <p:cNvCxnSpPr>
                    <a:cxnSpLocks noAdjustHandles="1" noChangeArrowheads="1" noChangeShapeType="1" noEditPoints="1" noGrp="1" noMove="1" noResize="1" noRot="1"/>
                  </p:cNvCxnSpPr>
                  <p:nvPr userDrawn="1"/>
                </p:nvCxnSpPr>
                <p:spPr bwMode="auto">
                  <a:xfrm>
                    <a:off x="-2773989" y="617504"/>
                    <a:ext cx="75945" cy="0"/>
                  </a:xfrm>
                  <a:prstGeom prst="line">
                    <a:avLst/>
                  </a:prstGeom>
                  <a:solidFill>
                    <a:schemeClr val="bg1"/>
                  </a:solidFill>
                  <a:ln w="12700" cap="flat" cmpd="sng" algn="ctr">
                    <a:solidFill>
                      <a:srgbClr val="9D9FA1"/>
                    </a:solidFill>
                    <a:prstDash val="solid"/>
                  </a:ln>
                  <a:effectLst/>
                </p:spPr>
              </p:cxnSp>
              <p:cxnSp>
                <p:nvCxnSpPr>
                  <p:cNvPr id="2075282902" name="Rechte verbindingslijn 333"/>
                  <p:cNvCxnSpPr>
                    <a:cxnSpLocks noAdjustHandles="1" noChangeArrowheads="1" noChangeShapeType="1" noEditPoints="1" noGrp="1" noMove="1" noResize="1" noRot="1"/>
                  </p:cNvCxnSpPr>
                  <p:nvPr userDrawn="1"/>
                </p:nvCxnSpPr>
                <p:spPr bwMode="auto">
                  <a:xfrm>
                    <a:off x="-2773989" y="584361"/>
                    <a:ext cx="75945" cy="0"/>
                  </a:xfrm>
                  <a:prstGeom prst="line">
                    <a:avLst/>
                  </a:prstGeom>
                  <a:solidFill>
                    <a:schemeClr val="bg1"/>
                  </a:solidFill>
                  <a:ln w="12700" cap="flat" cmpd="sng" algn="ctr">
                    <a:solidFill>
                      <a:srgbClr val="9D9FA1"/>
                    </a:solidFill>
                    <a:prstDash val="solid"/>
                  </a:ln>
                  <a:effectLst/>
                </p:spPr>
              </p:cxnSp>
              <p:cxnSp>
                <p:nvCxnSpPr>
                  <p:cNvPr id="1784798913" name="Rechte verbindingslijn 334"/>
                  <p:cNvCxnSpPr>
                    <a:cxnSpLocks noAdjustHandles="1" noChangeArrowheads="1" noChangeShapeType="1" noEditPoints="1" noGrp="1" noMove="1" noResize="1" noRot="1"/>
                  </p:cNvCxnSpPr>
                  <p:nvPr userDrawn="1"/>
                </p:nvCxnSpPr>
                <p:spPr bwMode="auto">
                  <a:xfrm>
                    <a:off x="-2773989" y="551216"/>
                    <a:ext cx="75945" cy="0"/>
                  </a:xfrm>
                  <a:prstGeom prst="line">
                    <a:avLst/>
                  </a:prstGeom>
                  <a:solidFill>
                    <a:schemeClr val="bg1"/>
                  </a:solidFill>
                  <a:ln w="12700" cap="flat" cmpd="sng" algn="ctr">
                    <a:solidFill>
                      <a:srgbClr val="9D9FA1"/>
                    </a:solidFill>
                    <a:prstDash val="solid"/>
                  </a:ln>
                  <a:effectLst/>
                </p:spPr>
              </p:cxnSp>
            </p:grpSp>
            <p:sp>
              <p:nvSpPr>
                <p:cNvPr id="2125929441" name="Pijl: rechts 329"/>
                <p:cNvSpPr>
                  <a:spLocks noAdjustHandles="1" noChangeArrowheads="1" noChangeShapeType="1" noEditPoints="1" noGrp="1" noMove="1" noResize="1" noRot="1"/>
                </p:cNvSpPr>
                <p:nvPr userDrawn="1"/>
              </p:nvSpPr>
              <p:spPr bwMode="auto">
                <a:xfrm flipH="1">
                  <a:off x="-2866743" y="549738"/>
                  <a:ext cx="70674" cy="67900"/>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noAutofit/>
                </a:bodyPr>
                <a:lstStyle/>
                <a:p>
                  <a:pPr algn="l">
                    <a:defRPr/>
                  </a:pPr>
                  <a:endParaRPr lang="en-GB" sz="1000" b="1">
                    <a:solidFill>
                      <a:srgbClr val="211F26"/>
                    </a:solidFill>
                    <a:latin typeface="Calibri"/>
                    <a:cs typeface="Calibri"/>
                  </a:endParaRPr>
                </a:p>
              </p:txBody>
            </p:sp>
          </p:grpSp>
          <p:cxnSp>
            <p:nvCxnSpPr>
              <p:cNvPr id="697666654" name="Rechte verbindingslijn 306"/>
              <p:cNvCxnSpPr>
                <a:cxnSpLocks noAdjustHandles="1" noChangeArrowheads="1" noChangeShapeType="1" noEditPoints="1" noGrp="1" noMove="1" noResize="1" noRot="1"/>
              </p:cNvCxnSpPr>
              <p:nvPr userDrawn="1"/>
            </p:nvCxnSpPr>
            <p:spPr bwMode="auto">
              <a:xfrm flipV="1">
                <a:off x="-3459956" y="588168"/>
                <a:ext cx="547686" cy="219074"/>
              </a:xfrm>
              <a:prstGeom prst="line">
                <a:avLst/>
              </a:prstGeom>
              <a:noFill/>
              <a:ln w="19050" cap="rnd" cmpd="sng" algn="ctr">
                <a:solidFill>
                  <a:schemeClr val="accent1"/>
                </a:solidFill>
                <a:prstDash val="solid"/>
                <a:headEnd type="oval"/>
              </a:ln>
              <a:effectLst/>
            </p:spPr>
          </p:cxnSp>
          <p:cxnSp>
            <p:nvCxnSpPr>
              <p:cNvPr id="1593394885" name="Rechte verbindingslijn 307"/>
              <p:cNvCxnSpPr>
                <a:cxnSpLocks noAdjustHandles="1" noChangeArrowheads="1" noChangeShapeType="1" noEditPoints="1" noGrp="1" noMove="1" noResize="1" noRot="1"/>
              </p:cNvCxnSpPr>
              <p:nvPr userDrawn="1"/>
            </p:nvCxnSpPr>
            <p:spPr bwMode="auto">
              <a:xfrm>
                <a:off x="-3224211" y="828675"/>
                <a:ext cx="319086" cy="0"/>
              </a:xfrm>
              <a:prstGeom prst="line">
                <a:avLst/>
              </a:prstGeom>
              <a:noFill/>
              <a:ln w="19050" cap="rnd" cmpd="sng" algn="ctr">
                <a:solidFill>
                  <a:schemeClr val="accent1"/>
                </a:solidFill>
                <a:prstDash val="solid"/>
                <a:headEnd type="oval"/>
              </a:ln>
              <a:effectLst/>
            </p:spPr>
          </p:cxnSp>
          <p:sp>
            <p:nvSpPr>
              <p:cNvPr id="603685747" name="Rechthoek 308"/>
              <p:cNvSpPr>
                <a:spLocks noAdjustHandles="1" noChangeArrowheads="1" noChangeShapeType="1" noEditPoints="1" noGrp="1" noMove="1" noResize="1" noRot="1"/>
              </p:cNvSpPr>
              <p:nvPr userDrawn="1"/>
            </p:nvSpPr>
            <p:spPr bwMode="auto">
              <a:xfrm>
                <a:off x="-2559902" y="512177"/>
                <a:ext cx="2189040" cy="151083"/>
              </a:xfrm>
              <a:prstGeom prst="rect">
                <a:avLst/>
              </a:prstGeom>
              <a:noFill/>
              <a:ln w="25400" cap="flat" cmpd="sng" algn="ctr">
                <a:noFill/>
                <a:prstDash val="solid"/>
              </a:ln>
              <a:effectLst/>
            </p:spPr>
            <p:txBody>
              <a:bodyPr lIns="0" tIns="0" rIns="0" bIns="0" rtlCol="0" anchor="ctr"/>
              <a:lstStyle/>
              <a:p>
                <a:pPr marL="0" marR="0" lvl="0" indent="0" defTabSz="914400">
                  <a:lnSpc>
                    <a:spcPct val="90000"/>
                  </a:lnSpc>
                  <a:spcBef>
                    <a:spcPts val="598"/>
                  </a:spcBef>
                  <a:spcAft>
                    <a:spcPts val="598"/>
                  </a:spcAft>
                  <a:buClrTx/>
                  <a:buSzTx/>
                  <a:buFontTx/>
                  <a:buNone/>
                  <a:defRPr/>
                </a:pPr>
                <a:r>
                  <a:rPr lang="en-GB" sz="1100" b="0" i="0" u="none" strike="noStrike" cap="none" spc="0">
                    <a:ln>
                      <a:noFill/>
                    </a:ln>
                    <a:solidFill>
                      <a:schemeClr val="tx1"/>
                    </a:solidFill>
                    <a:latin typeface="Calibri"/>
                    <a:cs typeface="Calibri"/>
                  </a:rPr>
                  <a:t>Text level down</a:t>
                </a:r>
                <a:endParaRPr/>
              </a:p>
            </p:txBody>
          </p:sp>
          <p:sp>
            <p:nvSpPr>
              <p:cNvPr id="754922753" name="Rechthoek 309"/>
              <p:cNvSpPr>
                <a:spLocks noAdjustHandles="1" noChangeArrowheads="1" noChangeShapeType="1" noEditPoints="1" noGrp="1" noMove="1" noResize="1" noRot="1"/>
              </p:cNvSpPr>
              <p:nvPr userDrawn="1"/>
            </p:nvSpPr>
            <p:spPr bwMode="auto">
              <a:xfrm>
                <a:off x="-2559902" y="819559"/>
                <a:ext cx="2189043" cy="142200"/>
              </a:xfrm>
              <a:prstGeom prst="rect">
                <a:avLst/>
              </a:prstGeom>
              <a:noFill/>
              <a:ln w="25400" cap="flat" cmpd="sng" algn="ctr">
                <a:noFill/>
                <a:prstDash val="solid"/>
              </a:ln>
              <a:effectLst/>
            </p:spPr>
            <p:txBody>
              <a:bodyPr lIns="0" tIns="0" rIns="0" bIns="0" rtlCol="0" anchor="ctr"/>
              <a:lstStyle/>
              <a:p>
                <a:pPr marL="0" marR="0" lvl="0" indent="0" defTabSz="914400">
                  <a:lnSpc>
                    <a:spcPct val="90000"/>
                  </a:lnSpc>
                  <a:spcBef>
                    <a:spcPts val="598"/>
                  </a:spcBef>
                  <a:spcAft>
                    <a:spcPts val="598"/>
                  </a:spcAft>
                  <a:buClrTx/>
                  <a:buSzTx/>
                  <a:buFontTx/>
                  <a:buNone/>
                  <a:defRPr/>
                </a:pPr>
                <a:r>
                  <a:rPr lang="en-GB" sz="1100" b="0" i="0" u="none" strike="noStrike" cap="none" spc="0">
                    <a:ln>
                      <a:noFill/>
                    </a:ln>
                    <a:solidFill>
                      <a:schemeClr val="tx1"/>
                    </a:solidFill>
                    <a:latin typeface="Calibri"/>
                    <a:cs typeface="Calibri"/>
                  </a:rPr>
                  <a:t>Text level up</a:t>
                </a:r>
                <a:endParaRPr/>
              </a:p>
            </p:txBody>
          </p:sp>
          <p:grpSp>
            <p:nvGrpSpPr>
              <p:cNvPr id="858708264" name="Groep 310"/>
              <p:cNvGrpSpPr>
                <a:grpSpLocks noGrp="1" noMove="1" noResize="1" noRot="1" noUngrp="1"/>
              </p:cNvGrpSpPr>
              <p:nvPr userDrawn="1"/>
            </p:nvGrpSpPr>
            <p:grpSpPr bwMode="auto">
              <a:xfrm>
                <a:off x="-2916761" y="769167"/>
                <a:ext cx="268736" cy="248379"/>
                <a:chOff x="-2916761" y="769167"/>
                <a:chExt cx="268736" cy="248379"/>
              </a:xfrm>
            </p:grpSpPr>
            <p:sp>
              <p:nvSpPr>
                <p:cNvPr id="1943906649" name="Rechthoek 320"/>
                <p:cNvSpPr>
                  <a:spLocks noAdjustHandles="1" noChangeArrowheads="1" noChangeShapeType="1" noEditPoints="1" noGrp="1" noMove="1" noResize="1" noRot="1"/>
                </p:cNvSpPr>
                <p:nvPr userDrawn="1"/>
              </p:nvSpPr>
              <p:spPr bwMode="auto">
                <a:xfrm>
                  <a:off x="-2916761" y="769167"/>
                  <a:ext cx="268736" cy="248379"/>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noAutofit/>
                </a:bodyPr>
                <a:lstStyle/>
                <a:p>
                  <a:pPr algn="ctr">
                    <a:defRPr/>
                  </a:pPr>
                  <a:endParaRPr lang="en-GB" sz="1050" b="0">
                    <a:solidFill>
                      <a:srgbClr val="211F26"/>
                    </a:solidFill>
                    <a:latin typeface="Calibri"/>
                    <a:cs typeface="Calibri"/>
                  </a:endParaRPr>
                </a:p>
              </p:txBody>
            </p:sp>
            <p:grpSp>
              <p:nvGrpSpPr>
                <p:cNvPr id="1880548903" name="Groep 321"/>
                <p:cNvGrpSpPr>
                  <a:grpSpLocks noGrp="1" noMove="1" noResize="1" noRot="1" noUngrp="1"/>
                </p:cNvGrpSpPr>
                <p:nvPr userDrawn="1"/>
              </p:nvGrpSpPr>
              <p:grpSpPr bwMode="auto">
                <a:xfrm>
                  <a:off x="-2866743" y="827068"/>
                  <a:ext cx="168699" cy="132573"/>
                  <a:chOff x="-2866743" y="827068"/>
                  <a:chExt cx="168699" cy="132573"/>
                </a:xfrm>
              </p:grpSpPr>
              <p:cxnSp>
                <p:nvCxnSpPr>
                  <p:cNvPr id="1201013799" name="Rechte verbindingslijn 323"/>
                  <p:cNvCxnSpPr>
                    <a:cxnSpLocks noAdjustHandles="1" noChangeArrowheads="1" noChangeShapeType="1" noEditPoints="1" noGrp="1" noMove="1" noResize="1" noRot="1"/>
                  </p:cNvCxnSpPr>
                  <p:nvPr userDrawn="1"/>
                </p:nvCxnSpPr>
                <p:spPr bwMode="auto">
                  <a:xfrm>
                    <a:off x="-2866743" y="827068"/>
                    <a:ext cx="168699" cy="0"/>
                  </a:xfrm>
                  <a:prstGeom prst="line">
                    <a:avLst/>
                  </a:prstGeom>
                  <a:solidFill>
                    <a:schemeClr val="bg1"/>
                  </a:solidFill>
                  <a:ln w="12700" cap="flat" cmpd="sng" algn="ctr">
                    <a:solidFill>
                      <a:srgbClr val="9D9FA1"/>
                    </a:solidFill>
                    <a:prstDash val="solid"/>
                  </a:ln>
                  <a:effectLst/>
                </p:spPr>
              </p:cxnSp>
              <p:cxnSp>
                <p:nvCxnSpPr>
                  <p:cNvPr id="338660041" name="Rechte verbindingslijn 324"/>
                  <p:cNvCxnSpPr>
                    <a:cxnSpLocks noAdjustHandles="1" noChangeArrowheads="1" noChangeShapeType="1" noEditPoints="1" noGrp="1" noMove="1" noResize="1" noRot="1"/>
                  </p:cNvCxnSpPr>
                  <p:nvPr userDrawn="1"/>
                </p:nvCxnSpPr>
                <p:spPr bwMode="auto">
                  <a:xfrm>
                    <a:off x="-2866743" y="959644"/>
                    <a:ext cx="168699" cy="0"/>
                  </a:xfrm>
                  <a:prstGeom prst="line">
                    <a:avLst/>
                  </a:prstGeom>
                  <a:solidFill>
                    <a:schemeClr val="bg1"/>
                  </a:solidFill>
                  <a:ln w="12700" cap="flat" cmpd="sng" algn="ctr">
                    <a:solidFill>
                      <a:srgbClr val="9D9FA1"/>
                    </a:solidFill>
                    <a:prstDash val="solid"/>
                  </a:ln>
                  <a:effectLst/>
                </p:spPr>
              </p:cxnSp>
              <p:cxnSp>
                <p:nvCxnSpPr>
                  <p:cNvPr id="1090544839" name="Rechte verbindingslijn 325"/>
                  <p:cNvCxnSpPr>
                    <a:cxnSpLocks noAdjustHandles="1" noChangeArrowheads="1" noChangeShapeType="1" noEditPoints="1" noGrp="1" noMove="1" noResize="1" noRot="1"/>
                  </p:cNvCxnSpPr>
                  <p:nvPr userDrawn="1"/>
                </p:nvCxnSpPr>
                <p:spPr bwMode="auto">
                  <a:xfrm>
                    <a:off x="-2773989" y="926501"/>
                    <a:ext cx="75945" cy="0"/>
                  </a:xfrm>
                  <a:prstGeom prst="line">
                    <a:avLst/>
                  </a:prstGeom>
                  <a:solidFill>
                    <a:schemeClr val="bg1"/>
                  </a:solidFill>
                  <a:ln w="12700" cap="flat" cmpd="sng" algn="ctr">
                    <a:solidFill>
                      <a:srgbClr val="9D9FA1"/>
                    </a:solidFill>
                    <a:prstDash val="solid"/>
                  </a:ln>
                  <a:effectLst/>
                </p:spPr>
              </p:cxnSp>
              <p:cxnSp>
                <p:nvCxnSpPr>
                  <p:cNvPr id="877297452" name="Rechte verbindingslijn 326"/>
                  <p:cNvCxnSpPr>
                    <a:cxnSpLocks noAdjustHandles="1" noChangeArrowheads="1" noChangeShapeType="1" noEditPoints="1" noGrp="1" noMove="1" noResize="1" noRot="1"/>
                  </p:cNvCxnSpPr>
                  <p:nvPr userDrawn="1"/>
                </p:nvCxnSpPr>
                <p:spPr bwMode="auto">
                  <a:xfrm>
                    <a:off x="-2773989" y="893358"/>
                    <a:ext cx="75945" cy="0"/>
                  </a:xfrm>
                  <a:prstGeom prst="line">
                    <a:avLst/>
                  </a:prstGeom>
                  <a:solidFill>
                    <a:schemeClr val="bg1"/>
                  </a:solidFill>
                  <a:ln w="12700" cap="flat" cmpd="sng" algn="ctr">
                    <a:solidFill>
                      <a:srgbClr val="9D9FA1"/>
                    </a:solidFill>
                    <a:prstDash val="solid"/>
                  </a:ln>
                  <a:effectLst/>
                </p:spPr>
              </p:cxnSp>
              <p:cxnSp>
                <p:nvCxnSpPr>
                  <p:cNvPr id="884064766" name="Rechte verbindingslijn 327"/>
                  <p:cNvCxnSpPr>
                    <a:cxnSpLocks noAdjustHandles="1" noChangeArrowheads="1" noChangeShapeType="1" noEditPoints="1" noGrp="1" noMove="1" noResize="1" noRot="1"/>
                  </p:cNvCxnSpPr>
                  <p:nvPr userDrawn="1"/>
                </p:nvCxnSpPr>
                <p:spPr bwMode="auto">
                  <a:xfrm>
                    <a:off x="-2773989" y="860213"/>
                    <a:ext cx="75945" cy="0"/>
                  </a:xfrm>
                  <a:prstGeom prst="line">
                    <a:avLst/>
                  </a:prstGeom>
                  <a:solidFill>
                    <a:schemeClr val="bg1"/>
                  </a:solidFill>
                  <a:ln w="12700" cap="flat" cmpd="sng" algn="ctr">
                    <a:solidFill>
                      <a:srgbClr val="9D9FA1"/>
                    </a:solidFill>
                    <a:prstDash val="solid"/>
                  </a:ln>
                  <a:effectLst/>
                </p:spPr>
              </p:cxnSp>
            </p:grpSp>
            <p:sp>
              <p:nvSpPr>
                <p:cNvPr id="53874590" name="Pijl: rechts 322"/>
                <p:cNvSpPr>
                  <a:spLocks noAdjustHandles="1" noChangeArrowheads="1" noChangeShapeType="1" noEditPoints="1" noGrp="1" noMove="1" noResize="1" noRot="1"/>
                </p:cNvSpPr>
                <p:nvPr userDrawn="1"/>
              </p:nvSpPr>
              <p:spPr bwMode="auto">
                <a:xfrm>
                  <a:off x="-2866743" y="858735"/>
                  <a:ext cx="70674" cy="67900"/>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noAutofit/>
                </a:bodyPr>
                <a:lstStyle/>
                <a:p>
                  <a:pPr algn="l">
                    <a:defRPr/>
                  </a:pPr>
                  <a:endParaRPr lang="en-GB" sz="1000" b="1">
                    <a:solidFill>
                      <a:srgbClr val="211F26"/>
                    </a:solidFill>
                    <a:latin typeface="Calibri"/>
                    <a:cs typeface="Calibri"/>
                  </a:endParaRPr>
                </a:p>
              </p:txBody>
            </p:sp>
          </p:grpSp>
          <p:grpSp>
            <p:nvGrpSpPr>
              <p:cNvPr id="1679666821" name="Groep 311"/>
              <p:cNvGrpSpPr>
                <a:grpSpLocks noGrp="1" noMove="1" noResize="1" noRot="1" noUngrp="1"/>
              </p:cNvGrpSpPr>
              <p:nvPr userDrawn="1"/>
            </p:nvGrpSpPr>
            <p:grpSpPr bwMode="auto">
              <a:xfrm>
                <a:off x="-2916761" y="460170"/>
                <a:ext cx="268736" cy="248379"/>
                <a:chOff x="-2916761" y="460170"/>
                <a:chExt cx="268736" cy="248379"/>
              </a:xfrm>
            </p:grpSpPr>
            <p:sp>
              <p:nvSpPr>
                <p:cNvPr id="495836634" name="Rechthoek 312"/>
                <p:cNvSpPr>
                  <a:spLocks noAdjustHandles="1" noChangeArrowheads="1" noChangeShapeType="1" noEditPoints="1" noGrp="1" noMove="1" noResize="1" noRot="1"/>
                </p:cNvSpPr>
                <p:nvPr userDrawn="1"/>
              </p:nvSpPr>
              <p:spPr bwMode="auto">
                <a:xfrm>
                  <a:off x="-2916761" y="460170"/>
                  <a:ext cx="268736" cy="248379"/>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noAutofit/>
                </a:bodyPr>
                <a:lstStyle/>
                <a:p>
                  <a:pPr algn="ctr">
                    <a:defRPr/>
                  </a:pPr>
                  <a:endParaRPr lang="en-GB" sz="1050" b="0">
                    <a:solidFill>
                      <a:srgbClr val="211F26"/>
                    </a:solidFill>
                    <a:latin typeface="Calibri"/>
                    <a:cs typeface="Calibri"/>
                  </a:endParaRPr>
                </a:p>
              </p:txBody>
            </p:sp>
            <p:grpSp>
              <p:nvGrpSpPr>
                <p:cNvPr id="2050633928" name="Groep 313"/>
                <p:cNvGrpSpPr>
                  <a:grpSpLocks noGrp="1" noMove="1" noResize="1" noRot="1" noUngrp="1"/>
                </p:cNvGrpSpPr>
                <p:nvPr userDrawn="1"/>
              </p:nvGrpSpPr>
              <p:grpSpPr bwMode="auto">
                <a:xfrm>
                  <a:off x="-2866743" y="518072"/>
                  <a:ext cx="168699" cy="132573"/>
                  <a:chOff x="-2866743" y="518072"/>
                  <a:chExt cx="168699" cy="132573"/>
                </a:xfrm>
              </p:grpSpPr>
              <p:cxnSp>
                <p:nvCxnSpPr>
                  <p:cNvPr id="408134455" name="Rechte verbindingslijn 315"/>
                  <p:cNvCxnSpPr>
                    <a:cxnSpLocks noAdjustHandles="1" noChangeArrowheads="1" noChangeShapeType="1" noEditPoints="1" noGrp="1" noMove="1" noResize="1" noRot="1"/>
                  </p:cNvCxnSpPr>
                  <p:nvPr userDrawn="1"/>
                </p:nvCxnSpPr>
                <p:spPr bwMode="auto">
                  <a:xfrm>
                    <a:off x="-2866743" y="518072"/>
                    <a:ext cx="168699" cy="0"/>
                  </a:xfrm>
                  <a:prstGeom prst="line">
                    <a:avLst/>
                  </a:prstGeom>
                  <a:solidFill>
                    <a:schemeClr val="bg1"/>
                  </a:solidFill>
                  <a:ln w="12700" cap="flat" cmpd="sng" algn="ctr">
                    <a:solidFill>
                      <a:srgbClr val="9D9FA1"/>
                    </a:solidFill>
                    <a:prstDash val="solid"/>
                  </a:ln>
                  <a:effectLst/>
                </p:spPr>
              </p:cxnSp>
              <p:cxnSp>
                <p:nvCxnSpPr>
                  <p:cNvPr id="560558278" name="Rechte verbindingslijn 316"/>
                  <p:cNvCxnSpPr>
                    <a:cxnSpLocks noAdjustHandles="1" noChangeArrowheads="1" noChangeShapeType="1" noEditPoints="1" noGrp="1" noMove="1" noResize="1" noRot="1"/>
                  </p:cNvCxnSpPr>
                  <p:nvPr userDrawn="1"/>
                </p:nvCxnSpPr>
                <p:spPr bwMode="auto">
                  <a:xfrm>
                    <a:off x="-2866743" y="650647"/>
                    <a:ext cx="168699" cy="0"/>
                  </a:xfrm>
                  <a:prstGeom prst="line">
                    <a:avLst/>
                  </a:prstGeom>
                  <a:solidFill>
                    <a:schemeClr val="bg1"/>
                  </a:solidFill>
                  <a:ln w="12700" cap="flat" cmpd="sng" algn="ctr">
                    <a:solidFill>
                      <a:srgbClr val="9D9FA1"/>
                    </a:solidFill>
                    <a:prstDash val="solid"/>
                  </a:ln>
                  <a:effectLst/>
                </p:spPr>
              </p:cxnSp>
              <p:cxnSp>
                <p:nvCxnSpPr>
                  <p:cNvPr id="674056649" name="Rechte verbindingslijn 317"/>
                  <p:cNvCxnSpPr>
                    <a:cxnSpLocks noAdjustHandles="1" noChangeArrowheads="1" noChangeShapeType="1" noEditPoints="1" noGrp="1" noMove="1" noResize="1" noRot="1"/>
                  </p:cNvCxnSpPr>
                  <p:nvPr userDrawn="1"/>
                </p:nvCxnSpPr>
                <p:spPr bwMode="auto">
                  <a:xfrm>
                    <a:off x="-2773989" y="617504"/>
                    <a:ext cx="75945" cy="0"/>
                  </a:xfrm>
                  <a:prstGeom prst="line">
                    <a:avLst/>
                  </a:prstGeom>
                  <a:solidFill>
                    <a:schemeClr val="bg1"/>
                  </a:solidFill>
                  <a:ln w="12700" cap="flat" cmpd="sng" algn="ctr">
                    <a:solidFill>
                      <a:srgbClr val="9D9FA1"/>
                    </a:solidFill>
                    <a:prstDash val="solid"/>
                  </a:ln>
                  <a:effectLst/>
                </p:spPr>
              </p:cxnSp>
              <p:cxnSp>
                <p:nvCxnSpPr>
                  <p:cNvPr id="763074864" name="Rechte verbindingslijn 318"/>
                  <p:cNvCxnSpPr>
                    <a:cxnSpLocks noAdjustHandles="1" noChangeArrowheads="1" noChangeShapeType="1" noEditPoints="1" noGrp="1" noMove="1" noResize="1" noRot="1"/>
                  </p:cNvCxnSpPr>
                  <p:nvPr userDrawn="1"/>
                </p:nvCxnSpPr>
                <p:spPr bwMode="auto">
                  <a:xfrm>
                    <a:off x="-2773989" y="584361"/>
                    <a:ext cx="75945" cy="0"/>
                  </a:xfrm>
                  <a:prstGeom prst="line">
                    <a:avLst/>
                  </a:prstGeom>
                  <a:solidFill>
                    <a:schemeClr val="bg1"/>
                  </a:solidFill>
                  <a:ln w="12700" cap="flat" cmpd="sng" algn="ctr">
                    <a:solidFill>
                      <a:srgbClr val="9D9FA1"/>
                    </a:solidFill>
                    <a:prstDash val="solid"/>
                  </a:ln>
                  <a:effectLst/>
                </p:spPr>
              </p:cxnSp>
              <p:cxnSp>
                <p:nvCxnSpPr>
                  <p:cNvPr id="1290793498" name="Rechte verbindingslijn 319"/>
                  <p:cNvCxnSpPr>
                    <a:cxnSpLocks noAdjustHandles="1" noChangeArrowheads="1" noChangeShapeType="1" noEditPoints="1" noGrp="1" noMove="1" noResize="1" noRot="1"/>
                  </p:cNvCxnSpPr>
                  <p:nvPr userDrawn="1"/>
                </p:nvCxnSpPr>
                <p:spPr bwMode="auto">
                  <a:xfrm>
                    <a:off x="-2773989" y="551216"/>
                    <a:ext cx="75945" cy="0"/>
                  </a:xfrm>
                  <a:prstGeom prst="line">
                    <a:avLst/>
                  </a:prstGeom>
                  <a:solidFill>
                    <a:schemeClr val="bg1"/>
                  </a:solidFill>
                  <a:ln w="12700" cap="flat" cmpd="sng" algn="ctr">
                    <a:solidFill>
                      <a:srgbClr val="9D9FA1"/>
                    </a:solidFill>
                    <a:prstDash val="solid"/>
                  </a:ln>
                  <a:effectLst/>
                </p:spPr>
              </p:cxnSp>
            </p:grpSp>
            <p:sp>
              <p:nvSpPr>
                <p:cNvPr id="2062402503" name="Pijl: rechts 314"/>
                <p:cNvSpPr>
                  <a:spLocks noAdjustHandles="1" noChangeArrowheads="1" noChangeShapeType="1" noEditPoints="1" noGrp="1" noMove="1" noResize="1" noRot="1"/>
                </p:cNvSpPr>
                <p:nvPr userDrawn="1"/>
              </p:nvSpPr>
              <p:spPr bwMode="auto">
                <a:xfrm flipH="1">
                  <a:off x="-2866743" y="549738"/>
                  <a:ext cx="70674" cy="67900"/>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noAutofit/>
                </a:bodyPr>
                <a:lstStyle/>
                <a:p>
                  <a:pPr algn="l">
                    <a:defRPr/>
                  </a:pPr>
                  <a:endParaRPr lang="en-GB" sz="1000" b="1">
                    <a:solidFill>
                      <a:srgbClr val="211F26"/>
                    </a:solidFill>
                    <a:latin typeface="Calibri"/>
                    <a:cs typeface="Calibri"/>
                  </a:endParaRPr>
                </a:p>
              </p:txBody>
            </p:sp>
          </p:grpSp>
        </p:grpSp>
        <p:grpSp>
          <p:nvGrpSpPr>
            <p:cNvPr id="1128186343" name="Groep 296"/>
            <p:cNvGrpSpPr>
              <a:grpSpLocks noGrp="1" noMove="1" noResize="1" noRot="1" noUngrp="1"/>
            </p:cNvGrpSpPr>
            <p:nvPr userDrawn="1"/>
          </p:nvGrpSpPr>
          <p:grpSpPr bwMode="auto">
            <a:xfrm>
              <a:off x="-938432" y="4663035"/>
              <a:ext cx="627796" cy="576693"/>
              <a:chOff x="-1753860" y="6112773"/>
              <a:chExt cx="759633" cy="697797"/>
            </a:xfrm>
          </p:grpSpPr>
          <p:grpSp>
            <p:nvGrpSpPr>
              <p:cNvPr id="1363350354" name="Inspireren"/>
              <p:cNvGrpSpPr>
                <a:grpSpLocks noChangeAspect="1" noGrp="1" noMove="1" noResize="1" noRot="1" noUngrp="1"/>
              </p:cNvGrpSpPr>
              <p:nvPr userDrawn="1"/>
            </p:nvGrpSpPr>
            <p:grpSpPr bwMode="auto">
              <a:xfrm>
                <a:off x="-1484856" y="6112773"/>
                <a:ext cx="205429" cy="293284"/>
                <a:chOff x="4766" y="2781"/>
                <a:chExt cx="786" cy="1125"/>
              </a:xfrm>
              <a:gradFill>
                <a:gsLst>
                  <a:gs pos="0">
                    <a:srgbClr val="9D9FA1"/>
                  </a:gs>
                  <a:gs pos="70000">
                    <a:srgbClr val="211F26"/>
                  </a:gs>
                </a:gsLst>
                <a:lin ang="2700000" scaled="0"/>
              </a:gradFill>
            </p:grpSpPr>
            <p:sp>
              <p:nvSpPr>
                <p:cNvPr id="1904046239" name="Freeform 12"/>
                <p:cNvSpPr>
                  <a:spLocks noAdjustHandles="1" noChangeArrowheads="1" noChangeShapeType="1" noEditPoints="1" noGrp="1" noMove="1" noResize="1" noRot="1"/>
                </p:cNvSpPr>
                <p:nvPr/>
              </p:nvSpPr>
              <p:spPr bwMode="auto">
                <a:xfrm>
                  <a:off x="4999" y="3186"/>
                  <a:ext cx="317" cy="288"/>
                </a:xfrm>
                <a:custGeom>
                  <a:avLst/>
                  <a:gdLst>
                    <a:gd name="T0" fmla="*/ 220 w 319"/>
                    <a:gd name="T1" fmla="*/ 288 h 288"/>
                    <a:gd name="T2" fmla="*/ 107 w 319"/>
                    <a:gd name="T3" fmla="*/ 288 h 288"/>
                    <a:gd name="T4" fmla="*/ 0 w 319"/>
                    <a:gd name="T5" fmla="*/ 0 h 288"/>
                    <a:gd name="T6" fmla="*/ 319 w 319"/>
                    <a:gd name="T7" fmla="*/ 0 h 288"/>
                    <a:gd name="T8" fmla="*/ 220 w 319"/>
                    <a:gd name="T9" fmla="*/ 288 h 288"/>
                  </a:gdLst>
                  <a:ahLst/>
                  <a:cxnLst>
                    <a:cxn ang="0">
                      <a:pos x="T0" y="T1"/>
                    </a:cxn>
                    <a:cxn ang="0">
                      <a:pos x="T2" y="T3"/>
                    </a:cxn>
                    <a:cxn ang="0">
                      <a:pos x="T4" y="T5"/>
                    </a:cxn>
                    <a:cxn ang="0">
                      <a:pos x="T6" y="T7"/>
                    </a:cxn>
                    <a:cxn ang="0">
                      <a:pos x="T8" y="T9"/>
                    </a:cxn>
                  </a:cxnLst>
                  <a:rect l="0" t="0" r="r" b="b"/>
                  <a:pathLst>
                    <a:path w="319" h="288" fill="norm" stroke="1" extrusionOk="0">
                      <a:moveTo>
                        <a:pt x="220" y="288"/>
                      </a:moveTo>
                      <a:lnTo>
                        <a:pt x="107" y="288"/>
                      </a:lnTo>
                      <a:lnTo>
                        <a:pt x="0" y="0"/>
                      </a:lnTo>
                      <a:lnTo>
                        <a:pt x="319" y="0"/>
                      </a:lnTo>
                      <a:lnTo>
                        <a:pt x="220" y="288"/>
                      </a:lnTo>
                      <a:close/>
                    </a:path>
                  </a:pathLst>
                </a:custGeom>
                <a:solidFill>
                  <a:srgbClr val="1FF524"/>
                </a:solidFill>
                <a:ln>
                  <a:noFill/>
                </a:ln>
              </p:spPr>
              <p:txBody>
                <a:bodyPr vert="horz" wrap="square" lIns="91440" tIns="45720" rIns="91440" bIns="45720" numCol="1" anchor="t" anchorCtr="0" compatLnSpc="1">
                  <a:prstTxWarp prst="textNoShape"/>
                </a:bodyPr>
                <a:lstStyle/>
                <a:p>
                  <a:pPr marL="0" marR="0" lvl="0" indent="0" defTabSz="995466">
                    <a:lnSpc>
                      <a:spcPct val="100000"/>
                    </a:lnSpc>
                    <a:spcBef>
                      <a:spcPts val="0"/>
                    </a:spcBef>
                    <a:spcAft>
                      <a:spcPts val="0"/>
                    </a:spcAft>
                    <a:buClrTx/>
                    <a:buSzTx/>
                    <a:buFontTx/>
                    <a:buNone/>
                    <a:defRPr/>
                  </a:pPr>
                  <a:endParaRPr lang="en-GB" sz="300" b="0" i="0" u="none" strike="noStrike" cap="none" spc="0">
                    <a:ln>
                      <a:noFill/>
                    </a:ln>
                    <a:solidFill>
                      <a:srgbClr val="211F26"/>
                    </a:solidFill>
                    <a:latin typeface="Arial"/>
                  </a:endParaRPr>
                </a:p>
              </p:txBody>
            </p:sp>
            <p:sp>
              <p:nvSpPr>
                <p:cNvPr id="420398660" name="Freeform 13"/>
                <p:cNvSpPr>
                  <a:spLocks noAdjustHandles="1" noChangeArrowheads="1" noChangeShapeType="1" noEditPoints="1" noGrp="1" noMove="1" noResize="1" noRot="1"/>
                </p:cNvSpPr>
                <p:nvPr/>
              </p:nvSpPr>
              <p:spPr bwMode="auto">
                <a:xfrm>
                  <a:off x="5022" y="3793"/>
                  <a:ext cx="280" cy="110"/>
                </a:xfrm>
                <a:custGeom>
                  <a:avLst/>
                  <a:gdLst>
                    <a:gd name="T0" fmla="*/ 229 w 251"/>
                    <a:gd name="T1" fmla="*/ 70 h 100"/>
                    <a:gd name="T2" fmla="*/ 229 w 251"/>
                    <a:gd name="T3" fmla="*/ 69 h 100"/>
                    <a:gd name="T4" fmla="*/ 251 w 251"/>
                    <a:gd name="T5" fmla="*/ 0 h 100"/>
                    <a:gd name="T6" fmla="*/ 0 w 251"/>
                    <a:gd name="T7" fmla="*/ 0 h 100"/>
                    <a:gd name="T8" fmla="*/ 22 w 251"/>
                    <a:gd name="T9" fmla="*/ 69 h 100"/>
                    <a:gd name="T10" fmla="*/ 63 w 251"/>
                    <a:gd name="T11" fmla="*/ 100 h 100"/>
                    <a:gd name="T12" fmla="*/ 188 w 251"/>
                    <a:gd name="T13" fmla="*/ 100 h 100"/>
                    <a:gd name="T14" fmla="*/ 229 w 251"/>
                    <a:gd name="T15" fmla="*/ 71 h 100"/>
                    <a:gd name="T16" fmla="*/ 229 w 251"/>
                    <a:gd name="T17" fmla="*/ 71 h 100"/>
                    <a:gd name="T18" fmla="*/ 229 w 251"/>
                    <a:gd name="T19" fmla="*/ 7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1" h="100" fill="norm" stroke="1" extrusionOk="0">
                      <a:moveTo>
                        <a:pt x="229" y="70"/>
                      </a:moveTo>
                      <a:cubicBezTo>
                        <a:pt x="229" y="70"/>
                        <a:pt x="229" y="69"/>
                        <a:pt x="229" y="69"/>
                      </a:cubicBezTo>
                      <a:cubicBezTo>
                        <a:pt x="251" y="0"/>
                        <a:pt x="251" y="0"/>
                        <a:pt x="251" y="0"/>
                      </a:cubicBezTo>
                      <a:cubicBezTo>
                        <a:pt x="0" y="0"/>
                        <a:pt x="0" y="0"/>
                        <a:pt x="0" y="0"/>
                      </a:cubicBezTo>
                      <a:cubicBezTo>
                        <a:pt x="22" y="69"/>
                        <a:pt x="22" y="69"/>
                        <a:pt x="22" y="69"/>
                      </a:cubicBezTo>
                      <a:cubicBezTo>
                        <a:pt x="27" y="87"/>
                        <a:pt x="44" y="100"/>
                        <a:pt x="63" y="100"/>
                      </a:cubicBezTo>
                      <a:cubicBezTo>
                        <a:pt x="188" y="100"/>
                        <a:pt x="188" y="100"/>
                        <a:pt x="188" y="100"/>
                      </a:cubicBezTo>
                      <a:cubicBezTo>
                        <a:pt x="207" y="100"/>
                        <a:pt x="223" y="88"/>
                        <a:pt x="229" y="71"/>
                      </a:cubicBezTo>
                      <a:cubicBezTo>
                        <a:pt x="229" y="71"/>
                        <a:pt x="229" y="71"/>
                        <a:pt x="229" y="71"/>
                      </a:cubicBezTo>
                      <a:lnTo>
                        <a:pt x="229" y="70"/>
                      </a:lnTo>
                      <a:close/>
                    </a:path>
                  </a:pathLst>
                </a:custGeom>
                <a:grpFill/>
                <a:ln>
                  <a:noFill/>
                </a:ln>
              </p:spPr>
              <p:txBody>
                <a:bodyPr vert="horz" wrap="square" lIns="91440" tIns="45720" rIns="91440" bIns="45720" numCol="1" anchor="t" anchorCtr="0" compatLnSpc="1">
                  <a:prstTxWarp prst="textNoShape"/>
                </a:bodyPr>
                <a:lstStyle/>
                <a:p>
                  <a:pPr marL="0" marR="0" lvl="0" indent="0" defTabSz="995466">
                    <a:lnSpc>
                      <a:spcPct val="100000"/>
                    </a:lnSpc>
                    <a:spcBef>
                      <a:spcPts val="0"/>
                    </a:spcBef>
                    <a:spcAft>
                      <a:spcPts val="0"/>
                    </a:spcAft>
                    <a:buClrTx/>
                    <a:buSzTx/>
                    <a:buFontTx/>
                    <a:buNone/>
                    <a:defRPr/>
                  </a:pPr>
                  <a:endParaRPr lang="en-GB" sz="300" b="0" i="0" u="none" strike="noStrike" cap="none" spc="0">
                    <a:ln>
                      <a:noFill/>
                    </a:ln>
                    <a:solidFill>
                      <a:srgbClr val="211F26"/>
                    </a:solidFill>
                    <a:latin typeface="Arial"/>
                  </a:endParaRPr>
                </a:p>
              </p:txBody>
            </p:sp>
            <p:sp>
              <p:nvSpPr>
                <p:cNvPr id="764630437" name="Freeform 14"/>
                <p:cNvSpPr>
                  <a:spLocks noAdjustHandles="1" noChangeArrowheads="1" noChangeShapeType="1" noEditPoints="1" noGrp="1" noMove="1" noResize="1" noRot="1"/>
                </p:cNvSpPr>
                <p:nvPr/>
              </p:nvSpPr>
              <p:spPr bwMode="auto">
                <a:xfrm>
                  <a:off x="4766" y="2781"/>
                  <a:ext cx="786" cy="964"/>
                </a:xfrm>
                <a:custGeom>
                  <a:avLst/>
                  <a:gdLst>
                    <a:gd name="T0" fmla="*/ 351 w 702"/>
                    <a:gd name="T1" fmla="*/ 0 h 860"/>
                    <a:gd name="T2" fmla="*/ 0 w 702"/>
                    <a:gd name="T3" fmla="*/ 351 h 860"/>
                    <a:gd name="T4" fmla="*/ 134 w 702"/>
                    <a:gd name="T5" fmla="*/ 627 h 860"/>
                    <a:gd name="T6" fmla="*/ 165 w 702"/>
                    <a:gd name="T7" fmla="*/ 718 h 860"/>
                    <a:gd name="T8" fmla="*/ 266 w 702"/>
                    <a:gd name="T9" fmla="*/ 718 h 860"/>
                    <a:gd name="T10" fmla="*/ 266 w 702"/>
                    <a:gd name="T11" fmla="*/ 718 h 860"/>
                    <a:gd name="T12" fmla="*/ 434 w 702"/>
                    <a:gd name="T13" fmla="*/ 718 h 860"/>
                    <a:gd name="T14" fmla="*/ 419 w 702"/>
                    <a:gd name="T15" fmla="*/ 760 h 860"/>
                    <a:gd name="T16" fmla="*/ 284 w 702"/>
                    <a:gd name="T17" fmla="*/ 760 h 860"/>
                    <a:gd name="T18" fmla="*/ 284 w 702"/>
                    <a:gd name="T19" fmla="*/ 760 h 860"/>
                    <a:gd name="T20" fmla="*/ 179 w 702"/>
                    <a:gd name="T21" fmla="*/ 760 h 860"/>
                    <a:gd name="T22" fmla="*/ 212 w 702"/>
                    <a:gd name="T23" fmla="*/ 860 h 860"/>
                    <a:gd name="T24" fmla="*/ 212 w 702"/>
                    <a:gd name="T25" fmla="*/ 860 h 860"/>
                    <a:gd name="T26" fmla="*/ 216 w 702"/>
                    <a:gd name="T27" fmla="*/ 860 h 860"/>
                    <a:gd name="T28" fmla="*/ 488 w 702"/>
                    <a:gd name="T29" fmla="*/ 860 h 860"/>
                    <a:gd name="T30" fmla="*/ 491 w 702"/>
                    <a:gd name="T31" fmla="*/ 860 h 860"/>
                    <a:gd name="T32" fmla="*/ 570 w 702"/>
                    <a:gd name="T33" fmla="*/ 625 h 860"/>
                    <a:gd name="T34" fmla="*/ 702 w 702"/>
                    <a:gd name="T35" fmla="*/ 351 h 860"/>
                    <a:gd name="T36" fmla="*/ 351 w 702"/>
                    <a:gd name="T37" fmla="*/ 0 h 860"/>
                    <a:gd name="T38" fmla="*/ 587 w 702"/>
                    <a:gd name="T39" fmla="*/ 438 h 860"/>
                    <a:gd name="T40" fmla="*/ 485 w 702"/>
                    <a:gd name="T41" fmla="*/ 563 h 860"/>
                    <a:gd name="T42" fmla="*/ 454 w 702"/>
                    <a:gd name="T43" fmla="*/ 658 h 860"/>
                    <a:gd name="T44" fmla="*/ 250 w 702"/>
                    <a:gd name="T45" fmla="*/ 658 h 860"/>
                    <a:gd name="T46" fmla="*/ 219 w 702"/>
                    <a:gd name="T47" fmla="*/ 565 h 860"/>
                    <a:gd name="T48" fmla="*/ 115 w 702"/>
                    <a:gd name="T49" fmla="*/ 439 h 860"/>
                    <a:gd name="T50" fmla="*/ 99 w 702"/>
                    <a:gd name="T51" fmla="*/ 351 h 860"/>
                    <a:gd name="T52" fmla="*/ 351 w 702"/>
                    <a:gd name="T53" fmla="*/ 99 h 860"/>
                    <a:gd name="T54" fmla="*/ 603 w 702"/>
                    <a:gd name="T55" fmla="*/ 351 h 860"/>
                    <a:gd name="T56" fmla="*/ 587 w 702"/>
                    <a:gd name="T57" fmla="*/ 438 h 8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702" h="860" fill="norm" stroke="1" extrusionOk="0">
                      <a:moveTo>
                        <a:pt x="351" y="0"/>
                      </a:moveTo>
                      <a:cubicBezTo>
                        <a:pt x="157" y="0"/>
                        <a:pt x="0" y="157"/>
                        <a:pt x="0" y="351"/>
                      </a:cubicBezTo>
                      <a:cubicBezTo>
                        <a:pt x="0" y="463"/>
                        <a:pt x="52" y="562"/>
                        <a:pt x="134" y="627"/>
                      </a:cubicBezTo>
                      <a:cubicBezTo>
                        <a:pt x="165" y="718"/>
                        <a:pt x="165" y="718"/>
                        <a:pt x="165" y="718"/>
                      </a:cubicBezTo>
                      <a:cubicBezTo>
                        <a:pt x="266" y="718"/>
                        <a:pt x="266" y="718"/>
                        <a:pt x="266" y="718"/>
                      </a:cubicBezTo>
                      <a:cubicBezTo>
                        <a:pt x="266" y="718"/>
                        <a:pt x="266" y="718"/>
                        <a:pt x="266" y="718"/>
                      </a:cubicBezTo>
                      <a:cubicBezTo>
                        <a:pt x="434" y="718"/>
                        <a:pt x="434" y="718"/>
                        <a:pt x="434" y="718"/>
                      </a:cubicBezTo>
                      <a:cubicBezTo>
                        <a:pt x="419" y="760"/>
                        <a:pt x="419" y="760"/>
                        <a:pt x="419" y="760"/>
                      </a:cubicBezTo>
                      <a:cubicBezTo>
                        <a:pt x="284" y="760"/>
                        <a:pt x="284" y="760"/>
                        <a:pt x="284" y="760"/>
                      </a:cubicBezTo>
                      <a:cubicBezTo>
                        <a:pt x="284" y="760"/>
                        <a:pt x="284" y="760"/>
                        <a:pt x="284" y="760"/>
                      </a:cubicBezTo>
                      <a:cubicBezTo>
                        <a:pt x="179" y="760"/>
                        <a:pt x="179" y="760"/>
                        <a:pt x="179" y="760"/>
                      </a:cubicBezTo>
                      <a:cubicBezTo>
                        <a:pt x="212" y="860"/>
                        <a:pt x="212" y="860"/>
                        <a:pt x="212" y="860"/>
                      </a:cubicBezTo>
                      <a:cubicBezTo>
                        <a:pt x="212" y="860"/>
                        <a:pt x="212" y="860"/>
                        <a:pt x="212" y="860"/>
                      </a:cubicBezTo>
                      <a:cubicBezTo>
                        <a:pt x="216" y="860"/>
                        <a:pt x="216" y="860"/>
                        <a:pt x="216" y="860"/>
                      </a:cubicBezTo>
                      <a:cubicBezTo>
                        <a:pt x="488" y="860"/>
                        <a:pt x="488" y="860"/>
                        <a:pt x="488" y="860"/>
                      </a:cubicBezTo>
                      <a:cubicBezTo>
                        <a:pt x="491" y="860"/>
                        <a:pt x="491" y="860"/>
                        <a:pt x="491" y="860"/>
                      </a:cubicBezTo>
                      <a:cubicBezTo>
                        <a:pt x="570" y="625"/>
                        <a:pt x="570" y="625"/>
                        <a:pt x="570" y="625"/>
                      </a:cubicBezTo>
                      <a:cubicBezTo>
                        <a:pt x="651" y="560"/>
                        <a:pt x="702" y="461"/>
                        <a:pt x="702" y="351"/>
                      </a:cubicBezTo>
                      <a:cubicBezTo>
                        <a:pt x="702" y="157"/>
                        <a:pt x="545" y="0"/>
                        <a:pt x="351" y="0"/>
                      </a:cubicBezTo>
                      <a:close/>
                      <a:moveTo>
                        <a:pt x="587" y="438"/>
                      </a:moveTo>
                      <a:cubicBezTo>
                        <a:pt x="568" y="490"/>
                        <a:pt x="531" y="534"/>
                        <a:pt x="485" y="563"/>
                      </a:cubicBezTo>
                      <a:cubicBezTo>
                        <a:pt x="454" y="658"/>
                        <a:pt x="454" y="658"/>
                        <a:pt x="454" y="658"/>
                      </a:cubicBezTo>
                      <a:cubicBezTo>
                        <a:pt x="250" y="658"/>
                        <a:pt x="250" y="658"/>
                        <a:pt x="250" y="658"/>
                      </a:cubicBezTo>
                      <a:cubicBezTo>
                        <a:pt x="219" y="565"/>
                        <a:pt x="219" y="565"/>
                        <a:pt x="219" y="565"/>
                      </a:cubicBezTo>
                      <a:cubicBezTo>
                        <a:pt x="172" y="536"/>
                        <a:pt x="135" y="491"/>
                        <a:pt x="115" y="439"/>
                      </a:cubicBezTo>
                      <a:cubicBezTo>
                        <a:pt x="105" y="411"/>
                        <a:pt x="99" y="382"/>
                        <a:pt x="99" y="351"/>
                      </a:cubicBezTo>
                      <a:cubicBezTo>
                        <a:pt x="99" y="212"/>
                        <a:pt x="212" y="99"/>
                        <a:pt x="351" y="99"/>
                      </a:cubicBezTo>
                      <a:cubicBezTo>
                        <a:pt x="490" y="99"/>
                        <a:pt x="603" y="212"/>
                        <a:pt x="603" y="351"/>
                      </a:cubicBezTo>
                      <a:cubicBezTo>
                        <a:pt x="603" y="381"/>
                        <a:pt x="597" y="411"/>
                        <a:pt x="587" y="438"/>
                      </a:cubicBezTo>
                      <a:close/>
                    </a:path>
                  </a:pathLst>
                </a:custGeom>
                <a:grpFill/>
                <a:ln>
                  <a:noFill/>
                </a:ln>
              </p:spPr>
              <p:txBody>
                <a:bodyPr vert="horz" wrap="square" lIns="91440" tIns="45720" rIns="91440" bIns="45720" numCol="1" anchor="t" anchorCtr="0" compatLnSpc="1">
                  <a:prstTxWarp prst="textNoShape"/>
                </a:bodyPr>
                <a:lstStyle/>
                <a:p>
                  <a:pPr marL="0" marR="0" lvl="0" indent="0" defTabSz="995466">
                    <a:lnSpc>
                      <a:spcPct val="100000"/>
                    </a:lnSpc>
                    <a:spcBef>
                      <a:spcPts val="0"/>
                    </a:spcBef>
                    <a:spcAft>
                      <a:spcPts val="0"/>
                    </a:spcAft>
                    <a:buClrTx/>
                    <a:buSzTx/>
                    <a:buFontTx/>
                    <a:buNone/>
                    <a:defRPr/>
                  </a:pPr>
                  <a:endParaRPr lang="en-GB" sz="300" b="0" i="0" u="none" strike="noStrike" cap="none" spc="0">
                    <a:ln>
                      <a:noFill/>
                    </a:ln>
                    <a:solidFill>
                      <a:srgbClr val="211F26"/>
                    </a:solidFill>
                    <a:latin typeface="Arial"/>
                  </a:endParaRPr>
                </a:p>
              </p:txBody>
            </p:sp>
          </p:grpSp>
          <p:sp>
            <p:nvSpPr>
              <p:cNvPr id="1618627965" name="Tekstvak 298"/>
              <p:cNvSpPr txBox="1">
                <a:spLocks noAdjustHandles="1" noChangeArrowheads="1" noChangeShapeType="1" noEditPoints="1" noGrp="1" noMove="1" noResize="1" noRot="1"/>
              </p:cNvSpPr>
              <p:nvPr userDrawn="1"/>
            </p:nvSpPr>
            <p:spPr bwMode="auto">
              <a:xfrm>
                <a:off x="-1753860" y="6420663"/>
                <a:ext cx="759633" cy="389907"/>
              </a:xfrm>
              <a:prstGeom prst="rect">
                <a:avLst/>
              </a:prstGeom>
              <a:noFill/>
            </p:spPr>
            <p:txBody>
              <a:bodyPr wrap="square" lIns="0" tIns="0" rIns="0" bIns="0" rtlCol="0" anchor="ctr">
                <a:noAutofit/>
              </a:bodyPr>
              <a:lstStyle/>
              <a:p>
                <a:pPr marL="0" marR="0" lvl="0" indent="0" algn="ctr" defTabSz="914400">
                  <a:lnSpc>
                    <a:spcPct val="90000"/>
                  </a:lnSpc>
                  <a:spcBef>
                    <a:spcPts val="598"/>
                  </a:spcBef>
                  <a:spcAft>
                    <a:spcPts val="598"/>
                  </a:spcAft>
                  <a:buClrTx/>
                  <a:buSzTx/>
                  <a:buFontTx/>
                  <a:buNone/>
                  <a:defRPr/>
                </a:pPr>
                <a:r>
                  <a:rPr lang="en-GB" sz="1000" b="0" i="0" u="none" strike="noStrike" cap="none" spc="0">
                    <a:ln>
                      <a:noFill/>
                    </a:ln>
                    <a:solidFill>
                      <a:srgbClr val="211F26"/>
                    </a:solidFill>
                    <a:latin typeface="Calibri"/>
                    <a:ea typeface="Arial"/>
                    <a:cs typeface="Calibri"/>
                  </a:rPr>
                  <a:t>Inspiration</a:t>
                </a:r>
                <a:endParaRPr/>
              </a:p>
            </p:txBody>
          </p:sp>
        </p:grpSp>
      </p:grpSp>
      <p:cxnSp>
        <p:nvCxnSpPr>
          <p:cNvPr id="28336434" name=""/>
          <p:cNvCxnSpPr/>
          <p:nvPr/>
        </p:nvCxnSpPr>
        <p:spPr bwMode="auto">
          <a:xfrm flipH="0" flipV="1">
            <a:off x="5154467" y="2342212"/>
            <a:ext cx="640203" cy="1623933"/>
          </a:xfrm>
          <a:prstGeom prst="lin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cxnSp>
      <p:sp>
        <p:nvSpPr>
          <p:cNvPr id="175867369" name=""/>
          <p:cNvSpPr txBox="1"/>
          <p:nvPr/>
        </p:nvSpPr>
        <p:spPr bwMode="auto">
          <a:xfrm flipH="0" flipV="0">
            <a:off x="1638632" y="1630882"/>
            <a:ext cx="3632828" cy="36611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defRPr/>
            </a:pPr>
            <a:endParaRPr/>
          </a:p>
        </p:txBody>
      </p:sp>
      <p:pic>
        <p:nvPicPr>
          <p:cNvPr id="215396839" name=""/>
          <p:cNvPicPr>
            <a:picLocks noChangeAspect="1"/>
          </p:cNvPicPr>
          <p:nvPr/>
        </p:nvPicPr>
        <p:blipFill>
          <a:blip r:embed="rId3"/>
          <a:stretch/>
        </p:blipFill>
        <p:spPr bwMode="auto">
          <a:xfrm flipH="0" flipV="0">
            <a:off x="5318420" y="1310744"/>
            <a:ext cx="6231065" cy="3686871"/>
          </a:xfrm>
          <a:prstGeom prst="rect">
            <a:avLst/>
          </a:prstGeom>
        </p:spPr>
      </p:pic>
      <p:sp>
        <p:nvSpPr>
          <p:cNvPr id="987385328" name=""/>
          <p:cNvSpPr txBox="1"/>
          <p:nvPr/>
        </p:nvSpPr>
        <p:spPr bwMode="auto">
          <a:xfrm flipH="0" flipV="0">
            <a:off x="968905" y="1452171"/>
            <a:ext cx="3713828" cy="1782780"/>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defRPr/>
            </a:pPr>
            <a:r>
              <a:rPr lang="en-US"/>
              <a:t>To estimate mesh effect on the simulation results mesh convergence study was carried out using the refinement factor of </a:t>
            </a:r>
            <mc:AlternateContent xmlns:mc="http://schemas.openxmlformats.org/markup-compatibility/2006" xmlns:m="http://schemas.openxmlformats.org/officeDocument/2006/math">
              <mc:Choice xmlns:a14="http://schemas.microsoft.com/office/drawing/2010/main" Requires="a14">
                <a14:m>
                  <m:oMathPara>
                    <m:oMathParaPr/>
                    <m:oMath>
                      <m:rad>
                        <m:radPr>
                          <m:degHide m:val="on"/>
                          <m:ctrlPr>
                            <a:rPr lang="en-US" sz="1800" b="0" i="1" u="none" strike="noStrike" cap="none" spc="0">
                              <a:solidFill>
                                <a:schemeClr val="tx1"/>
                              </a:solidFill>
                              <a:latin typeface="Cambria Math"/>
                              <a:ea typeface="Cambria Math"/>
                              <a:cs typeface="Cambria Math"/>
                            </a:rPr>
                          </m:ctrlPr>
                        </m:radPr>
                        <m:deg>
                          <m:r>
                            <m:rPr>
                              <m:sty m:val="i"/>
                            </m:rPr>
                            <a:rPr lang="en-US" sz="1800" u="none" strike="noStrike" cap="none" spc="0">
                              <a:solidFill>
                                <a:schemeClr val="tx1"/>
                              </a:solidFill>
                              <a:latin typeface="Cambria Math"/>
                              <a:ea typeface="Cambria Math"/>
                              <a:cs typeface="Cambria Math"/>
                            </a:rPr>
                            <m:t/>
                          </m:r>
                        </m:deg>
                        <m:e>
                          <m:r>
                            <m:rPr>
                              <m:sty m:val="i"/>
                            </m:rPr>
                            <a:rPr lang="en-US" sz="1800" u="none" strike="noStrike" cap="none" spc="0">
                              <a:solidFill>
                                <a:schemeClr val="tx1"/>
                              </a:solidFill>
                              <a:latin typeface="Cambria Math"/>
                              <a:ea typeface="Cambria Math"/>
                              <a:cs typeface="Cambria Math"/>
                            </a:rPr>
                            <m:t>2</m:t>
                          </m:r>
                        </m:e>
                      </m:rad>
                    </m:oMath>
                  </m:oMathPara>
                </a14:m>
              </mc:Choice>
              <mc:Fallback/>
            </mc:AlternateContent>
            <a:r>
              <a:rPr lang="en-US"/>
              <a:t> . The mesh information is presented in the table. below.</a:t>
            </a:r>
            <a:endParaRPr/>
          </a:p>
        </p:txBody>
      </p:sp>
      <p:graphicFrame>
        <p:nvGraphicFramePr>
          <p:cNvPr id="659733388" name=""/>
          <p:cNvGraphicFramePr>
            <a:graphicFrameLocks xmlns:a="http://schemas.openxmlformats.org/drawingml/2006/main"/>
          </p:cNvGraphicFramePr>
          <p:nvPr/>
        </p:nvGraphicFramePr>
        <p:xfrm>
          <a:off x="5794670" y="5073184"/>
          <a:ext cx="5369317" cy="1332483"/>
        </p:xfrm>
        <a:graphic>
          <a:graphicData uri="http://schemas.openxmlformats.org/drawingml/2006/table">
            <a:tbl>
              <a:tblPr firstRow="1" firstCol="0" lastRow="0" lastCol="0" bandRow="1" bandCol="0">
                <a:tableStyleId>{5C22544A-7EE6-4342-B048-85BDC9FD1C3A}</a:tableStyleId>
              </a:tblPr>
              <a:tblGrid>
                <a:gridCol w="1339154"/>
                <a:gridCol w="1720845"/>
                <a:gridCol w="957463"/>
                <a:gridCol w="1339154"/>
              </a:tblGrid>
              <a:tr h="462700">
                <a:tc>
                  <a:txBody>
                    <a:bodyPr/>
                    <a:p>
                      <a:pPr algn="ctr">
                        <a:lnSpc>
                          <a:spcPct val="114999"/>
                        </a:lnSpc>
                        <a:defRPr/>
                      </a:pPr>
                      <a:endParaRPr sz="1400">
                        <a:latin typeface="Arial"/>
                        <a:cs typeface="Arial"/>
                      </a:endParaRPr>
                    </a:p>
                  </a:txBody>
                  <a:tcPr/>
                </a:tc>
                <a:tc>
                  <a:txBody>
                    <a:bodyPr/>
                    <a:p>
                      <a:pPr algn="ctr">
                        <a:lnSpc>
                          <a:spcPct val="114999"/>
                        </a:lnSpc>
                        <a:defRPr/>
                      </a:pPr>
                      <a:r>
                        <a:rPr lang="en-US" sz="1400">
                          <a:latin typeface="Arial"/>
                          <a:ea typeface="Arial"/>
                          <a:cs typeface="Arial"/>
                        </a:rPr>
                        <a:t>Number of cells [millions]</a:t>
                      </a:r>
                      <a:endParaRPr sz="1400">
                        <a:latin typeface="Arial"/>
                        <a:cs typeface="Arial"/>
                      </a:endParaRPr>
                    </a:p>
                  </a:txBody>
                  <a:tcPr/>
                </a:tc>
                <a:tc>
                  <a:txBody>
                    <a:bodyPr/>
                    <a:p>
                      <a:pPr algn="ctr">
                        <a:lnSpc>
                          <a:spcPct val="114999"/>
                        </a:lnSpc>
                        <a:defRPr/>
                      </a:pPr>
                      <a:r>
                        <a:rPr lang="en-US" sz="1400">
                          <a:latin typeface="Arial"/>
                          <a:ea typeface="Arial"/>
                          <a:cs typeface="Arial"/>
                        </a:rPr>
                        <a:t>Thrust [N]</a:t>
                      </a:r>
                      <a:endParaRPr sz="1400">
                        <a:latin typeface="Arial"/>
                        <a:cs typeface="Arial"/>
                      </a:endParaRPr>
                    </a:p>
                  </a:txBody>
                  <a:tcPr/>
                </a:tc>
                <a:tc>
                  <a:txBody>
                    <a:bodyPr/>
                    <a:p>
                      <a:pPr algn="ctr">
                        <a:lnSpc>
                          <a:spcPct val="114999"/>
                        </a:lnSpc>
                        <a:defRPr/>
                      </a:pPr>
                      <a:r>
                        <a:rPr lang="en-US" sz="1400">
                          <a:latin typeface="Arial"/>
                          <a:ea typeface="Arial"/>
                          <a:cs typeface="Arial"/>
                        </a:rPr>
                        <a:t>Torque [Nm]</a:t>
                      </a:r>
                      <a:endParaRPr sz="1400">
                        <a:latin typeface="Arial"/>
                        <a:cs typeface="Arial"/>
                      </a:endParaRPr>
                    </a:p>
                  </a:txBody>
                  <a:tcPr/>
                </a:tc>
              </a:tr>
              <a:tr h="365760">
                <a:tc>
                  <a:txBody>
                    <a:bodyPr/>
                    <a:p>
                      <a:pPr algn="ctr">
                        <a:lnSpc>
                          <a:spcPct val="114999"/>
                        </a:lnSpc>
                        <a:defRPr/>
                      </a:pPr>
                      <a:r>
                        <a:rPr lang="en-US" sz="1400">
                          <a:latin typeface="Arial"/>
                          <a:ea typeface="Arial"/>
                          <a:cs typeface="Arial"/>
                        </a:rPr>
                        <a:t>Coarse mesh</a:t>
                      </a:r>
                      <a:endParaRPr sz="1400">
                        <a:latin typeface="Arial"/>
                        <a:cs typeface="Arial"/>
                      </a:endParaRPr>
                    </a:p>
                  </a:txBody>
                  <a:tcPr/>
                </a:tc>
                <a:tc>
                  <a:txBody>
                    <a:bodyPr/>
                    <a:p>
                      <a:pPr algn="ctr">
                        <a:lnSpc>
                          <a:spcPct val="114999"/>
                        </a:lnSpc>
                        <a:defRPr/>
                      </a:pPr>
                      <a:r>
                        <a:rPr lang="en-US" sz="1400">
                          <a:latin typeface="Arial"/>
                          <a:ea typeface="Arial"/>
                          <a:cs typeface="Arial"/>
                        </a:rPr>
                        <a:t>6.59</a:t>
                      </a:r>
                      <a:endParaRPr sz="1400">
                        <a:latin typeface="Arial"/>
                        <a:cs typeface="Arial"/>
                      </a:endParaRPr>
                    </a:p>
                  </a:txBody>
                  <a:tcPr/>
                </a:tc>
                <a:tc>
                  <a:txBody>
                    <a:bodyPr/>
                    <a:p>
                      <a:pPr algn="ctr">
                        <a:lnSpc>
                          <a:spcPct val="114999"/>
                        </a:lnSpc>
                        <a:defRPr/>
                      </a:pPr>
                      <a:r>
                        <a:rPr lang="nl-NL" sz="1600" b="0" i="0" u="none" strike="noStrike" cap="none" spc="0">
                          <a:solidFill>
                            <a:schemeClr val="dk1"/>
                          </a:solidFill>
                          <a:latin typeface="Arial"/>
                          <a:ea typeface="Arial"/>
                          <a:cs typeface="Arial"/>
                        </a:rPr>
                        <a:t>72.1827</a:t>
                      </a:r>
                      <a:endParaRPr sz="1600">
                        <a:latin typeface="Arial"/>
                        <a:cs typeface="Arial"/>
                      </a:endParaRPr>
                    </a:p>
                  </a:txBody>
                  <a:tcPr/>
                </a:tc>
                <a:tc>
                  <a:txBody>
                    <a:bodyPr/>
                    <a:p>
                      <a:pPr algn="ctr">
                        <a:lnSpc>
                          <a:spcPct val="114999"/>
                        </a:lnSpc>
                        <a:defRPr/>
                      </a:pPr>
                      <a:r>
                        <a:rPr lang="nl-NL" sz="1400" b="0" i="0" u="none" strike="noStrike" cap="none" spc="0">
                          <a:solidFill>
                            <a:schemeClr val="dk1"/>
                          </a:solidFill>
                          <a:latin typeface="Arial"/>
                          <a:ea typeface="Arial"/>
                          <a:cs typeface="Arial"/>
                        </a:rPr>
                        <a:t>10.0017</a:t>
                      </a:r>
                      <a:endParaRPr sz="1400">
                        <a:latin typeface="Arial"/>
                        <a:cs typeface="Arial"/>
                      </a:endParaRPr>
                    </a:p>
                  </a:txBody>
                  <a:tcPr/>
                </a:tc>
              </a:tr>
              <a:tr h="365760">
                <a:tc>
                  <a:txBody>
                    <a:bodyPr/>
                    <a:p>
                      <a:pPr algn="ctr">
                        <a:lnSpc>
                          <a:spcPct val="114999"/>
                        </a:lnSpc>
                        <a:defRPr/>
                      </a:pPr>
                      <a:r>
                        <a:rPr lang="en-US" sz="1400">
                          <a:latin typeface="Arial"/>
                          <a:ea typeface="Arial"/>
                          <a:cs typeface="Arial"/>
                        </a:rPr>
                        <a:t>Fine mesh</a:t>
                      </a:r>
                      <a:endParaRPr sz="1400">
                        <a:latin typeface="Arial"/>
                        <a:cs typeface="Arial"/>
                      </a:endParaRPr>
                    </a:p>
                  </a:txBody>
                  <a:tcPr/>
                </a:tc>
                <a:tc>
                  <a:txBody>
                    <a:bodyPr/>
                    <a:p>
                      <a:pPr algn="ctr">
                        <a:lnSpc>
                          <a:spcPct val="114999"/>
                        </a:lnSpc>
                        <a:defRPr/>
                      </a:pPr>
                      <a:r>
                        <a:rPr lang="en-US" sz="1400">
                          <a:latin typeface="Arial"/>
                          <a:ea typeface="Arial"/>
                          <a:cs typeface="Arial"/>
                        </a:rPr>
                        <a:t>13.02</a:t>
                      </a:r>
                      <a:endParaRPr sz="1400">
                        <a:latin typeface="Arial"/>
                        <a:cs typeface="Arial"/>
                      </a:endParaRPr>
                    </a:p>
                  </a:txBody>
                  <a:tcPr/>
                </a:tc>
                <a:tc>
                  <a:txBody>
                    <a:bodyPr/>
                    <a:p>
                      <a:pPr algn="ctr">
                        <a:lnSpc>
                          <a:spcPct val="114999"/>
                        </a:lnSpc>
                        <a:defRPr/>
                      </a:pPr>
                      <a:r>
                        <a:rPr lang="nl-NL" sz="1400" b="0" i="0" u="none" strike="noStrike" cap="none" spc="0">
                          <a:solidFill>
                            <a:schemeClr val="dk1"/>
                          </a:solidFill>
                          <a:latin typeface="Arial"/>
                          <a:ea typeface="Arial"/>
                          <a:cs typeface="Arial"/>
                        </a:rPr>
                        <a:t>72.1809</a:t>
                      </a:r>
                      <a:endParaRPr sz="1400">
                        <a:latin typeface="Arial"/>
                        <a:cs typeface="Arial"/>
                      </a:endParaRPr>
                    </a:p>
                  </a:txBody>
                  <a:tcPr/>
                </a:tc>
                <a:tc>
                  <a:txBody>
                    <a:bodyPr/>
                    <a:p>
                      <a:pPr algn="ctr">
                        <a:lnSpc>
                          <a:spcPct val="114999"/>
                        </a:lnSpc>
                        <a:defRPr/>
                      </a:pPr>
                      <a:r>
                        <a:rPr lang="nl-NL" sz="1400" b="0" i="0" u="none" strike="noStrike" cap="none" spc="0">
                          <a:solidFill>
                            <a:schemeClr val="dk1"/>
                          </a:solidFill>
                          <a:latin typeface="Arial"/>
                          <a:ea typeface="Arial"/>
                          <a:cs typeface="Arial"/>
                        </a:rPr>
                        <a:t>10.0019</a:t>
                      </a:r>
                      <a:endParaRPr sz="1400">
                        <a:latin typeface="Arial"/>
                        <a:cs typeface="Arial"/>
                      </a:endParaRPr>
                    </a:p>
                  </a:txBody>
                  <a:tcPr/>
                </a:tc>
              </a:tr>
            </a:tbl>
          </a:graphicData>
        </a:graphic>
      </p:graphicFrame>
      <p:sp>
        <p:nvSpPr>
          <p:cNvPr id="1719064285" name=""/>
          <p:cNvSpPr txBox="1"/>
          <p:nvPr/>
        </p:nvSpPr>
        <p:spPr bwMode="auto">
          <a:xfrm flipH="0" flipV="0">
            <a:off x="968905" y="3777462"/>
            <a:ext cx="3790148" cy="1737720"/>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defRPr/>
            </a:pPr>
            <a:r>
              <a:rPr lang="en-US"/>
              <a:t>The study reveled that the mesh sensitivity is low and does not effect the results significantly with relative error for cumulative thrust and torque being  0.002% and 0.001%  respectively.</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med" p14:dur="700" advClick="1">
        <p:fade thruBlk="0"/>
      </p:transition>
    </mc:Choice>
    <mc:Fallback>
      <p:transition spd="med" advClick="1">
        <p:fade thruBlk="0"/>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581493939" name="Tijdelijke aanduiding voor datum 4"/>
          <p:cNvSpPr>
            <a:spLocks noGrp="1"/>
          </p:cNvSpPr>
          <p:nvPr>
            <p:ph type="dt" sz="half" idx="18"/>
          </p:nvPr>
        </p:nvSpPr>
        <p:spPr bwMode="auto"/>
        <p:txBody>
          <a:bodyPr/>
          <a:lstStyle/>
          <a:p>
            <a:pPr>
              <a:defRPr/>
            </a:pPr>
            <a:fld id="{CEF5EB27-2187-90B7-B779-68BC8AD26AF5}" type="datetime1">
              <a:rPr lang="nl-NL"/>
              <a:t/>
            </a:fld>
            <a:endParaRPr lang="en-GB"/>
          </a:p>
        </p:txBody>
      </p:sp>
      <p:sp>
        <p:nvSpPr>
          <p:cNvPr id="1892955218" name="Titel 8"/>
          <p:cNvSpPr>
            <a:spLocks noGrp="1"/>
          </p:cNvSpPr>
          <p:nvPr>
            <p:ph type="title"/>
          </p:nvPr>
        </p:nvSpPr>
        <p:spPr bwMode="auto"/>
        <p:txBody>
          <a:bodyPr/>
          <a:lstStyle/>
          <a:p>
            <a:pPr>
              <a:defRPr/>
            </a:pPr>
            <a:r>
              <a:rPr lang="en-US"/>
              <a:t>LLM and CFD results comparison</a:t>
            </a:r>
            <a:r>
              <a:rPr lang="en-US"/>
              <a:t> (helicopter)</a:t>
            </a:r>
            <a:endParaRPr/>
          </a:p>
        </p:txBody>
      </p:sp>
      <p:sp>
        <p:nvSpPr>
          <p:cNvPr id="126373030" name="Tijdelijke aanduiding voor dianummer 1"/>
          <p:cNvSpPr>
            <a:spLocks noGrp="1"/>
          </p:cNvSpPr>
          <p:nvPr>
            <p:ph type="sldNum" sz="quarter" idx="20"/>
          </p:nvPr>
        </p:nvSpPr>
        <p:spPr bwMode="auto"/>
        <p:txBody>
          <a:bodyPr/>
          <a:lstStyle/>
          <a:p>
            <a:pPr>
              <a:defRPr/>
            </a:pPr>
            <a:fld id="{1F85626B-5E70-BB65-DB83-4B3D178D0BE3}" type="slidenum">
              <a:rPr lang="en-GB"/>
              <a:t/>
            </a:fld>
            <a:endParaRPr lang="en-GB"/>
          </a:p>
        </p:txBody>
      </p:sp>
      <p:sp>
        <p:nvSpPr>
          <p:cNvPr id="209528686" name="Tijdelijke aanduiding voor verticale tekst 33"/>
          <p:cNvSpPr txBox="1"/>
          <p:nvPr/>
        </p:nvSpPr>
        <p:spPr bwMode="auto">
          <a:xfrm>
            <a:off x="718665" y="1549994"/>
            <a:ext cx="4655998" cy="4431645"/>
          </a:xfrm>
          <a:prstGeom prst="rect">
            <a:avLst/>
          </a:prstGeom>
        </p:spPr>
        <p:txBody>
          <a:bodyPr lIns="0" tIns="0" rIns="0" bIns="0"/>
          <a:lstStyle>
            <a:lvl1pPr marL="361949" indent="-361949" algn="l" defTabSz="914400">
              <a:lnSpc>
                <a:spcPct val="90000"/>
              </a:lnSpc>
              <a:spcBef>
                <a:spcPts val="599"/>
              </a:spcBef>
              <a:spcAft>
                <a:spcPts val="599"/>
              </a:spcAft>
              <a:buClr>
                <a:schemeClr val="accent1"/>
              </a:buClr>
              <a:buSzPct val="120000"/>
              <a:buFont typeface="Arial"/>
              <a:buChar char="•"/>
              <a:defRPr sz="2000">
                <a:solidFill>
                  <a:schemeClr val="tx2"/>
                </a:solidFill>
                <a:latin typeface="+mn-lt"/>
                <a:ea typeface="+mn-ea"/>
                <a:cs typeface="+mn-cs"/>
              </a:defRPr>
            </a:lvl1pPr>
            <a:lvl2pPr marL="712787" indent="-350838" algn="l" defTabSz="914400">
              <a:lnSpc>
                <a:spcPct val="90000"/>
              </a:lnSpc>
              <a:spcBef>
                <a:spcPts val="599"/>
              </a:spcBef>
              <a:spcAft>
                <a:spcPts val="599"/>
              </a:spcAft>
              <a:buClr>
                <a:schemeClr val="accent1"/>
              </a:buClr>
              <a:buSzPct val="120000"/>
              <a:buFont typeface="Arial"/>
              <a:buChar char="•"/>
              <a:tabLst>
                <a:tab pos="712787" algn="l"/>
              </a:tabLst>
              <a:defRPr sz="2000">
                <a:solidFill>
                  <a:schemeClr val="tx2"/>
                </a:solidFill>
                <a:latin typeface="+mn-lt"/>
                <a:ea typeface="+mn-ea"/>
                <a:cs typeface="+mn-cs"/>
              </a:defRPr>
            </a:lvl2pPr>
            <a:lvl3pPr marL="0" indent="0" algn="l" defTabSz="914400">
              <a:lnSpc>
                <a:spcPct val="90000"/>
              </a:lnSpc>
              <a:spcBef>
                <a:spcPts val="599"/>
              </a:spcBef>
              <a:spcAft>
                <a:spcPts val="599"/>
              </a:spcAft>
              <a:buClr>
                <a:schemeClr val="accent3"/>
              </a:buClr>
              <a:buFont typeface="Segoe UI Light"/>
              <a:buNone/>
              <a:defRPr sz="2000">
                <a:solidFill>
                  <a:schemeClr val="tx2"/>
                </a:solidFill>
                <a:latin typeface="+mn-lt"/>
                <a:ea typeface="+mn-ea"/>
                <a:cs typeface="+mn-cs"/>
              </a:defRPr>
            </a:lvl3pPr>
            <a:lvl4pPr marL="0" indent="0" algn="l" defTabSz="914400">
              <a:lnSpc>
                <a:spcPct val="90000"/>
              </a:lnSpc>
              <a:spcBef>
                <a:spcPts val="599"/>
              </a:spcBef>
              <a:spcAft>
                <a:spcPts val="599"/>
              </a:spcAft>
              <a:buFont typeface="Arial"/>
              <a:buNone/>
              <a:defRPr sz="3600" b="1">
                <a:solidFill>
                  <a:schemeClr val="tx2"/>
                </a:solidFill>
                <a:latin typeface="+mj-lt"/>
                <a:ea typeface="+mn-ea"/>
                <a:cs typeface="+mn-cs"/>
              </a:defRPr>
            </a:lvl4pPr>
            <a:lvl5pPr marL="0" indent="0" algn="l" defTabSz="914400">
              <a:lnSpc>
                <a:spcPct val="90000"/>
              </a:lnSpc>
              <a:spcBef>
                <a:spcPts val="599"/>
              </a:spcBef>
              <a:spcAft>
                <a:spcPts val="599"/>
              </a:spcAft>
              <a:buFont typeface="Arial"/>
              <a:buNone/>
              <a:defRPr sz="2400" b="0">
                <a:solidFill>
                  <a:schemeClr val="accent1"/>
                </a:solidFill>
                <a:latin typeface="+mj-lt"/>
                <a:ea typeface="+mn-ea"/>
                <a:cs typeface="+mn-cs"/>
              </a:defRPr>
            </a:lvl5pPr>
            <a:lvl6pPr marL="0" indent="0" algn="l" defTabSz="914400">
              <a:lnSpc>
                <a:spcPct val="90000"/>
              </a:lnSpc>
              <a:spcBef>
                <a:spcPts val="599"/>
              </a:spcBef>
              <a:spcAft>
                <a:spcPts val="599"/>
              </a:spcAft>
              <a:buClr>
                <a:schemeClr val="accent1"/>
              </a:buClr>
              <a:buFont typeface="Arial"/>
              <a:buNone/>
              <a:defRPr sz="2000" b="0" cap="none">
                <a:solidFill>
                  <a:schemeClr val="tx1"/>
                </a:solidFill>
                <a:latin typeface="+mj-lt"/>
                <a:ea typeface="+mn-ea"/>
                <a:cs typeface="+mn-cs"/>
              </a:defRPr>
            </a:lvl6pPr>
            <a:lvl7pPr marL="361949" indent="-361949" algn="l" defTabSz="914400">
              <a:lnSpc>
                <a:spcPct val="90000"/>
              </a:lnSpc>
              <a:spcBef>
                <a:spcPts val="599"/>
              </a:spcBef>
              <a:spcAft>
                <a:spcPts val="599"/>
              </a:spcAft>
              <a:buClr>
                <a:schemeClr val="accent1"/>
              </a:buClr>
              <a:buFont typeface="+mj-lt"/>
              <a:buAutoNum type="arabicPeriod"/>
              <a:defRPr sz="2000">
                <a:solidFill>
                  <a:schemeClr val="tx1"/>
                </a:solidFill>
                <a:latin typeface="+mn-lt"/>
                <a:ea typeface="+mn-ea"/>
                <a:cs typeface="+mn-cs"/>
              </a:defRPr>
            </a:lvl7pPr>
            <a:lvl8pPr marL="361949" indent="-361949" algn="l" defTabSz="914400">
              <a:lnSpc>
                <a:spcPct val="90000"/>
              </a:lnSpc>
              <a:spcBef>
                <a:spcPts val="599"/>
              </a:spcBef>
              <a:spcAft>
                <a:spcPts val="599"/>
              </a:spcAft>
              <a:buClr>
                <a:schemeClr val="accent1"/>
              </a:buClr>
              <a:buFont typeface="+mj-lt"/>
              <a:buAutoNum type="alphaLcPeriod"/>
              <a:defRPr sz="2000">
                <a:solidFill>
                  <a:schemeClr val="tx1"/>
                </a:solidFill>
                <a:latin typeface="+mn-lt"/>
                <a:ea typeface="+mn-ea"/>
                <a:cs typeface="+mn-cs"/>
              </a:defRPr>
            </a:lvl8pPr>
            <a:lvl9pPr marL="0" indent="0" algn="l" defTabSz="914400">
              <a:lnSpc>
                <a:spcPct val="90000"/>
              </a:lnSpc>
              <a:spcBef>
                <a:spcPts val="599"/>
              </a:spcBef>
              <a:spcAft>
                <a:spcPts val="599"/>
              </a:spcAft>
              <a:buClr>
                <a:schemeClr val="accent1"/>
              </a:buClr>
              <a:buFont typeface="Arial"/>
              <a:buNone/>
              <a:defRPr sz="1600" i="1">
                <a:solidFill>
                  <a:schemeClr val="tx1"/>
                </a:solidFill>
                <a:latin typeface="+mn-lt"/>
                <a:ea typeface="+mn-ea"/>
                <a:cs typeface="+mn-cs"/>
              </a:defRPr>
            </a:lvl9pPr>
          </a:lstStyle>
          <a:p>
            <a:pPr>
              <a:defRPr/>
            </a:pPr>
            <a:r>
              <a:rPr lang="en-US"/>
              <a:t>Axial forces (thrust) are in good agreement between CFD and LLM results</a:t>
            </a:r>
            <a:endParaRPr lang="en-US"/>
          </a:p>
          <a:p>
            <a:pPr>
              <a:defRPr/>
            </a:pPr>
            <a:r>
              <a:rPr lang="en-US"/>
              <a:t>Tangential forces (torque) are significantly underpredicted by the LLM. This was expected, as the viscous forces are not taken into account. </a:t>
            </a:r>
            <a:endParaRPr lang="en-US"/>
          </a:p>
          <a:p>
            <a:pPr>
              <a:defRPr/>
            </a:pPr>
            <a:endParaRPr/>
          </a:p>
        </p:txBody>
      </p:sp>
      <p:grpSp>
        <p:nvGrpSpPr>
          <p:cNvPr id="1063033809" name="INSTRUCTION"/>
          <p:cNvGrpSpPr>
            <a:grpSpLocks noGrp="1" noMove="1" noResize="1" noRot="1" noUngrp="1"/>
          </p:cNvGrpSpPr>
          <p:nvPr/>
        </p:nvGrpSpPr>
        <p:grpSpPr bwMode="auto">
          <a:xfrm>
            <a:off x="-3786436" y="0"/>
            <a:ext cx="3693385" cy="5359348"/>
            <a:chOff x="-3786436" y="0"/>
            <a:chExt cx="3693385" cy="5359348"/>
          </a:xfrm>
        </p:grpSpPr>
        <p:sp>
          <p:nvSpPr>
            <p:cNvPr id="1930456045" name="Rechthoek 273"/>
            <p:cNvSpPr>
              <a:spLocks noAdjustHandles="1" noChangeArrowheads="1" noChangeShapeType="1" noEditPoints="1" noGrp="1" noMove="1" noResize="1" noRot="1"/>
            </p:cNvSpPr>
            <p:nvPr userDrawn="1"/>
          </p:nvSpPr>
          <p:spPr bwMode="auto">
            <a:xfrm>
              <a:off x="-3786165" y="0"/>
              <a:ext cx="3593090" cy="4641337"/>
            </a:xfrm>
            <a:prstGeom prst="rect">
              <a:avLst/>
            </a:prstGeom>
            <a:solidFill>
              <a:srgbClr val="FFFFFF"/>
            </a:solidFill>
            <a:ln w="6350">
              <a:solidFill>
                <a:srgbClr val="ECECEC"/>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noAutofit/>
            </a:bodyPr>
            <a:lstStyle/>
            <a:p>
              <a:pPr algn="l">
                <a:lnSpc>
                  <a:spcPct val="90000"/>
                </a:lnSpc>
                <a:spcBef>
                  <a:spcPts val="599"/>
                </a:spcBef>
                <a:spcAft>
                  <a:spcPts val="599"/>
                </a:spcAft>
                <a:defRPr/>
              </a:pPr>
              <a:r>
                <a:rPr lang="en-GB" sz="1400" b="1" cap="all">
                  <a:solidFill>
                    <a:schemeClr val="accent1"/>
                  </a:solidFill>
                  <a:latin typeface="Calibri"/>
                  <a:cs typeface="Calibri"/>
                </a:rPr>
                <a:t>Choosing text levels</a:t>
              </a:r>
              <a:endParaRPr/>
            </a:p>
          </p:txBody>
        </p:sp>
        <p:sp>
          <p:nvSpPr>
            <p:cNvPr id="699257871" name="Ovaal 274"/>
            <p:cNvSpPr>
              <a:spLocks noAdjustHandles="1" noChangeArrowheads="1" noChangeShapeType="1" noEditPoints="1" noGrp="1" noMove="1" noResize="1" noRot="1"/>
            </p:cNvSpPr>
            <p:nvPr userDrawn="1"/>
          </p:nvSpPr>
          <p:spPr bwMode="auto">
            <a:xfrm>
              <a:off x="-3604182" y="1837483"/>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1</a:t>
              </a:r>
              <a:endParaRPr/>
            </a:p>
          </p:txBody>
        </p:sp>
        <p:sp>
          <p:nvSpPr>
            <p:cNvPr id="815096775" name="Rechthoek 275"/>
            <p:cNvSpPr>
              <a:spLocks noAdjustHandles="1" noChangeArrowheads="1" noChangeShapeType="1" noEditPoints="1" noGrp="1" noMove="1" noResize="1" noRot="1"/>
            </p:cNvSpPr>
            <p:nvPr userDrawn="1"/>
          </p:nvSpPr>
          <p:spPr bwMode="auto">
            <a:xfrm>
              <a:off x="-3319414" y="1837483"/>
              <a:ext cx="2949219" cy="180000"/>
            </a:xfrm>
            <a:prstGeom prst="rect">
              <a:avLst/>
            </a:prstGeom>
            <a:noFill/>
            <a:ln w="25400" cap="flat" cmpd="sng" algn="ctr">
              <a:noFill/>
              <a:prstDash val="solid"/>
            </a:ln>
            <a:effectLst/>
          </p:spPr>
          <p:txBody>
            <a:bodyPr lIns="0" tIns="0" rIns="0" bIns="0" rtlCol="0" anchor="ctr"/>
            <a:lstStyle/>
            <a:p>
              <a:pPr marL="357187" marR="0" lvl="0" indent="-357187" defTabSz="914400">
                <a:lnSpc>
                  <a:spcPct val="100000"/>
                </a:lnSpc>
                <a:spcBef>
                  <a:spcPts val="599"/>
                </a:spcBef>
                <a:spcAft>
                  <a:spcPts val="599"/>
                </a:spcAft>
                <a:buClr>
                  <a:schemeClr val="accent1"/>
                </a:buClr>
                <a:buSzTx/>
                <a:buFont typeface="Calibri"/>
                <a:buChar char="•"/>
                <a:defRPr/>
              </a:pPr>
              <a:r>
                <a:rPr lang="en-GB" sz="1400" b="0" i="0" u="none" strike="noStrike" cap="none" spc="0">
                  <a:ln>
                    <a:noFill/>
                  </a:ln>
                  <a:solidFill>
                    <a:srgbClr val="000000"/>
                  </a:solidFill>
                  <a:latin typeface="Arial"/>
                  <a:cs typeface="Calibri"/>
                </a:rPr>
                <a:t>Bullet</a:t>
              </a:r>
              <a:endParaRPr/>
            </a:p>
          </p:txBody>
        </p:sp>
        <p:sp>
          <p:nvSpPr>
            <p:cNvPr id="1641005395" name="Ovaal 276"/>
            <p:cNvSpPr>
              <a:spLocks noAdjustHandles="1" noChangeArrowheads="1" noChangeShapeType="1" noEditPoints="1" noGrp="1" noMove="1" noResize="1" noRot="1"/>
            </p:cNvSpPr>
            <p:nvPr userDrawn="1"/>
          </p:nvSpPr>
          <p:spPr bwMode="auto">
            <a:xfrm>
              <a:off x="-3604182" y="2128767"/>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2</a:t>
              </a:r>
              <a:endParaRPr/>
            </a:p>
          </p:txBody>
        </p:sp>
        <p:sp>
          <p:nvSpPr>
            <p:cNvPr id="901986237" name="Rechthoek 277"/>
            <p:cNvSpPr>
              <a:spLocks noAdjustHandles="1" noChangeArrowheads="1" noChangeShapeType="1" noEditPoints="1" noGrp="1" noMove="1" noResize="1" noRot="1"/>
            </p:cNvSpPr>
            <p:nvPr userDrawn="1"/>
          </p:nvSpPr>
          <p:spPr bwMode="auto">
            <a:xfrm>
              <a:off x="-3604182" y="1196112"/>
              <a:ext cx="3229047" cy="459225"/>
            </a:xfrm>
            <a:prstGeom prst="rect">
              <a:avLst/>
            </a:prstGeom>
            <a:noFill/>
            <a:ln w="25400" cap="flat" cmpd="sng" algn="ctr">
              <a:noFill/>
              <a:prstDash val="solid"/>
            </a:ln>
            <a:effectLst/>
          </p:spPr>
          <p:txBody>
            <a:bodyPr lIns="0" tIns="0" rIns="0" bIns="0" rtlCol="0" anchor="t"/>
            <a:lstStyle/>
            <a:p>
              <a:pPr marL="0" marR="0" lvl="0" indent="0" defTabSz="914400">
                <a:lnSpc>
                  <a:spcPct val="90000"/>
                </a:lnSpc>
                <a:spcBef>
                  <a:spcPts val="599"/>
                </a:spcBef>
                <a:spcAft>
                  <a:spcPts val="599"/>
                </a:spcAft>
                <a:buClrTx/>
                <a:buSzTx/>
                <a:buFontTx/>
                <a:buNone/>
                <a:defRPr/>
              </a:pPr>
              <a:r>
                <a:rPr lang="en-GB" sz="1200" b="0" i="0" u="none" strike="noStrike" cap="none" spc="0">
                  <a:ln>
                    <a:noFill/>
                  </a:ln>
                  <a:solidFill>
                    <a:srgbClr val="000000"/>
                  </a:solidFill>
                  <a:latin typeface="Calibri"/>
                  <a:cs typeface="Calibri"/>
                </a:rPr>
                <a:t>Under the tab </a:t>
              </a:r>
              <a:r>
                <a:rPr lang="en-GB" sz="1200" b="1" i="0" u="none" strike="noStrike" cap="none" spc="0">
                  <a:ln>
                    <a:noFill/>
                  </a:ln>
                  <a:solidFill>
                    <a:srgbClr val="000000"/>
                  </a:solidFill>
                  <a:latin typeface="Calibri"/>
                  <a:cs typeface="Calibri"/>
                </a:rPr>
                <a:t>‘Home’</a:t>
              </a:r>
              <a:r>
                <a:rPr lang="en-GB" sz="1200" b="0" i="0" u="none" strike="noStrike" cap="none" spc="0">
                  <a:ln>
                    <a:noFill/>
                  </a:ln>
                  <a:solidFill>
                    <a:srgbClr val="000000"/>
                  </a:solidFill>
                  <a:latin typeface="Calibri"/>
                  <a:cs typeface="Calibri"/>
                </a:rPr>
                <a:t>, use the </a:t>
              </a:r>
              <a:r>
                <a:rPr lang="en-GB" sz="1200" b="1" i="0" u="none" strike="noStrike" cap="none" spc="0">
                  <a:ln>
                    <a:noFill/>
                  </a:ln>
                  <a:solidFill>
                    <a:srgbClr val="000000"/>
                  </a:solidFill>
                  <a:latin typeface="Calibri"/>
                  <a:cs typeface="Calibri"/>
                </a:rPr>
                <a:t>list level-buttons</a:t>
              </a:r>
              <a:r>
                <a:rPr lang="en-GB" sz="1200" b="0" i="0" u="none" strike="noStrike" cap="none" spc="0">
                  <a:ln>
                    <a:noFill/>
                  </a:ln>
                  <a:solidFill>
                    <a:srgbClr val="000000"/>
                  </a:solidFill>
                  <a:latin typeface="Calibri"/>
                  <a:cs typeface="Calibri"/>
                </a:rPr>
                <a:t> to choose a text level. </a:t>
              </a:r>
              <a:br>
                <a:rPr lang="en-GB" sz="1200" b="0" i="0" u="none" strike="noStrike" cap="none" spc="0">
                  <a:ln>
                    <a:noFill/>
                  </a:ln>
                  <a:solidFill>
                    <a:srgbClr val="000000"/>
                  </a:solidFill>
                  <a:latin typeface="Calibri"/>
                  <a:cs typeface="Calibri"/>
                </a:rPr>
              </a:br>
              <a:r>
                <a:rPr lang="en-GB" sz="1200" b="0" i="0" u="none" strike="noStrike" cap="none" spc="0">
                  <a:ln>
                    <a:noFill/>
                  </a:ln>
                  <a:solidFill>
                    <a:srgbClr val="000000"/>
                  </a:solidFill>
                  <a:latin typeface="Calibri"/>
                  <a:cs typeface="Calibri"/>
                </a:rPr>
                <a:t>Choose from:</a:t>
              </a:r>
              <a:endParaRPr/>
            </a:p>
          </p:txBody>
        </p:sp>
        <p:sp>
          <p:nvSpPr>
            <p:cNvPr id="1477855279" name="Rechthoek 278"/>
            <p:cNvSpPr>
              <a:spLocks noAdjustHandles="1" noChangeArrowheads="1" noChangeShapeType="1" noEditPoints="1" noGrp="1" noMove="1" noResize="1" noRot="1"/>
            </p:cNvSpPr>
            <p:nvPr userDrawn="1"/>
          </p:nvSpPr>
          <p:spPr bwMode="auto">
            <a:xfrm>
              <a:off x="-3319414" y="2128872"/>
              <a:ext cx="2949219" cy="180000"/>
            </a:xfrm>
            <a:prstGeom prst="rect">
              <a:avLst/>
            </a:prstGeom>
            <a:noFill/>
            <a:ln w="25400" cap="flat" cmpd="sng" algn="ctr">
              <a:noFill/>
              <a:prstDash val="solid"/>
            </a:ln>
            <a:effectLst/>
          </p:spPr>
          <p:txBody>
            <a:bodyPr lIns="0" tIns="0" rIns="0" bIns="0" rtlCol="0" anchor="ctr"/>
            <a:lstStyle/>
            <a:p>
              <a:pPr marL="715962" marR="0" lvl="0" indent="-358774" defTabSz="914400">
                <a:lnSpc>
                  <a:spcPct val="100000"/>
                </a:lnSpc>
                <a:spcBef>
                  <a:spcPts val="599"/>
                </a:spcBef>
                <a:spcAft>
                  <a:spcPts val="599"/>
                </a:spcAft>
                <a:buClr>
                  <a:schemeClr val="accent1"/>
                </a:buClr>
                <a:buSzTx/>
                <a:buFont typeface="Calibri"/>
                <a:buChar char="•"/>
                <a:defRPr/>
              </a:pPr>
              <a:r>
                <a:rPr lang="en-GB" sz="1400" b="0" i="0" u="none" strike="noStrike" cap="none" spc="0">
                  <a:ln>
                    <a:noFill/>
                  </a:ln>
                  <a:solidFill>
                    <a:srgbClr val="000000"/>
                  </a:solidFill>
                  <a:latin typeface="Arial"/>
                  <a:cs typeface="Calibri"/>
                </a:rPr>
                <a:t>Sub-bullet </a:t>
              </a:r>
              <a:endParaRPr/>
            </a:p>
          </p:txBody>
        </p:sp>
        <p:sp>
          <p:nvSpPr>
            <p:cNvPr id="1636067738" name="Ovaal 279"/>
            <p:cNvSpPr>
              <a:spLocks noAdjustHandles="1" noChangeArrowheads="1" noChangeShapeType="1" noEditPoints="1" noGrp="1" noMove="1" noResize="1" noRot="1"/>
            </p:cNvSpPr>
            <p:nvPr userDrawn="1"/>
          </p:nvSpPr>
          <p:spPr bwMode="auto">
            <a:xfrm>
              <a:off x="-3604182" y="2420051"/>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3</a:t>
              </a:r>
              <a:endParaRPr/>
            </a:p>
          </p:txBody>
        </p:sp>
        <p:sp>
          <p:nvSpPr>
            <p:cNvPr id="546753816" name="Rechthoek 280"/>
            <p:cNvSpPr>
              <a:spLocks noAdjustHandles="1" noChangeArrowheads="1" noChangeShapeType="1" noEditPoints="1" noGrp="1" noMove="1" noResize="1" noRot="1"/>
            </p:cNvSpPr>
            <p:nvPr userDrawn="1"/>
          </p:nvSpPr>
          <p:spPr bwMode="auto">
            <a:xfrm>
              <a:off x="-3319414" y="2420262"/>
              <a:ext cx="2949219" cy="180000"/>
            </a:xfrm>
            <a:prstGeom prst="rect">
              <a:avLst/>
            </a:prstGeom>
            <a:noFill/>
            <a:ln w="25400" cap="flat" cmpd="sng" algn="ctr">
              <a:noFill/>
              <a:prstDash val="solid"/>
            </a:ln>
            <a:effectLst/>
          </p:spPr>
          <p:txBody>
            <a:bodyPr lIns="0" tIns="0" rIns="0" bIns="0" rtlCol="0" anchor="ctr"/>
            <a:lstStyle/>
            <a:p>
              <a:pPr marL="0" marR="0" lvl="0" indent="0" defTabSz="914400">
                <a:lnSpc>
                  <a:spcPct val="100000"/>
                </a:lnSpc>
                <a:spcBef>
                  <a:spcPts val="599"/>
                </a:spcBef>
                <a:spcAft>
                  <a:spcPts val="599"/>
                </a:spcAft>
                <a:buClr>
                  <a:schemeClr val="accent1"/>
                </a:buClr>
                <a:buSzTx/>
                <a:buFont typeface="Calibri"/>
                <a:buNone/>
                <a:defRPr/>
              </a:pPr>
              <a:r>
                <a:rPr lang="en-GB" sz="1400" b="0" i="0" u="none" strike="noStrike" cap="none" spc="0">
                  <a:ln>
                    <a:noFill/>
                  </a:ln>
                  <a:solidFill>
                    <a:srgbClr val="000000"/>
                  </a:solidFill>
                  <a:latin typeface="Arial"/>
                  <a:cs typeface="Calibri"/>
                </a:rPr>
                <a:t>Default text</a:t>
              </a:r>
              <a:endParaRPr/>
            </a:p>
          </p:txBody>
        </p:sp>
        <p:sp>
          <p:nvSpPr>
            <p:cNvPr id="646753248" name="Ovaal 281"/>
            <p:cNvSpPr>
              <a:spLocks noAdjustHandles="1" noChangeArrowheads="1" noChangeShapeType="1" noEditPoints="1" noGrp="1" noMove="1" noResize="1" noRot="1"/>
            </p:cNvSpPr>
            <p:nvPr userDrawn="1"/>
          </p:nvSpPr>
          <p:spPr bwMode="auto">
            <a:xfrm>
              <a:off x="-3604182" y="2711335"/>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4</a:t>
              </a:r>
              <a:endParaRPr/>
            </a:p>
          </p:txBody>
        </p:sp>
        <p:sp>
          <p:nvSpPr>
            <p:cNvPr id="188607895" name="Rechthoek 282"/>
            <p:cNvSpPr>
              <a:spLocks noAdjustHandles="1" noChangeArrowheads="1" noChangeShapeType="1" noEditPoints="1" noGrp="1" noMove="1" noResize="1" noRot="1"/>
            </p:cNvSpPr>
            <p:nvPr userDrawn="1"/>
          </p:nvSpPr>
          <p:spPr bwMode="auto">
            <a:xfrm>
              <a:off x="-3319414" y="2711650"/>
              <a:ext cx="2949219" cy="180000"/>
            </a:xfrm>
            <a:prstGeom prst="rect">
              <a:avLst/>
            </a:prstGeom>
            <a:noFill/>
            <a:ln w="25400" cap="flat" cmpd="sng" algn="ctr">
              <a:noFill/>
              <a:prstDash val="solid"/>
            </a:ln>
            <a:effectLst/>
          </p:spPr>
          <p:txBody>
            <a:bodyPr lIns="0" tIns="0" rIns="0" bIns="0" rtlCol="0" anchor="ctr"/>
            <a:lstStyle/>
            <a:p>
              <a:pPr marL="0" marR="0" lvl="0" indent="0" defTabSz="914400">
                <a:lnSpc>
                  <a:spcPct val="100000"/>
                </a:lnSpc>
                <a:spcBef>
                  <a:spcPts val="599"/>
                </a:spcBef>
                <a:spcAft>
                  <a:spcPts val="599"/>
                </a:spcAft>
                <a:buClr>
                  <a:schemeClr val="accent1"/>
                </a:buClr>
                <a:buSzTx/>
                <a:buFont typeface="Calibri"/>
                <a:buNone/>
                <a:defRPr/>
              </a:pPr>
              <a:r>
                <a:rPr lang="en-GB" sz="2400" b="1" i="0" u="none" strike="noStrike" cap="none" spc="0">
                  <a:ln>
                    <a:noFill/>
                  </a:ln>
                  <a:solidFill>
                    <a:schemeClr val="tx1"/>
                  </a:solidFill>
                  <a:latin typeface="Arial"/>
                  <a:cs typeface="Calibri"/>
                </a:rPr>
                <a:t>Title/Quote</a:t>
              </a:r>
              <a:endParaRPr/>
            </a:p>
          </p:txBody>
        </p:sp>
        <p:sp>
          <p:nvSpPr>
            <p:cNvPr id="1012814649" name="Ovaal 283"/>
            <p:cNvSpPr>
              <a:spLocks noAdjustHandles="1" noChangeArrowheads="1" noChangeShapeType="1" noEditPoints="1" noGrp="1" noMove="1" noResize="1" noRot="1"/>
            </p:cNvSpPr>
            <p:nvPr userDrawn="1"/>
          </p:nvSpPr>
          <p:spPr bwMode="auto">
            <a:xfrm>
              <a:off x="-3604182" y="3002619"/>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5</a:t>
              </a:r>
              <a:endParaRPr/>
            </a:p>
          </p:txBody>
        </p:sp>
        <p:sp>
          <p:nvSpPr>
            <p:cNvPr id="1109270907" name="Rechthoek 284"/>
            <p:cNvSpPr>
              <a:spLocks noAdjustHandles="1" noChangeArrowheads="1" noChangeShapeType="1" noEditPoints="1" noGrp="1" noMove="1" noResize="1" noRot="1"/>
            </p:cNvSpPr>
            <p:nvPr userDrawn="1"/>
          </p:nvSpPr>
          <p:spPr bwMode="auto">
            <a:xfrm>
              <a:off x="-3319414" y="3003039"/>
              <a:ext cx="2949219" cy="180000"/>
            </a:xfrm>
            <a:prstGeom prst="rect">
              <a:avLst/>
            </a:prstGeom>
            <a:noFill/>
            <a:ln w="25400" cap="flat" cmpd="sng" algn="ctr">
              <a:noFill/>
              <a:prstDash val="solid"/>
            </a:ln>
            <a:effectLst/>
          </p:spPr>
          <p:txBody>
            <a:bodyPr lIns="0" tIns="0" rIns="0" bIns="0" rtlCol="0" anchor="ctr"/>
            <a:lstStyle/>
            <a:p>
              <a:pPr marL="0" marR="0" lvl="0" indent="0" defTabSz="914400">
                <a:lnSpc>
                  <a:spcPct val="100000"/>
                </a:lnSpc>
                <a:spcBef>
                  <a:spcPts val="599"/>
                </a:spcBef>
                <a:spcAft>
                  <a:spcPts val="599"/>
                </a:spcAft>
                <a:buClr>
                  <a:schemeClr val="accent1"/>
                </a:buClr>
                <a:buSzTx/>
                <a:buFont typeface="Calibri"/>
                <a:buNone/>
                <a:defRPr/>
              </a:pPr>
              <a:r>
                <a:rPr lang="en-GB" sz="1800" b="0" i="0" u="none" strike="noStrike" cap="none" spc="0">
                  <a:ln>
                    <a:noFill/>
                  </a:ln>
                  <a:solidFill>
                    <a:schemeClr val="accent1"/>
                  </a:solidFill>
                  <a:latin typeface="Arial"/>
                  <a:cs typeface="Calibri"/>
                </a:rPr>
                <a:t>Subtitle</a:t>
              </a:r>
              <a:endParaRPr/>
            </a:p>
          </p:txBody>
        </p:sp>
        <p:sp>
          <p:nvSpPr>
            <p:cNvPr id="1902549378" name="Ovaal 285"/>
            <p:cNvSpPr>
              <a:spLocks noAdjustHandles="1" noChangeArrowheads="1" noChangeShapeType="1" noEditPoints="1" noGrp="1" noMove="1" noResize="1" noRot="1"/>
            </p:cNvSpPr>
            <p:nvPr userDrawn="1"/>
          </p:nvSpPr>
          <p:spPr bwMode="auto">
            <a:xfrm>
              <a:off x="-3604182" y="3293903"/>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6</a:t>
              </a:r>
              <a:endParaRPr/>
            </a:p>
          </p:txBody>
        </p:sp>
        <p:sp>
          <p:nvSpPr>
            <p:cNvPr id="1343779369" name="Rechthoek 286"/>
            <p:cNvSpPr>
              <a:spLocks noAdjustHandles="1" noChangeArrowheads="1" noChangeShapeType="1" noEditPoints="1" noGrp="1" noMove="1" noResize="1" noRot="1"/>
            </p:cNvSpPr>
            <p:nvPr userDrawn="1"/>
          </p:nvSpPr>
          <p:spPr bwMode="auto">
            <a:xfrm>
              <a:off x="-3319414" y="3585817"/>
              <a:ext cx="2949219" cy="180000"/>
            </a:xfrm>
            <a:prstGeom prst="rect">
              <a:avLst/>
            </a:prstGeom>
            <a:noFill/>
            <a:ln w="25400" cap="flat" cmpd="sng" algn="ctr">
              <a:noFill/>
              <a:prstDash val="solid"/>
            </a:ln>
            <a:effectLst/>
          </p:spPr>
          <p:txBody>
            <a:bodyPr lIns="0" tIns="0" rIns="0" bIns="0" rtlCol="0" anchor="ctr"/>
            <a:lstStyle/>
            <a:p>
              <a:pPr marL="357187" marR="0" lvl="0" indent="-357187" defTabSz="914400">
                <a:lnSpc>
                  <a:spcPct val="100000"/>
                </a:lnSpc>
                <a:spcBef>
                  <a:spcPts val="599"/>
                </a:spcBef>
                <a:spcAft>
                  <a:spcPts val="599"/>
                </a:spcAft>
                <a:buClr>
                  <a:schemeClr val="accent1"/>
                </a:buClr>
                <a:buSzTx/>
                <a:buFont typeface="+mj-lt"/>
                <a:buAutoNum type="arabicPeriod"/>
                <a:defRPr/>
              </a:pPr>
              <a:r>
                <a:rPr lang="en-GB" sz="1400" b="0" i="0" u="none" strike="noStrike" cap="none" spc="0">
                  <a:ln>
                    <a:noFill/>
                  </a:ln>
                  <a:solidFill>
                    <a:schemeClr val="tx1"/>
                  </a:solidFill>
                  <a:latin typeface="Arial"/>
                  <a:cs typeface="Calibri"/>
                </a:rPr>
                <a:t>Numerical bullet</a:t>
              </a:r>
              <a:endParaRPr/>
            </a:p>
          </p:txBody>
        </p:sp>
        <p:sp>
          <p:nvSpPr>
            <p:cNvPr id="1873542625" name="Ovaal 287"/>
            <p:cNvSpPr>
              <a:spLocks noAdjustHandles="1" noChangeArrowheads="1" noChangeShapeType="1" noEditPoints="1" noGrp="1" noMove="1" noResize="1" noRot="1"/>
            </p:cNvSpPr>
            <p:nvPr userDrawn="1"/>
          </p:nvSpPr>
          <p:spPr bwMode="auto">
            <a:xfrm>
              <a:off x="-3604182" y="3585187"/>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7</a:t>
              </a:r>
              <a:endParaRPr/>
            </a:p>
          </p:txBody>
        </p:sp>
        <p:sp>
          <p:nvSpPr>
            <p:cNvPr id="1221919950" name="Rechthoek 288"/>
            <p:cNvSpPr>
              <a:spLocks noAdjustHandles="1" noChangeArrowheads="1" noChangeShapeType="1" noEditPoints="1" noGrp="1" noMove="1" noResize="1" noRot="1"/>
            </p:cNvSpPr>
            <p:nvPr userDrawn="1"/>
          </p:nvSpPr>
          <p:spPr bwMode="auto">
            <a:xfrm>
              <a:off x="-3325829" y="3877206"/>
              <a:ext cx="2949219" cy="180000"/>
            </a:xfrm>
            <a:prstGeom prst="rect">
              <a:avLst/>
            </a:prstGeom>
            <a:noFill/>
            <a:ln w="25400" cap="flat" cmpd="sng" algn="ctr">
              <a:noFill/>
              <a:prstDash val="solid"/>
            </a:ln>
            <a:effectLst/>
          </p:spPr>
          <p:txBody>
            <a:bodyPr lIns="0" tIns="0" rIns="0" bIns="0" rtlCol="0" anchor="ctr"/>
            <a:lstStyle/>
            <a:p>
              <a:pPr marL="342900" marR="0" lvl="0" indent="-342900" defTabSz="914400">
                <a:lnSpc>
                  <a:spcPct val="100000"/>
                </a:lnSpc>
                <a:spcBef>
                  <a:spcPts val="599"/>
                </a:spcBef>
                <a:spcAft>
                  <a:spcPts val="599"/>
                </a:spcAft>
                <a:buClr>
                  <a:schemeClr val="accent1"/>
                </a:buClr>
                <a:buSzTx/>
                <a:buFont typeface="+mj-lt"/>
                <a:buAutoNum type="alphaLcPeriod"/>
                <a:defRPr/>
              </a:pPr>
              <a:r>
                <a:rPr lang="en-GB" sz="1400" b="0" i="0" u="none" strike="noStrike" cap="none" spc="0">
                  <a:ln>
                    <a:noFill/>
                  </a:ln>
                  <a:solidFill>
                    <a:schemeClr val="tx1"/>
                  </a:solidFill>
                  <a:latin typeface="Arial"/>
                  <a:cs typeface="Calibri"/>
                </a:rPr>
                <a:t>Alphabetical bullet</a:t>
              </a:r>
              <a:endParaRPr/>
            </a:p>
          </p:txBody>
        </p:sp>
        <p:sp>
          <p:nvSpPr>
            <p:cNvPr id="173560849" name="Ovaal 289"/>
            <p:cNvSpPr>
              <a:spLocks noAdjustHandles="1" noChangeArrowheads="1" noChangeShapeType="1" noEditPoints="1" noGrp="1" noMove="1" noResize="1" noRot="1"/>
            </p:cNvSpPr>
            <p:nvPr userDrawn="1"/>
          </p:nvSpPr>
          <p:spPr bwMode="auto">
            <a:xfrm>
              <a:off x="-3604182" y="3876471"/>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8</a:t>
              </a:r>
              <a:endParaRPr/>
            </a:p>
          </p:txBody>
        </p:sp>
        <p:sp>
          <p:nvSpPr>
            <p:cNvPr id="2002529477" name="Rechthoek 290"/>
            <p:cNvSpPr>
              <a:spLocks noAdjustHandles="1" noChangeArrowheads="1" noChangeShapeType="1" noEditPoints="1" noGrp="1" noMove="1" noResize="1" noRot="1"/>
            </p:cNvSpPr>
            <p:nvPr userDrawn="1"/>
          </p:nvSpPr>
          <p:spPr bwMode="auto">
            <a:xfrm>
              <a:off x="-3319414" y="4168593"/>
              <a:ext cx="2949219" cy="180000"/>
            </a:xfrm>
            <a:prstGeom prst="rect">
              <a:avLst/>
            </a:prstGeom>
            <a:noFill/>
            <a:ln w="25400" cap="flat" cmpd="sng" algn="ctr">
              <a:noFill/>
              <a:prstDash val="solid"/>
            </a:ln>
            <a:effectLst/>
          </p:spPr>
          <p:txBody>
            <a:bodyPr lIns="0" tIns="0" rIns="0" bIns="0" rtlCol="0" anchor="ctr"/>
            <a:lstStyle/>
            <a:p>
              <a:pPr marL="0" marR="0" lvl="0" indent="0" defTabSz="914400">
                <a:lnSpc>
                  <a:spcPct val="100000"/>
                </a:lnSpc>
                <a:spcBef>
                  <a:spcPts val="599"/>
                </a:spcBef>
                <a:spcAft>
                  <a:spcPts val="599"/>
                </a:spcAft>
                <a:buClr>
                  <a:schemeClr val="tx1"/>
                </a:buClr>
                <a:buSzTx/>
                <a:buFont typeface="Calibri"/>
                <a:buNone/>
                <a:defRPr/>
              </a:pPr>
              <a:r>
                <a:rPr lang="en-GB" sz="1200" b="0" i="1" u="none" strike="noStrike" cap="none" spc="0">
                  <a:ln>
                    <a:noFill/>
                  </a:ln>
                  <a:solidFill>
                    <a:srgbClr val="000000"/>
                  </a:solidFill>
                  <a:latin typeface="Arial"/>
                  <a:cs typeface="Calibri"/>
                </a:rPr>
                <a:t>Source</a:t>
              </a:r>
              <a:endParaRPr/>
            </a:p>
          </p:txBody>
        </p:sp>
        <p:sp>
          <p:nvSpPr>
            <p:cNvPr id="1349049149" name="Ovaal 291"/>
            <p:cNvSpPr>
              <a:spLocks noAdjustHandles="1" noChangeArrowheads="1" noChangeShapeType="1" noEditPoints="1" noGrp="1" noMove="1" noResize="1" noRot="1"/>
            </p:cNvSpPr>
            <p:nvPr userDrawn="1"/>
          </p:nvSpPr>
          <p:spPr bwMode="auto">
            <a:xfrm>
              <a:off x="-3604182" y="4168593"/>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9</a:t>
              </a:r>
              <a:endParaRPr/>
            </a:p>
          </p:txBody>
        </p:sp>
        <p:sp>
          <p:nvSpPr>
            <p:cNvPr id="317558575" name="Rechthoek 292"/>
            <p:cNvSpPr>
              <a:spLocks noAdjustHandles="1" noChangeArrowheads="1" noChangeShapeType="1" noEditPoints="1" noGrp="1" noMove="1" noResize="1" noRot="1"/>
            </p:cNvSpPr>
            <p:nvPr userDrawn="1"/>
          </p:nvSpPr>
          <p:spPr bwMode="auto">
            <a:xfrm>
              <a:off x="-3319414" y="3294428"/>
              <a:ext cx="2949219" cy="180000"/>
            </a:xfrm>
            <a:prstGeom prst="rect">
              <a:avLst/>
            </a:prstGeom>
            <a:noFill/>
            <a:ln w="25400" cap="flat" cmpd="sng" algn="ctr">
              <a:noFill/>
              <a:prstDash val="solid"/>
            </a:ln>
            <a:effectLst/>
          </p:spPr>
          <p:txBody>
            <a:bodyPr lIns="0" tIns="0" rIns="0" bIns="0" rtlCol="0" anchor="ctr"/>
            <a:lstStyle/>
            <a:p>
              <a:pPr marL="0" marR="0" lvl="0" indent="0" defTabSz="914400">
                <a:lnSpc>
                  <a:spcPct val="100000"/>
                </a:lnSpc>
                <a:spcBef>
                  <a:spcPts val="599"/>
                </a:spcBef>
                <a:spcAft>
                  <a:spcPts val="599"/>
                </a:spcAft>
                <a:buClr>
                  <a:schemeClr val="accent1"/>
                </a:buClr>
                <a:buSzTx/>
                <a:buFont typeface="Calibri"/>
                <a:buNone/>
                <a:defRPr/>
              </a:pPr>
              <a:r>
                <a:rPr lang="en-GB" sz="1400" b="0" i="0" u="none" strike="noStrike" cap="none" spc="0">
                  <a:ln>
                    <a:noFill/>
                  </a:ln>
                  <a:solidFill>
                    <a:srgbClr val="000000"/>
                  </a:solidFill>
                  <a:latin typeface="Arial"/>
                  <a:cs typeface="Calibri"/>
                </a:rPr>
                <a:t>Default text</a:t>
              </a:r>
              <a:endParaRPr/>
            </a:p>
          </p:txBody>
        </p:sp>
        <p:sp>
          <p:nvSpPr>
            <p:cNvPr id="1372413305" name="Rechthoek 293"/>
            <p:cNvSpPr>
              <a:spLocks noAdjustHandles="1" noChangeArrowheads="1" noChangeShapeType="1" noEditPoints="1" noGrp="1" noMove="1" noResize="1" noRot="1"/>
            </p:cNvSpPr>
            <p:nvPr userDrawn="1"/>
          </p:nvSpPr>
          <p:spPr bwMode="auto">
            <a:xfrm>
              <a:off x="-3786436" y="4531348"/>
              <a:ext cx="3593637" cy="828000"/>
            </a:xfrm>
            <a:prstGeom prst="rect">
              <a:avLst/>
            </a:prstGeom>
            <a:solidFill>
              <a:srgbClr val="ECECEC"/>
            </a:solidFill>
            <a:ln w="6350">
              <a:solidFill>
                <a:srgbClr val="ECECEC"/>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ctr" anchorCtr="0" forceAA="0" compatLnSpc="1">
              <a:prstTxWarp prst="textNoShape"/>
              <a:noAutofit/>
            </a:bodyPr>
            <a:lstStyle/>
            <a:p>
              <a:pPr algn="l">
                <a:lnSpc>
                  <a:spcPct val="90000"/>
                </a:lnSpc>
                <a:spcBef>
                  <a:spcPts val="599"/>
                </a:spcBef>
                <a:spcAft>
                  <a:spcPts val="599"/>
                </a:spcAft>
                <a:defRPr/>
              </a:pPr>
              <a:r>
                <a:rPr lang="en-GB" sz="1200" b="1" cap="all">
                  <a:solidFill>
                    <a:srgbClr val="211F26"/>
                  </a:solidFill>
                  <a:latin typeface="Calibri"/>
                  <a:cs typeface="Calibri"/>
                </a:rPr>
                <a:t>Want to know more?</a:t>
              </a:r>
              <a:br>
                <a:rPr lang="en-GB" sz="1200" b="1" cap="all">
                  <a:solidFill>
                    <a:srgbClr val="211F26"/>
                  </a:solidFill>
                  <a:latin typeface="Calibri"/>
                  <a:cs typeface="Calibri"/>
                </a:rPr>
              </a:br>
              <a:r>
                <a:rPr lang="en-GB" sz="1200" cap="none">
                  <a:solidFill>
                    <a:srgbClr val="211F26"/>
                  </a:solidFill>
                  <a:latin typeface="Calibri"/>
                  <a:cs typeface="Calibri"/>
                </a:rPr>
                <a:t>Go to the </a:t>
              </a:r>
              <a:r>
                <a:rPr lang="en-GB" sz="1200" cap="none">
                  <a:solidFill>
                    <a:srgbClr val="211F26"/>
                  </a:solidFill>
                  <a:latin typeface="Calibri"/>
                  <a:ea typeface="Arial"/>
                  <a:cs typeface="Calibri"/>
                </a:rPr>
                <a:t>tab</a:t>
              </a:r>
              <a:r>
                <a:rPr lang="en-GB" sz="1200" b="1" cap="all">
                  <a:solidFill>
                    <a:srgbClr val="211F26"/>
                  </a:solidFill>
                  <a:latin typeface="Calibri"/>
                  <a:cs typeface="Calibri"/>
                </a:rPr>
                <a:t> 'SLIDEBUILDER’ </a:t>
              </a:r>
              <a:r>
                <a:rPr lang="en-GB" sz="1200" cap="none">
                  <a:solidFill>
                    <a:srgbClr val="211F26"/>
                  </a:solidFill>
                  <a:latin typeface="Calibri"/>
                  <a:ea typeface="Arial"/>
                  <a:cs typeface="Calibri"/>
                </a:rPr>
                <a:t>and click</a:t>
              </a:r>
              <a:br>
                <a:rPr lang="en-GB" sz="1200" cap="none">
                  <a:solidFill>
                    <a:srgbClr val="211F26"/>
                  </a:solidFill>
                  <a:latin typeface="Calibri"/>
                  <a:ea typeface="Arial"/>
                  <a:cs typeface="Calibri"/>
                </a:rPr>
              </a:br>
              <a:r>
                <a:rPr lang="en-GB" sz="1200" cap="none">
                  <a:solidFill>
                    <a:srgbClr val="211F26"/>
                  </a:solidFill>
                  <a:latin typeface="Calibri"/>
                  <a:ea typeface="Arial"/>
                  <a:cs typeface="Calibri"/>
                </a:rPr>
                <a:t>on the button </a:t>
              </a:r>
              <a:r>
                <a:rPr lang="en-GB" sz="1200" b="1" cap="all">
                  <a:solidFill>
                    <a:srgbClr val="211F26"/>
                  </a:solidFill>
                  <a:latin typeface="Calibri"/>
                  <a:cs typeface="Calibri"/>
                </a:rPr>
                <a:t>‘Inspiration'</a:t>
              </a:r>
              <a:endParaRPr/>
            </a:p>
          </p:txBody>
        </p:sp>
        <p:grpSp>
          <p:nvGrpSpPr>
            <p:cNvPr id="627074080" name="ICOON_info"/>
            <p:cNvGrpSpPr>
              <a:grpSpLocks noGrp="1" noMove="1" noResize="1" noRot="1" noUngrp="1"/>
            </p:cNvGrpSpPr>
            <p:nvPr userDrawn="1"/>
          </p:nvGrpSpPr>
          <p:grpSpPr bwMode="auto">
            <a:xfrm>
              <a:off x="-376734" y="4400185"/>
              <a:ext cx="283684" cy="283684"/>
              <a:chOff x="-510741" y="5913712"/>
              <a:chExt cx="267554" cy="267554"/>
            </a:xfrm>
          </p:grpSpPr>
          <p:sp>
            <p:nvSpPr>
              <p:cNvPr id="550486184" name="Ovaal 342"/>
              <p:cNvSpPr>
                <a:spLocks noAdjustHandles="1" noChangeArrowheads="1" noChangeShapeType="1" noEditPoints="1" noGrp="1" noMove="1" noResize="1" noRot="1"/>
              </p:cNvSpPr>
              <p:nvPr userDrawn="1"/>
            </p:nvSpPr>
            <p:spPr bwMode="auto">
              <a:xfrm>
                <a:off x="-491852" y="5932071"/>
                <a:ext cx="230834" cy="230834"/>
              </a:xfrm>
              <a:prstGeom prst="ellipse">
                <a:avLst/>
              </a:prstGeom>
              <a:solidFill>
                <a:srgbClr val="211F2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noAutofit/>
              </a:bodyPr>
              <a:lstStyle/>
              <a:p>
                <a:pPr algn="ctr">
                  <a:lnSpc>
                    <a:spcPct val="90000"/>
                  </a:lnSpc>
                  <a:spcBef>
                    <a:spcPts val="599"/>
                  </a:spcBef>
                  <a:spcAft>
                    <a:spcPts val="599"/>
                  </a:spcAft>
                  <a:defRPr/>
                </a:pPr>
                <a:endParaRPr lang="en-GB" sz="1600" cap="all">
                  <a:latin typeface="Calibri"/>
                  <a:cs typeface="Calibri"/>
                </a:endParaRPr>
              </a:p>
            </p:txBody>
          </p:sp>
          <p:sp>
            <p:nvSpPr>
              <p:cNvPr id="1419584416" name="Graphic 163" descr="Informatie"/>
              <p:cNvSpPr>
                <a:spLocks noAdjustHandles="1" noChangeArrowheads="1" noChangeShapeType="1" noEditPoints="1" noGrp="1" noMove="1" noResize="1" noRot="1"/>
              </p:cNvSpPr>
              <p:nvPr/>
            </p:nvSpPr>
            <p:spPr bwMode="auto">
              <a:xfrm>
                <a:off x="-510741" y="5913712"/>
                <a:ext cx="267554" cy="267554"/>
              </a:xfrm>
              <a:custGeom>
                <a:avLst/>
                <a:gdLst>
                  <a:gd name="connsiteX0" fmla="*/ 145860 w 291719"/>
                  <a:gd name="connsiteY0" fmla="*/ 0 h 291719"/>
                  <a:gd name="connsiteX1" fmla="*/ 0 w 291719"/>
                  <a:gd name="connsiteY1" fmla="*/ 145860 h 291719"/>
                  <a:gd name="connsiteX2" fmla="*/ 145860 w 291719"/>
                  <a:gd name="connsiteY2" fmla="*/ 291720 h 291719"/>
                  <a:gd name="connsiteX3" fmla="*/ 291720 w 291719"/>
                  <a:gd name="connsiteY3" fmla="*/ 145860 h 291719"/>
                  <a:gd name="connsiteX4" fmla="*/ 145860 w 291719"/>
                  <a:gd name="connsiteY4" fmla="*/ 0 h 291719"/>
                  <a:gd name="connsiteX5" fmla="*/ 138183 w 291719"/>
                  <a:gd name="connsiteY5" fmla="*/ 38384 h 291719"/>
                  <a:gd name="connsiteX6" fmla="*/ 157375 w 291719"/>
                  <a:gd name="connsiteY6" fmla="*/ 57576 h 291719"/>
                  <a:gd name="connsiteX7" fmla="*/ 138183 w 291719"/>
                  <a:gd name="connsiteY7" fmla="*/ 76768 h 291719"/>
                  <a:gd name="connsiteX8" fmla="*/ 118991 w 291719"/>
                  <a:gd name="connsiteY8" fmla="*/ 57576 h 291719"/>
                  <a:gd name="connsiteX9" fmla="*/ 138183 w 291719"/>
                  <a:gd name="connsiteY9" fmla="*/ 38384 h 291719"/>
                  <a:gd name="connsiteX10" fmla="*/ 184244 w 291719"/>
                  <a:gd name="connsiteY10" fmla="*/ 253336 h 291719"/>
                  <a:gd name="connsiteX11" fmla="*/ 107476 w 291719"/>
                  <a:gd name="connsiteY11" fmla="*/ 253336 h 291719"/>
                  <a:gd name="connsiteX12" fmla="*/ 107476 w 291719"/>
                  <a:gd name="connsiteY12" fmla="*/ 230305 h 291719"/>
                  <a:gd name="connsiteX13" fmla="*/ 134345 w 291719"/>
                  <a:gd name="connsiteY13" fmla="*/ 230305 h 291719"/>
                  <a:gd name="connsiteX14" fmla="*/ 134345 w 291719"/>
                  <a:gd name="connsiteY14" fmla="*/ 115153 h 291719"/>
                  <a:gd name="connsiteX15" fmla="*/ 111314 w 291719"/>
                  <a:gd name="connsiteY15" fmla="*/ 115153 h 291719"/>
                  <a:gd name="connsiteX16" fmla="*/ 111314 w 291719"/>
                  <a:gd name="connsiteY16" fmla="*/ 92122 h 291719"/>
                  <a:gd name="connsiteX17" fmla="*/ 157375 w 291719"/>
                  <a:gd name="connsiteY17" fmla="*/ 92122 h 291719"/>
                  <a:gd name="connsiteX18" fmla="*/ 157375 w 291719"/>
                  <a:gd name="connsiteY18" fmla="*/ 115153 h 291719"/>
                  <a:gd name="connsiteX19" fmla="*/ 157375 w 291719"/>
                  <a:gd name="connsiteY19" fmla="*/ 230305 h 291719"/>
                  <a:gd name="connsiteX20" fmla="*/ 184244 w 291719"/>
                  <a:gd name="connsiteY20" fmla="*/ 230305 h 291719"/>
                  <a:gd name="connsiteX21" fmla="*/ 184244 w 291719"/>
                  <a:gd name="connsiteY21" fmla="*/ 253336 h 291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1719" h="291719" fill="norm" stroke="1" extrusionOk="0">
                    <a:moveTo>
                      <a:pt x="145860" y="0"/>
                    </a:moveTo>
                    <a:cubicBezTo>
                      <a:pt x="65253" y="0"/>
                      <a:pt x="0" y="65253"/>
                      <a:pt x="0" y="145860"/>
                    </a:cubicBezTo>
                    <a:cubicBezTo>
                      <a:pt x="0" y="226467"/>
                      <a:pt x="65253" y="291720"/>
                      <a:pt x="145860" y="291720"/>
                    </a:cubicBezTo>
                    <a:cubicBezTo>
                      <a:pt x="226467" y="291720"/>
                      <a:pt x="291720" y="226467"/>
                      <a:pt x="291720" y="145860"/>
                    </a:cubicBezTo>
                    <a:cubicBezTo>
                      <a:pt x="291720" y="65253"/>
                      <a:pt x="226467" y="0"/>
                      <a:pt x="145860" y="0"/>
                    </a:cubicBezTo>
                    <a:close/>
                    <a:moveTo>
                      <a:pt x="138183" y="38384"/>
                    </a:moveTo>
                    <a:cubicBezTo>
                      <a:pt x="148931" y="38384"/>
                      <a:pt x="157375" y="46829"/>
                      <a:pt x="157375" y="57576"/>
                    </a:cubicBezTo>
                    <a:cubicBezTo>
                      <a:pt x="157375" y="68324"/>
                      <a:pt x="148931" y="76768"/>
                      <a:pt x="138183" y="76768"/>
                    </a:cubicBezTo>
                    <a:cubicBezTo>
                      <a:pt x="127435" y="76768"/>
                      <a:pt x="118991" y="68324"/>
                      <a:pt x="118991" y="57576"/>
                    </a:cubicBezTo>
                    <a:cubicBezTo>
                      <a:pt x="118991" y="46829"/>
                      <a:pt x="127435" y="38384"/>
                      <a:pt x="138183" y="38384"/>
                    </a:cubicBezTo>
                    <a:close/>
                    <a:moveTo>
                      <a:pt x="184244" y="253336"/>
                    </a:moveTo>
                    <a:lnTo>
                      <a:pt x="107476" y="253336"/>
                    </a:lnTo>
                    <a:lnTo>
                      <a:pt x="107476" y="230305"/>
                    </a:lnTo>
                    <a:lnTo>
                      <a:pt x="134345" y="230305"/>
                    </a:lnTo>
                    <a:lnTo>
                      <a:pt x="134345" y="115153"/>
                    </a:lnTo>
                    <a:lnTo>
                      <a:pt x="111314" y="115153"/>
                    </a:lnTo>
                    <a:lnTo>
                      <a:pt x="111314" y="92122"/>
                    </a:lnTo>
                    <a:lnTo>
                      <a:pt x="157375" y="92122"/>
                    </a:lnTo>
                    <a:lnTo>
                      <a:pt x="157375" y="115153"/>
                    </a:lnTo>
                    <a:lnTo>
                      <a:pt x="157375" y="230305"/>
                    </a:lnTo>
                    <a:lnTo>
                      <a:pt x="184244" y="230305"/>
                    </a:lnTo>
                    <a:lnTo>
                      <a:pt x="184244" y="253336"/>
                    </a:lnTo>
                    <a:close/>
                  </a:path>
                </a:pathLst>
              </a:custGeom>
              <a:solidFill>
                <a:srgbClr val="1FF524"/>
              </a:solidFill>
              <a:ln w="3770" cap="flat">
                <a:noFill/>
                <a:prstDash val="solid"/>
                <a:miter/>
              </a:ln>
            </p:spPr>
            <p:txBody>
              <a:bodyPr rtlCol="0" anchor="ctr"/>
              <a:lstStyle/>
              <a:p>
                <a:pPr>
                  <a:defRPr/>
                </a:pPr>
                <a:endParaRPr lang="en-GB" sz="2000">
                  <a:solidFill>
                    <a:srgbClr val="211F26"/>
                  </a:solidFill>
                  <a:latin typeface="Calibri"/>
                  <a:cs typeface="Calibri"/>
                </a:endParaRPr>
              </a:p>
            </p:txBody>
          </p:sp>
        </p:grpSp>
        <p:grpSp>
          <p:nvGrpSpPr>
            <p:cNvPr id="2101273678" name="VOORBEELD"/>
            <p:cNvGrpSpPr>
              <a:grpSpLocks noGrp="1" noMove="1" noResize="1" noRot="1" noUngrp="1"/>
            </p:cNvGrpSpPr>
            <p:nvPr userDrawn="1"/>
          </p:nvGrpSpPr>
          <p:grpSpPr bwMode="auto">
            <a:xfrm>
              <a:off x="-3605171" y="458673"/>
              <a:ext cx="3234310" cy="558874"/>
              <a:chOff x="-3605171" y="458673"/>
              <a:chExt cx="3234310" cy="558874"/>
            </a:xfrm>
          </p:grpSpPr>
          <p:sp>
            <p:nvSpPr>
              <p:cNvPr id="511729912" name="Rechthoek 302"/>
              <p:cNvSpPr>
                <a:spLocks noAdjustHandles="1" noChangeArrowheads="1" noChangeShapeType="1" noEditPoints="1" noGrp="1" noMove="1" noResize="1" noRot="1"/>
              </p:cNvSpPr>
              <p:nvPr userDrawn="1"/>
            </p:nvSpPr>
            <p:spPr bwMode="auto">
              <a:xfrm>
                <a:off x="-3604182" y="458673"/>
                <a:ext cx="393458" cy="184057"/>
              </a:xfrm>
              <a:prstGeom prst="rect">
                <a:avLst/>
              </a:prstGeom>
              <a:solidFill>
                <a:srgbClr val="F8F8F8"/>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18000" rIns="0" bIns="0" numCol="1" spcCol="0" rtlCol="0" fromWordArt="0" anchor="t" anchorCtr="0" forceAA="0" compatLnSpc="1">
                <a:prstTxWarp prst="textNoShape"/>
                <a:noAutofit/>
              </a:bodyPr>
              <a:lstStyle/>
              <a:p>
                <a:pPr algn="ctr">
                  <a:defRPr/>
                </a:pPr>
                <a:r>
                  <a:rPr lang="en-GB" sz="900" b="1">
                    <a:solidFill>
                      <a:srgbClr val="211F26"/>
                    </a:solidFill>
                    <a:latin typeface="Calibri"/>
                    <a:cs typeface="Calibri"/>
                  </a:rPr>
                  <a:t>Home</a:t>
                </a:r>
                <a:endParaRPr/>
              </a:p>
            </p:txBody>
          </p:sp>
          <p:sp>
            <p:nvSpPr>
              <p:cNvPr id="329743471" name="Rechthoek 303"/>
              <p:cNvSpPr>
                <a:spLocks noAdjustHandles="1" noChangeArrowheads="1" noChangeShapeType="1" noEditPoints="1" noGrp="1" noMove="1" noResize="1" noRot="1"/>
              </p:cNvSpPr>
              <p:nvPr userDrawn="1"/>
            </p:nvSpPr>
            <p:spPr bwMode="auto">
              <a:xfrm>
                <a:off x="-3599183" y="621344"/>
                <a:ext cx="383781" cy="27171"/>
              </a:xfrm>
              <a:prstGeom prst="rect">
                <a:avLst/>
              </a:prstGeom>
              <a:solidFill>
                <a:srgbClr val="B7462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noAutofit/>
              </a:bodyPr>
              <a:lstStyle/>
              <a:p>
                <a:pPr algn="l">
                  <a:defRPr/>
                </a:pPr>
                <a:endParaRPr lang="en-GB" sz="1000" b="1">
                  <a:solidFill>
                    <a:srgbClr val="211F26"/>
                  </a:solidFill>
                  <a:latin typeface="Calibri"/>
                  <a:cs typeface="Calibri"/>
                </a:endParaRPr>
              </a:p>
            </p:txBody>
          </p:sp>
          <p:grpSp>
            <p:nvGrpSpPr>
              <p:cNvPr id="2147369422" name="Groep 304"/>
              <p:cNvGrpSpPr>
                <a:grpSpLocks noGrp="1" noMove="1" noResize="1" noRot="1" noUngrp="1"/>
              </p:cNvGrpSpPr>
              <p:nvPr userDrawn="1"/>
            </p:nvGrpSpPr>
            <p:grpSpPr bwMode="auto">
              <a:xfrm>
                <a:off x="-3386246" y="830871"/>
                <a:ext cx="139422" cy="109566"/>
                <a:chOff x="-2866743" y="827069"/>
                <a:chExt cx="168700" cy="132574"/>
              </a:xfrm>
            </p:grpSpPr>
            <p:grpSp>
              <p:nvGrpSpPr>
                <p:cNvPr id="411976942" name="Groep 335"/>
                <p:cNvGrpSpPr>
                  <a:grpSpLocks noGrp="1" noMove="1" noResize="1" noRot="1" noUngrp="1"/>
                </p:cNvGrpSpPr>
                <p:nvPr userDrawn="1"/>
              </p:nvGrpSpPr>
              <p:grpSpPr bwMode="auto">
                <a:xfrm>
                  <a:off x="-2866743" y="827069"/>
                  <a:ext cx="168700" cy="132574"/>
                  <a:chOff x="-2866743" y="827069"/>
                  <a:chExt cx="168700" cy="132574"/>
                </a:xfrm>
              </p:grpSpPr>
              <p:cxnSp>
                <p:nvCxnSpPr>
                  <p:cNvPr id="1365998091" name="Rechte verbindingslijn 337"/>
                  <p:cNvCxnSpPr>
                    <a:cxnSpLocks noAdjustHandles="1" noChangeArrowheads="1" noChangeShapeType="1" noEditPoints="1" noGrp="1" noMove="1" noResize="1" noRot="1"/>
                  </p:cNvCxnSpPr>
                  <p:nvPr userDrawn="1"/>
                </p:nvCxnSpPr>
                <p:spPr bwMode="auto">
                  <a:xfrm>
                    <a:off x="-2866743" y="827069"/>
                    <a:ext cx="168700" cy="0"/>
                  </a:xfrm>
                  <a:prstGeom prst="line">
                    <a:avLst/>
                  </a:prstGeom>
                  <a:solidFill>
                    <a:schemeClr val="bg1"/>
                  </a:solidFill>
                  <a:ln w="12700" cap="flat" cmpd="sng" algn="ctr">
                    <a:solidFill>
                      <a:srgbClr val="9D9FA1"/>
                    </a:solidFill>
                    <a:prstDash val="solid"/>
                  </a:ln>
                  <a:effectLst/>
                </p:spPr>
              </p:cxnSp>
              <p:cxnSp>
                <p:nvCxnSpPr>
                  <p:cNvPr id="1443623585" name="Rechte verbindingslijn 338"/>
                  <p:cNvCxnSpPr>
                    <a:cxnSpLocks noAdjustHandles="1" noChangeArrowheads="1" noChangeShapeType="1" noEditPoints="1" noGrp="1" noMove="1" noResize="1" noRot="1"/>
                  </p:cNvCxnSpPr>
                  <p:nvPr userDrawn="1"/>
                </p:nvCxnSpPr>
                <p:spPr bwMode="auto">
                  <a:xfrm>
                    <a:off x="-2866743" y="959645"/>
                    <a:ext cx="168700" cy="0"/>
                  </a:xfrm>
                  <a:prstGeom prst="line">
                    <a:avLst/>
                  </a:prstGeom>
                  <a:solidFill>
                    <a:schemeClr val="bg1"/>
                  </a:solidFill>
                  <a:ln w="12700" cap="flat" cmpd="sng" algn="ctr">
                    <a:solidFill>
                      <a:srgbClr val="9D9FA1"/>
                    </a:solidFill>
                    <a:prstDash val="solid"/>
                  </a:ln>
                  <a:effectLst/>
                </p:spPr>
              </p:cxnSp>
              <p:cxnSp>
                <p:nvCxnSpPr>
                  <p:cNvPr id="1990167249" name="Rechte verbindingslijn 339"/>
                  <p:cNvCxnSpPr>
                    <a:cxnSpLocks noAdjustHandles="1" noChangeArrowheads="1" noChangeShapeType="1" noEditPoints="1" noGrp="1" noMove="1" noResize="1" noRot="1"/>
                  </p:cNvCxnSpPr>
                  <p:nvPr userDrawn="1"/>
                </p:nvCxnSpPr>
                <p:spPr bwMode="auto">
                  <a:xfrm>
                    <a:off x="-2773989" y="926502"/>
                    <a:ext cx="75946" cy="0"/>
                  </a:xfrm>
                  <a:prstGeom prst="line">
                    <a:avLst/>
                  </a:prstGeom>
                  <a:solidFill>
                    <a:schemeClr val="bg1"/>
                  </a:solidFill>
                  <a:ln w="12700" cap="flat" cmpd="sng" algn="ctr">
                    <a:solidFill>
                      <a:srgbClr val="9D9FA1"/>
                    </a:solidFill>
                    <a:prstDash val="solid"/>
                  </a:ln>
                  <a:effectLst/>
                </p:spPr>
              </p:cxnSp>
              <p:cxnSp>
                <p:nvCxnSpPr>
                  <p:cNvPr id="885617441" name="Rechte verbindingslijn 340"/>
                  <p:cNvCxnSpPr>
                    <a:cxnSpLocks noAdjustHandles="1" noChangeArrowheads="1" noChangeShapeType="1" noEditPoints="1" noGrp="1" noMove="1" noResize="1" noRot="1"/>
                  </p:cNvCxnSpPr>
                  <p:nvPr userDrawn="1"/>
                </p:nvCxnSpPr>
                <p:spPr bwMode="auto">
                  <a:xfrm>
                    <a:off x="-2773989" y="893358"/>
                    <a:ext cx="75946" cy="0"/>
                  </a:xfrm>
                  <a:prstGeom prst="line">
                    <a:avLst/>
                  </a:prstGeom>
                  <a:solidFill>
                    <a:schemeClr val="bg1"/>
                  </a:solidFill>
                  <a:ln w="12700" cap="flat" cmpd="sng" algn="ctr">
                    <a:solidFill>
                      <a:srgbClr val="9D9FA1"/>
                    </a:solidFill>
                    <a:prstDash val="solid"/>
                  </a:ln>
                  <a:effectLst/>
                </p:spPr>
              </p:cxnSp>
              <p:cxnSp>
                <p:nvCxnSpPr>
                  <p:cNvPr id="773621462" name="Rechte verbindingslijn 341"/>
                  <p:cNvCxnSpPr>
                    <a:cxnSpLocks noAdjustHandles="1" noChangeArrowheads="1" noChangeShapeType="1" noEditPoints="1" noGrp="1" noMove="1" noResize="1" noRot="1"/>
                  </p:cNvCxnSpPr>
                  <p:nvPr userDrawn="1"/>
                </p:nvCxnSpPr>
                <p:spPr bwMode="auto">
                  <a:xfrm>
                    <a:off x="-2773989" y="860214"/>
                    <a:ext cx="75946" cy="0"/>
                  </a:xfrm>
                  <a:prstGeom prst="line">
                    <a:avLst/>
                  </a:prstGeom>
                  <a:solidFill>
                    <a:schemeClr val="bg1"/>
                  </a:solidFill>
                  <a:ln w="12700" cap="flat" cmpd="sng" algn="ctr">
                    <a:solidFill>
                      <a:srgbClr val="9D9FA1"/>
                    </a:solidFill>
                    <a:prstDash val="solid"/>
                  </a:ln>
                  <a:effectLst/>
                </p:spPr>
              </p:cxnSp>
            </p:grpSp>
            <p:sp>
              <p:nvSpPr>
                <p:cNvPr id="1579874124" name="Pijl: rechts 336"/>
                <p:cNvSpPr>
                  <a:spLocks noAdjustHandles="1" noChangeArrowheads="1" noChangeShapeType="1" noEditPoints="1" noGrp="1" noMove="1" noResize="1" noRot="1"/>
                </p:cNvSpPr>
                <p:nvPr userDrawn="1"/>
              </p:nvSpPr>
              <p:spPr bwMode="auto">
                <a:xfrm>
                  <a:off x="-2866743" y="858736"/>
                  <a:ext cx="70675" cy="67901"/>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noAutofit/>
                </a:bodyPr>
                <a:lstStyle/>
                <a:p>
                  <a:pPr algn="l">
                    <a:defRPr/>
                  </a:pPr>
                  <a:endParaRPr lang="en-GB" sz="1000" b="1">
                    <a:solidFill>
                      <a:srgbClr val="211F26"/>
                    </a:solidFill>
                    <a:latin typeface="Calibri"/>
                    <a:cs typeface="Calibri"/>
                  </a:endParaRPr>
                </a:p>
              </p:txBody>
            </p:sp>
          </p:grpSp>
          <p:grpSp>
            <p:nvGrpSpPr>
              <p:cNvPr id="1175403428" name="Groep 305"/>
              <p:cNvGrpSpPr>
                <a:grpSpLocks noGrp="1" noMove="1" noResize="1" noRot="1" noUngrp="1"/>
              </p:cNvGrpSpPr>
              <p:nvPr userDrawn="1"/>
            </p:nvGrpSpPr>
            <p:grpSpPr bwMode="auto">
              <a:xfrm>
                <a:off x="-3605171" y="830871"/>
                <a:ext cx="139422" cy="109566"/>
                <a:chOff x="-2866743" y="518073"/>
                <a:chExt cx="168700" cy="132574"/>
              </a:xfrm>
            </p:grpSpPr>
            <p:grpSp>
              <p:nvGrpSpPr>
                <p:cNvPr id="600098636" name="Groep 328"/>
                <p:cNvGrpSpPr>
                  <a:grpSpLocks noGrp="1" noMove="1" noResize="1" noRot="1" noUngrp="1"/>
                </p:cNvGrpSpPr>
                <p:nvPr userDrawn="1"/>
              </p:nvGrpSpPr>
              <p:grpSpPr bwMode="auto">
                <a:xfrm>
                  <a:off x="-2866743" y="518073"/>
                  <a:ext cx="168700" cy="132574"/>
                  <a:chOff x="-2866743" y="518073"/>
                  <a:chExt cx="168700" cy="132574"/>
                </a:xfrm>
              </p:grpSpPr>
              <p:cxnSp>
                <p:nvCxnSpPr>
                  <p:cNvPr id="1851454229" name="Rechte verbindingslijn 330"/>
                  <p:cNvCxnSpPr>
                    <a:cxnSpLocks noAdjustHandles="1" noChangeArrowheads="1" noChangeShapeType="1" noEditPoints="1" noGrp="1" noMove="1" noResize="1" noRot="1"/>
                  </p:cNvCxnSpPr>
                  <p:nvPr userDrawn="1"/>
                </p:nvCxnSpPr>
                <p:spPr bwMode="auto">
                  <a:xfrm>
                    <a:off x="-2866743" y="518073"/>
                    <a:ext cx="168700" cy="0"/>
                  </a:xfrm>
                  <a:prstGeom prst="line">
                    <a:avLst/>
                  </a:prstGeom>
                  <a:solidFill>
                    <a:schemeClr val="bg1"/>
                  </a:solidFill>
                  <a:ln w="12700" cap="flat" cmpd="sng" algn="ctr">
                    <a:solidFill>
                      <a:srgbClr val="9D9FA1"/>
                    </a:solidFill>
                    <a:prstDash val="solid"/>
                  </a:ln>
                  <a:effectLst/>
                </p:spPr>
              </p:cxnSp>
              <p:cxnSp>
                <p:nvCxnSpPr>
                  <p:cNvPr id="1275725349" name="Rechte verbindingslijn 331"/>
                  <p:cNvCxnSpPr>
                    <a:cxnSpLocks noAdjustHandles="1" noChangeArrowheads="1" noChangeShapeType="1" noEditPoints="1" noGrp="1" noMove="1" noResize="1" noRot="1"/>
                  </p:cNvCxnSpPr>
                  <p:nvPr userDrawn="1"/>
                </p:nvCxnSpPr>
                <p:spPr bwMode="auto">
                  <a:xfrm>
                    <a:off x="-2866743" y="650648"/>
                    <a:ext cx="168700" cy="0"/>
                  </a:xfrm>
                  <a:prstGeom prst="line">
                    <a:avLst/>
                  </a:prstGeom>
                  <a:solidFill>
                    <a:schemeClr val="bg1"/>
                  </a:solidFill>
                  <a:ln w="12700" cap="flat" cmpd="sng" algn="ctr">
                    <a:solidFill>
                      <a:srgbClr val="9D9FA1"/>
                    </a:solidFill>
                    <a:prstDash val="solid"/>
                  </a:ln>
                  <a:effectLst/>
                </p:spPr>
              </p:cxnSp>
              <p:cxnSp>
                <p:nvCxnSpPr>
                  <p:cNvPr id="82621041" name="Rechte verbindingslijn 332"/>
                  <p:cNvCxnSpPr>
                    <a:cxnSpLocks noAdjustHandles="1" noChangeArrowheads="1" noChangeShapeType="1" noEditPoints="1" noGrp="1" noMove="1" noResize="1" noRot="1"/>
                  </p:cNvCxnSpPr>
                  <p:nvPr userDrawn="1"/>
                </p:nvCxnSpPr>
                <p:spPr bwMode="auto">
                  <a:xfrm>
                    <a:off x="-2773989" y="617505"/>
                    <a:ext cx="75946" cy="0"/>
                  </a:xfrm>
                  <a:prstGeom prst="line">
                    <a:avLst/>
                  </a:prstGeom>
                  <a:solidFill>
                    <a:schemeClr val="bg1"/>
                  </a:solidFill>
                  <a:ln w="12700" cap="flat" cmpd="sng" algn="ctr">
                    <a:solidFill>
                      <a:srgbClr val="9D9FA1"/>
                    </a:solidFill>
                    <a:prstDash val="solid"/>
                  </a:ln>
                  <a:effectLst/>
                </p:spPr>
              </p:cxnSp>
              <p:cxnSp>
                <p:nvCxnSpPr>
                  <p:cNvPr id="1505117549" name="Rechte verbindingslijn 333"/>
                  <p:cNvCxnSpPr>
                    <a:cxnSpLocks noAdjustHandles="1" noChangeArrowheads="1" noChangeShapeType="1" noEditPoints="1" noGrp="1" noMove="1" noResize="1" noRot="1"/>
                  </p:cNvCxnSpPr>
                  <p:nvPr userDrawn="1"/>
                </p:nvCxnSpPr>
                <p:spPr bwMode="auto">
                  <a:xfrm>
                    <a:off x="-2773989" y="584361"/>
                    <a:ext cx="75946" cy="0"/>
                  </a:xfrm>
                  <a:prstGeom prst="line">
                    <a:avLst/>
                  </a:prstGeom>
                  <a:solidFill>
                    <a:schemeClr val="bg1"/>
                  </a:solidFill>
                  <a:ln w="12700" cap="flat" cmpd="sng" algn="ctr">
                    <a:solidFill>
                      <a:srgbClr val="9D9FA1"/>
                    </a:solidFill>
                    <a:prstDash val="solid"/>
                  </a:ln>
                  <a:effectLst/>
                </p:spPr>
              </p:cxnSp>
              <p:cxnSp>
                <p:nvCxnSpPr>
                  <p:cNvPr id="351088025" name="Rechte verbindingslijn 334"/>
                  <p:cNvCxnSpPr>
                    <a:cxnSpLocks noAdjustHandles="1" noChangeArrowheads="1" noChangeShapeType="1" noEditPoints="1" noGrp="1" noMove="1" noResize="1" noRot="1"/>
                  </p:cNvCxnSpPr>
                  <p:nvPr userDrawn="1"/>
                </p:nvCxnSpPr>
                <p:spPr bwMode="auto">
                  <a:xfrm>
                    <a:off x="-2773989" y="551217"/>
                    <a:ext cx="75946" cy="0"/>
                  </a:xfrm>
                  <a:prstGeom prst="line">
                    <a:avLst/>
                  </a:prstGeom>
                  <a:solidFill>
                    <a:schemeClr val="bg1"/>
                  </a:solidFill>
                  <a:ln w="12700" cap="flat" cmpd="sng" algn="ctr">
                    <a:solidFill>
                      <a:srgbClr val="9D9FA1"/>
                    </a:solidFill>
                    <a:prstDash val="solid"/>
                  </a:ln>
                  <a:effectLst/>
                </p:spPr>
              </p:cxnSp>
            </p:grpSp>
            <p:sp>
              <p:nvSpPr>
                <p:cNvPr id="1681961635" name="Pijl: rechts 329"/>
                <p:cNvSpPr>
                  <a:spLocks noAdjustHandles="1" noChangeArrowheads="1" noChangeShapeType="1" noEditPoints="1" noGrp="1" noMove="1" noResize="1" noRot="1"/>
                </p:cNvSpPr>
                <p:nvPr userDrawn="1"/>
              </p:nvSpPr>
              <p:spPr bwMode="auto">
                <a:xfrm flipH="1">
                  <a:off x="-2866743" y="549739"/>
                  <a:ext cx="70675" cy="67901"/>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noAutofit/>
                </a:bodyPr>
                <a:lstStyle/>
                <a:p>
                  <a:pPr algn="l">
                    <a:defRPr/>
                  </a:pPr>
                  <a:endParaRPr lang="en-GB" sz="1000" b="1">
                    <a:solidFill>
                      <a:srgbClr val="211F26"/>
                    </a:solidFill>
                    <a:latin typeface="Calibri"/>
                    <a:cs typeface="Calibri"/>
                  </a:endParaRPr>
                </a:p>
              </p:txBody>
            </p:sp>
          </p:grpSp>
          <p:cxnSp>
            <p:nvCxnSpPr>
              <p:cNvPr id="655038399" name="Rechte verbindingslijn 306"/>
              <p:cNvCxnSpPr>
                <a:cxnSpLocks noAdjustHandles="1" noChangeArrowheads="1" noChangeShapeType="1" noEditPoints="1" noGrp="1" noMove="1" noResize="1" noRot="1"/>
              </p:cNvCxnSpPr>
              <p:nvPr userDrawn="1"/>
            </p:nvCxnSpPr>
            <p:spPr bwMode="auto">
              <a:xfrm flipV="1">
                <a:off x="-3459956" y="588168"/>
                <a:ext cx="547686" cy="219075"/>
              </a:xfrm>
              <a:prstGeom prst="line">
                <a:avLst/>
              </a:prstGeom>
              <a:noFill/>
              <a:ln w="19050" cap="rnd" cmpd="sng" algn="ctr">
                <a:solidFill>
                  <a:schemeClr val="accent1"/>
                </a:solidFill>
                <a:prstDash val="solid"/>
                <a:headEnd type="oval"/>
              </a:ln>
              <a:effectLst/>
            </p:spPr>
          </p:cxnSp>
          <p:cxnSp>
            <p:nvCxnSpPr>
              <p:cNvPr id="72426476" name="Rechte verbindingslijn 307"/>
              <p:cNvCxnSpPr>
                <a:cxnSpLocks noAdjustHandles="1" noChangeArrowheads="1" noChangeShapeType="1" noEditPoints="1" noGrp="1" noMove="1" noResize="1" noRot="1"/>
              </p:cNvCxnSpPr>
              <p:nvPr userDrawn="1"/>
            </p:nvCxnSpPr>
            <p:spPr bwMode="auto">
              <a:xfrm>
                <a:off x="-3224212" y="828675"/>
                <a:ext cx="319087" cy="0"/>
              </a:xfrm>
              <a:prstGeom prst="line">
                <a:avLst/>
              </a:prstGeom>
              <a:noFill/>
              <a:ln w="19050" cap="rnd" cmpd="sng" algn="ctr">
                <a:solidFill>
                  <a:schemeClr val="accent1"/>
                </a:solidFill>
                <a:prstDash val="solid"/>
                <a:headEnd type="oval"/>
              </a:ln>
              <a:effectLst/>
            </p:spPr>
          </p:cxnSp>
          <p:sp>
            <p:nvSpPr>
              <p:cNvPr id="818841166" name="Rechthoek 308"/>
              <p:cNvSpPr>
                <a:spLocks noAdjustHandles="1" noChangeArrowheads="1" noChangeShapeType="1" noEditPoints="1" noGrp="1" noMove="1" noResize="1" noRot="1"/>
              </p:cNvSpPr>
              <p:nvPr userDrawn="1"/>
            </p:nvSpPr>
            <p:spPr bwMode="auto">
              <a:xfrm>
                <a:off x="-2559902" y="512178"/>
                <a:ext cx="2189041" cy="151083"/>
              </a:xfrm>
              <a:prstGeom prst="rect">
                <a:avLst/>
              </a:prstGeom>
              <a:noFill/>
              <a:ln w="25400" cap="flat" cmpd="sng" algn="ctr">
                <a:noFill/>
                <a:prstDash val="solid"/>
              </a:ln>
              <a:effectLst/>
            </p:spPr>
            <p:txBody>
              <a:bodyPr lIns="0" tIns="0" rIns="0" bIns="0" rtlCol="0" anchor="ctr"/>
              <a:lstStyle/>
              <a:p>
                <a:pPr marL="0" marR="0" lvl="0" indent="0" defTabSz="914400">
                  <a:lnSpc>
                    <a:spcPct val="90000"/>
                  </a:lnSpc>
                  <a:spcBef>
                    <a:spcPts val="599"/>
                  </a:spcBef>
                  <a:spcAft>
                    <a:spcPts val="599"/>
                  </a:spcAft>
                  <a:buClrTx/>
                  <a:buSzTx/>
                  <a:buFontTx/>
                  <a:buNone/>
                  <a:defRPr/>
                </a:pPr>
                <a:r>
                  <a:rPr lang="en-GB" sz="1100" b="0" i="0" u="none" strike="noStrike" cap="none" spc="0">
                    <a:ln>
                      <a:noFill/>
                    </a:ln>
                    <a:solidFill>
                      <a:schemeClr val="tx1"/>
                    </a:solidFill>
                    <a:latin typeface="Calibri"/>
                    <a:cs typeface="Calibri"/>
                  </a:rPr>
                  <a:t>Text level down</a:t>
                </a:r>
                <a:endParaRPr/>
              </a:p>
            </p:txBody>
          </p:sp>
          <p:sp>
            <p:nvSpPr>
              <p:cNvPr id="1241266994" name="Rechthoek 309"/>
              <p:cNvSpPr>
                <a:spLocks noAdjustHandles="1" noChangeArrowheads="1" noChangeShapeType="1" noEditPoints="1" noGrp="1" noMove="1" noResize="1" noRot="1"/>
              </p:cNvSpPr>
              <p:nvPr userDrawn="1"/>
            </p:nvSpPr>
            <p:spPr bwMode="auto">
              <a:xfrm>
                <a:off x="-2559902" y="819560"/>
                <a:ext cx="2189043" cy="142201"/>
              </a:xfrm>
              <a:prstGeom prst="rect">
                <a:avLst/>
              </a:prstGeom>
              <a:noFill/>
              <a:ln w="25400" cap="flat" cmpd="sng" algn="ctr">
                <a:noFill/>
                <a:prstDash val="solid"/>
              </a:ln>
              <a:effectLst/>
            </p:spPr>
            <p:txBody>
              <a:bodyPr lIns="0" tIns="0" rIns="0" bIns="0" rtlCol="0" anchor="ctr"/>
              <a:lstStyle/>
              <a:p>
                <a:pPr marL="0" marR="0" lvl="0" indent="0" defTabSz="914400">
                  <a:lnSpc>
                    <a:spcPct val="90000"/>
                  </a:lnSpc>
                  <a:spcBef>
                    <a:spcPts val="599"/>
                  </a:spcBef>
                  <a:spcAft>
                    <a:spcPts val="599"/>
                  </a:spcAft>
                  <a:buClrTx/>
                  <a:buSzTx/>
                  <a:buFontTx/>
                  <a:buNone/>
                  <a:defRPr/>
                </a:pPr>
                <a:r>
                  <a:rPr lang="en-GB" sz="1100" b="0" i="0" u="none" strike="noStrike" cap="none" spc="0">
                    <a:ln>
                      <a:noFill/>
                    </a:ln>
                    <a:solidFill>
                      <a:schemeClr val="tx1"/>
                    </a:solidFill>
                    <a:latin typeface="Calibri"/>
                    <a:cs typeface="Calibri"/>
                  </a:rPr>
                  <a:t>Text level up</a:t>
                </a:r>
                <a:endParaRPr/>
              </a:p>
            </p:txBody>
          </p:sp>
          <p:grpSp>
            <p:nvGrpSpPr>
              <p:cNvPr id="1397613054" name="Groep 310"/>
              <p:cNvGrpSpPr>
                <a:grpSpLocks noGrp="1" noMove="1" noResize="1" noRot="1" noUngrp="1"/>
              </p:cNvGrpSpPr>
              <p:nvPr userDrawn="1"/>
            </p:nvGrpSpPr>
            <p:grpSpPr bwMode="auto">
              <a:xfrm>
                <a:off x="-2916762" y="769167"/>
                <a:ext cx="268737" cy="248380"/>
                <a:chOff x="-2916762" y="769167"/>
                <a:chExt cx="268737" cy="248380"/>
              </a:xfrm>
            </p:grpSpPr>
            <p:sp>
              <p:nvSpPr>
                <p:cNvPr id="1946434344" name="Rechthoek 320"/>
                <p:cNvSpPr>
                  <a:spLocks noAdjustHandles="1" noChangeArrowheads="1" noChangeShapeType="1" noEditPoints="1" noGrp="1" noMove="1" noResize="1" noRot="1"/>
                </p:cNvSpPr>
                <p:nvPr userDrawn="1"/>
              </p:nvSpPr>
              <p:spPr bwMode="auto">
                <a:xfrm>
                  <a:off x="-2916762" y="769167"/>
                  <a:ext cx="268737" cy="248380"/>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noAutofit/>
                </a:bodyPr>
                <a:lstStyle/>
                <a:p>
                  <a:pPr algn="ctr">
                    <a:defRPr/>
                  </a:pPr>
                  <a:endParaRPr lang="en-GB" sz="1050" b="0">
                    <a:solidFill>
                      <a:srgbClr val="211F26"/>
                    </a:solidFill>
                    <a:latin typeface="Calibri"/>
                    <a:cs typeface="Calibri"/>
                  </a:endParaRPr>
                </a:p>
              </p:txBody>
            </p:sp>
            <p:grpSp>
              <p:nvGrpSpPr>
                <p:cNvPr id="1769887860" name="Groep 321"/>
                <p:cNvGrpSpPr>
                  <a:grpSpLocks noGrp="1" noMove="1" noResize="1" noRot="1" noUngrp="1"/>
                </p:cNvGrpSpPr>
                <p:nvPr userDrawn="1"/>
              </p:nvGrpSpPr>
              <p:grpSpPr bwMode="auto">
                <a:xfrm>
                  <a:off x="-2866743" y="827069"/>
                  <a:ext cx="168700" cy="132574"/>
                  <a:chOff x="-2866743" y="827069"/>
                  <a:chExt cx="168700" cy="132574"/>
                </a:xfrm>
              </p:grpSpPr>
              <p:cxnSp>
                <p:nvCxnSpPr>
                  <p:cNvPr id="1801736290" name="Rechte verbindingslijn 323"/>
                  <p:cNvCxnSpPr>
                    <a:cxnSpLocks noAdjustHandles="1" noChangeArrowheads="1" noChangeShapeType="1" noEditPoints="1" noGrp="1" noMove="1" noResize="1" noRot="1"/>
                  </p:cNvCxnSpPr>
                  <p:nvPr userDrawn="1"/>
                </p:nvCxnSpPr>
                <p:spPr bwMode="auto">
                  <a:xfrm>
                    <a:off x="-2866743" y="827069"/>
                    <a:ext cx="168700" cy="0"/>
                  </a:xfrm>
                  <a:prstGeom prst="line">
                    <a:avLst/>
                  </a:prstGeom>
                  <a:solidFill>
                    <a:schemeClr val="bg1"/>
                  </a:solidFill>
                  <a:ln w="12700" cap="flat" cmpd="sng" algn="ctr">
                    <a:solidFill>
                      <a:srgbClr val="9D9FA1"/>
                    </a:solidFill>
                    <a:prstDash val="solid"/>
                  </a:ln>
                  <a:effectLst/>
                </p:spPr>
              </p:cxnSp>
              <p:cxnSp>
                <p:nvCxnSpPr>
                  <p:cNvPr id="709404913" name="Rechte verbindingslijn 324"/>
                  <p:cNvCxnSpPr>
                    <a:cxnSpLocks noAdjustHandles="1" noChangeArrowheads="1" noChangeShapeType="1" noEditPoints="1" noGrp="1" noMove="1" noResize="1" noRot="1"/>
                  </p:cNvCxnSpPr>
                  <p:nvPr userDrawn="1"/>
                </p:nvCxnSpPr>
                <p:spPr bwMode="auto">
                  <a:xfrm>
                    <a:off x="-2866743" y="959645"/>
                    <a:ext cx="168700" cy="0"/>
                  </a:xfrm>
                  <a:prstGeom prst="line">
                    <a:avLst/>
                  </a:prstGeom>
                  <a:solidFill>
                    <a:schemeClr val="bg1"/>
                  </a:solidFill>
                  <a:ln w="12700" cap="flat" cmpd="sng" algn="ctr">
                    <a:solidFill>
                      <a:srgbClr val="9D9FA1"/>
                    </a:solidFill>
                    <a:prstDash val="solid"/>
                  </a:ln>
                  <a:effectLst/>
                </p:spPr>
              </p:cxnSp>
              <p:cxnSp>
                <p:nvCxnSpPr>
                  <p:cNvPr id="207498231" name="Rechte verbindingslijn 325"/>
                  <p:cNvCxnSpPr>
                    <a:cxnSpLocks noAdjustHandles="1" noChangeArrowheads="1" noChangeShapeType="1" noEditPoints="1" noGrp="1" noMove="1" noResize="1" noRot="1"/>
                  </p:cNvCxnSpPr>
                  <p:nvPr userDrawn="1"/>
                </p:nvCxnSpPr>
                <p:spPr bwMode="auto">
                  <a:xfrm>
                    <a:off x="-2773989" y="926502"/>
                    <a:ext cx="75946" cy="0"/>
                  </a:xfrm>
                  <a:prstGeom prst="line">
                    <a:avLst/>
                  </a:prstGeom>
                  <a:solidFill>
                    <a:schemeClr val="bg1"/>
                  </a:solidFill>
                  <a:ln w="12700" cap="flat" cmpd="sng" algn="ctr">
                    <a:solidFill>
                      <a:srgbClr val="9D9FA1"/>
                    </a:solidFill>
                    <a:prstDash val="solid"/>
                  </a:ln>
                  <a:effectLst/>
                </p:spPr>
              </p:cxnSp>
              <p:cxnSp>
                <p:nvCxnSpPr>
                  <p:cNvPr id="617532998" name="Rechte verbindingslijn 326"/>
                  <p:cNvCxnSpPr>
                    <a:cxnSpLocks noAdjustHandles="1" noChangeArrowheads="1" noChangeShapeType="1" noEditPoints="1" noGrp="1" noMove="1" noResize="1" noRot="1"/>
                  </p:cNvCxnSpPr>
                  <p:nvPr userDrawn="1"/>
                </p:nvCxnSpPr>
                <p:spPr bwMode="auto">
                  <a:xfrm>
                    <a:off x="-2773989" y="893358"/>
                    <a:ext cx="75946" cy="0"/>
                  </a:xfrm>
                  <a:prstGeom prst="line">
                    <a:avLst/>
                  </a:prstGeom>
                  <a:solidFill>
                    <a:schemeClr val="bg1"/>
                  </a:solidFill>
                  <a:ln w="12700" cap="flat" cmpd="sng" algn="ctr">
                    <a:solidFill>
                      <a:srgbClr val="9D9FA1"/>
                    </a:solidFill>
                    <a:prstDash val="solid"/>
                  </a:ln>
                  <a:effectLst/>
                </p:spPr>
              </p:cxnSp>
              <p:cxnSp>
                <p:nvCxnSpPr>
                  <p:cNvPr id="2112113632" name="Rechte verbindingslijn 327"/>
                  <p:cNvCxnSpPr>
                    <a:cxnSpLocks noAdjustHandles="1" noChangeArrowheads="1" noChangeShapeType="1" noEditPoints="1" noGrp="1" noMove="1" noResize="1" noRot="1"/>
                  </p:cNvCxnSpPr>
                  <p:nvPr userDrawn="1"/>
                </p:nvCxnSpPr>
                <p:spPr bwMode="auto">
                  <a:xfrm>
                    <a:off x="-2773989" y="860214"/>
                    <a:ext cx="75946" cy="0"/>
                  </a:xfrm>
                  <a:prstGeom prst="line">
                    <a:avLst/>
                  </a:prstGeom>
                  <a:solidFill>
                    <a:schemeClr val="bg1"/>
                  </a:solidFill>
                  <a:ln w="12700" cap="flat" cmpd="sng" algn="ctr">
                    <a:solidFill>
                      <a:srgbClr val="9D9FA1"/>
                    </a:solidFill>
                    <a:prstDash val="solid"/>
                  </a:ln>
                  <a:effectLst/>
                </p:spPr>
              </p:cxnSp>
            </p:grpSp>
            <p:sp>
              <p:nvSpPr>
                <p:cNvPr id="1321772542" name="Pijl: rechts 322"/>
                <p:cNvSpPr>
                  <a:spLocks noAdjustHandles="1" noChangeArrowheads="1" noChangeShapeType="1" noEditPoints="1" noGrp="1" noMove="1" noResize="1" noRot="1"/>
                </p:cNvSpPr>
                <p:nvPr userDrawn="1"/>
              </p:nvSpPr>
              <p:spPr bwMode="auto">
                <a:xfrm>
                  <a:off x="-2866743" y="858736"/>
                  <a:ext cx="70675" cy="67901"/>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noAutofit/>
                </a:bodyPr>
                <a:lstStyle/>
                <a:p>
                  <a:pPr algn="l">
                    <a:defRPr/>
                  </a:pPr>
                  <a:endParaRPr lang="en-GB" sz="1000" b="1">
                    <a:solidFill>
                      <a:srgbClr val="211F26"/>
                    </a:solidFill>
                    <a:latin typeface="Calibri"/>
                    <a:cs typeface="Calibri"/>
                  </a:endParaRPr>
                </a:p>
              </p:txBody>
            </p:sp>
          </p:grpSp>
          <p:grpSp>
            <p:nvGrpSpPr>
              <p:cNvPr id="298119597" name="Groep 311"/>
              <p:cNvGrpSpPr>
                <a:grpSpLocks noGrp="1" noMove="1" noResize="1" noRot="1" noUngrp="1"/>
              </p:cNvGrpSpPr>
              <p:nvPr userDrawn="1"/>
            </p:nvGrpSpPr>
            <p:grpSpPr bwMode="auto">
              <a:xfrm>
                <a:off x="-2916762" y="460170"/>
                <a:ext cx="268737" cy="248380"/>
                <a:chOff x="-2916762" y="460170"/>
                <a:chExt cx="268737" cy="248380"/>
              </a:xfrm>
            </p:grpSpPr>
            <p:sp>
              <p:nvSpPr>
                <p:cNvPr id="382591018" name="Rechthoek 312"/>
                <p:cNvSpPr>
                  <a:spLocks noAdjustHandles="1" noChangeArrowheads="1" noChangeShapeType="1" noEditPoints="1" noGrp="1" noMove="1" noResize="1" noRot="1"/>
                </p:cNvSpPr>
                <p:nvPr userDrawn="1"/>
              </p:nvSpPr>
              <p:spPr bwMode="auto">
                <a:xfrm>
                  <a:off x="-2916762" y="460170"/>
                  <a:ext cx="268737" cy="248380"/>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noAutofit/>
                </a:bodyPr>
                <a:lstStyle/>
                <a:p>
                  <a:pPr algn="ctr">
                    <a:defRPr/>
                  </a:pPr>
                  <a:endParaRPr lang="en-GB" sz="1050" b="0">
                    <a:solidFill>
                      <a:srgbClr val="211F26"/>
                    </a:solidFill>
                    <a:latin typeface="Calibri"/>
                    <a:cs typeface="Calibri"/>
                  </a:endParaRPr>
                </a:p>
              </p:txBody>
            </p:sp>
            <p:grpSp>
              <p:nvGrpSpPr>
                <p:cNvPr id="134261991" name="Groep 313"/>
                <p:cNvGrpSpPr>
                  <a:grpSpLocks noGrp="1" noMove="1" noResize="1" noRot="1" noUngrp="1"/>
                </p:cNvGrpSpPr>
                <p:nvPr userDrawn="1"/>
              </p:nvGrpSpPr>
              <p:grpSpPr bwMode="auto">
                <a:xfrm>
                  <a:off x="-2866743" y="518073"/>
                  <a:ext cx="168700" cy="132574"/>
                  <a:chOff x="-2866743" y="518073"/>
                  <a:chExt cx="168700" cy="132574"/>
                </a:xfrm>
              </p:grpSpPr>
              <p:cxnSp>
                <p:nvCxnSpPr>
                  <p:cNvPr id="854182695" name="Rechte verbindingslijn 315"/>
                  <p:cNvCxnSpPr>
                    <a:cxnSpLocks noAdjustHandles="1" noChangeArrowheads="1" noChangeShapeType="1" noEditPoints="1" noGrp="1" noMove="1" noResize="1" noRot="1"/>
                  </p:cNvCxnSpPr>
                  <p:nvPr userDrawn="1"/>
                </p:nvCxnSpPr>
                <p:spPr bwMode="auto">
                  <a:xfrm>
                    <a:off x="-2866743" y="518073"/>
                    <a:ext cx="168700" cy="0"/>
                  </a:xfrm>
                  <a:prstGeom prst="line">
                    <a:avLst/>
                  </a:prstGeom>
                  <a:solidFill>
                    <a:schemeClr val="bg1"/>
                  </a:solidFill>
                  <a:ln w="12700" cap="flat" cmpd="sng" algn="ctr">
                    <a:solidFill>
                      <a:srgbClr val="9D9FA1"/>
                    </a:solidFill>
                    <a:prstDash val="solid"/>
                  </a:ln>
                  <a:effectLst/>
                </p:spPr>
              </p:cxnSp>
              <p:cxnSp>
                <p:nvCxnSpPr>
                  <p:cNvPr id="709767345" name="Rechte verbindingslijn 316"/>
                  <p:cNvCxnSpPr>
                    <a:cxnSpLocks noAdjustHandles="1" noChangeArrowheads="1" noChangeShapeType="1" noEditPoints="1" noGrp="1" noMove="1" noResize="1" noRot="1"/>
                  </p:cNvCxnSpPr>
                  <p:nvPr userDrawn="1"/>
                </p:nvCxnSpPr>
                <p:spPr bwMode="auto">
                  <a:xfrm>
                    <a:off x="-2866743" y="650648"/>
                    <a:ext cx="168700" cy="0"/>
                  </a:xfrm>
                  <a:prstGeom prst="line">
                    <a:avLst/>
                  </a:prstGeom>
                  <a:solidFill>
                    <a:schemeClr val="bg1"/>
                  </a:solidFill>
                  <a:ln w="12700" cap="flat" cmpd="sng" algn="ctr">
                    <a:solidFill>
                      <a:srgbClr val="9D9FA1"/>
                    </a:solidFill>
                    <a:prstDash val="solid"/>
                  </a:ln>
                  <a:effectLst/>
                </p:spPr>
              </p:cxnSp>
              <p:cxnSp>
                <p:nvCxnSpPr>
                  <p:cNvPr id="1030969726" name="Rechte verbindingslijn 317"/>
                  <p:cNvCxnSpPr>
                    <a:cxnSpLocks noAdjustHandles="1" noChangeArrowheads="1" noChangeShapeType="1" noEditPoints="1" noGrp="1" noMove="1" noResize="1" noRot="1"/>
                  </p:cNvCxnSpPr>
                  <p:nvPr userDrawn="1"/>
                </p:nvCxnSpPr>
                <p:spPr bwMode="auto">
                  <a:xfrm>
                    <a:off x="-2773989" y="617505"/>
                    <a:ext cx="75946" cy="0"/>
                  </a:xfrm>
                  <a:prstGeom prst="line">
                    <a:avLst/>
                  </a:prstGeom>
                  <a:solidFill>
                    <a:schemeClr val="bg1"/>
                  </a:solidFill>
                  <a:ln w="12700" cap="flat" cmpd="sng" algn="ctr">
                    <a:solidFill>
                      <a:srgbClr val="9D9FA1"/>
                    </a:solidFill>
                    <a:prstDash val="solid"/>
                  </a:ln>
                  <a:effectLst/>
                </p:spPr>
              </p:cxnSp>
              <p:cxnSp>
                <p:nvCxnSpPr>
                  <p:cNvPr id="1802587500" name="Rechte verbindingslijn 318"/>
                  <p:cNvCxnSpPr>
                    <a:cxnSpLocks noAdjustHandles="1" noChangeArrowheads="1" noChangeShapeType="1" noEditPoints="1" noGrp="1" noMove="1" noResize="1" noRot="1"/>
                  </p:cNvCxnSpPr>
                  <p:nvPr userDrawn="1"/>
                </p:nvCxnSpPr>
                <p:spPr bwMode="auto">
                  <a:xfrm>
                    <a:off x="-2773989" y="584361"/>
                    <a:ext cx="75946" cy="0"/>
                  </a:xfrm>
                  <a:prstGeom prst="line">
                    <a:avLst/>
                  </a:prstGeom>
                  <a:solidFill>
                    <a:schemeClr val="bg1"/>
                  </a:solidFill>
                  <a:ln w="12700" cap="flat" cmpd="sng" algn="ctr">
                    <a:solidFill>
                      <a:srgbClr val="9D9FA1"/>
                    </a:solidFill>
                    <a:prstDash val="solid"/>
                  </a:ln>
                  <a:effectLst/>
                </p:spPr>
              </p:cxnSp>
              <p:cxnSp>
                <p:nvCxnSpPr>
                  <p:cNvPr id="1009655810" name="Rechte verbindingslijn 319"/>
                  <p:cNvCxnSpPr>
                    <a:cxnSpLocks noAdjustHandles="1" noChangeArrowheads="1" noChangeShapeType="1" noEditPoints="1" noGrp="1" noMove="1" noResize="1" noRot="1"/>
                  </p:cNvCxnSpPr>
                  <p:nvPr userDrawn="1"/>
                </p:nvCxnSpPr>
                <p:spPr bwMode="auto">
                  <a:xfrm>
                    <a:off x="-2773989" y="551217"/>
                    <a:ext cx="75946" cy="0"/>
                  </a:xfrm>
                  <a:prstGeom prst="line">
                    <a:avLst/>
                  </a:prstGeom>
                  <a:solidFill>
                    <a:schemeClr val="bg1"/>
                  </a:solidFill>
                  <a:ln w="12700" cap="flat" cmpd="sng" algn="ctr">
                    <a:solidFill>
                      <a:srgbClr val="9D9FA1"/>
                    </a:solidFill>
                    <a:prstDash val="solid"/>
                  </a:ln>
                  <a:effectLst/>
                </p:spPr>
              </p:cxnSp>
            </p:grpSp>
            <p:sp>
              <p:nvSpPr>
                <p:cNvPr id="1499901720" name="Pijl: rechts 314"/>
                <p:cNvSpPr>
                  <a:spLocks noAdjustHandles="1" noChangeArrowheads="1" noChangeShapeType="1" noEditPoints="1" noGrp="1" noMove="1" noResize="1" noRot="1"/>
                </p:cNvSpPr>
                <p:nvPr userDrawn="1"/>
              </p:nvSpPr>
              <p:spPr bwMode="auto">
                <a:xfrm flipH="1">
                  <a:off x="-2866743" y="549739"/>
                  <a:ext cx="70675" cy="67901"/>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noAutofit/>
                </a:bodyPr>
                <a:lstStyle/>
                <a:p>
                  <a:pPr algn="l">
                    <a:defRPr/>
                  </a:pPr>
                  <a:endParaRPr lang="en-GB" sz="1000" b="1">
                    <a:solidFill>
                      <a:srgbClr val="211F26"/>
                    </a:solidFill>
                    <a:latin typeface="Calibri"/>
                    <a:cs typeface="Calibri"/>
                  </a:endParaRPr>
                </a:p>
              </p:txBody>
            </p:sp>
          </p:grpSp>
        </p:grpSp>
        <p:grpSp>
          <p:nvGrpSpPr>
            <p:cNvPr id="28769672" name="Groep 296"/>
            <p:cNvGrpSpPr>
              <a:grpSpLocks noGrp="1" noMove="1" noResize="1" noRot="1" noUngrp="1"/>
            </p:cNvGrpSpPr>
            <p:nvPr userDrawn="1"/>
          </p:nvGrpSpPr>
          <p:grpSpPr bwMode="auto">
            <a:xfrm>
              <a:off x="-938433" y="4663036"/>
              <a:ext cx="627797" cy="576693"/>
              <a:chOff x="-1753861" y="6112774"/>
              <a:chExt cx="759634" cy="697797"/>
            </a:xfrm>
          </p:grpSpPr>
          <p:grpSp>
            <p:nvGrpSpPr>
              <p:cNvPr id="1286462074" name="Inspireren"/>
              <p:cNvGrpSpPr>
                <a:grpSpLocks noChangeAspect="1" noGrp="1" noMove="1" noResize="1" noRot="1" noUngrp="1"/>
              </p:cNvGrpSpPr>
              <p:nvPr userDrawn="1"/>
            </p:nvGrpSpPr>
            <p:grpSpPr bwMode="auto">
              <a:xfrm>
                <a:off x="-1484857" y="6112774"/>
                <a:ext cx="205430" cy="293285"/>
                <a:chOff x="4767" y="2782"/>
                <a:chExt cx="787" cy="1125"/>
              </a:xfrm>
              <a:gradFill>
                <a:gsLst>
                  <a:gs pos="0">
                    <a:srgbClr val="9D9FA1"/>
                  </a:gs>
                  <a:gs pos="70000">
                    <a:srgbClr val="211F26"/>
                  </a:gs>
                </a:gsLst>
                <a:lin ang="2700000" scaled="0"/>
              </a:gradFill>
            </p:grpSpPr>
            <p:sp>
              <p:nvSpPr>
                <p:cNvPr id="1752166258" name="Freeform 12"/>
                <p:cNvSpPr>
                  <a:spLocks noAdjustHandles="1" noChangeArrowheads="1" noChangeShapeType="1" noEditPoints="1" noGrp="1" noMove="1" noResize="1" noRot="1"/>
                </p:cNvSpPr>
                <p:nvPr/>
              </p:nvSpPr>
              <p:spPr bwMode="auto">
                <a:xfrm>
                  <a:off x="5000" y="3186"/>
                  <a:ext cx="318" cy="288"/>
                </a:xfrm>
                <a:custGeom>
                  <a:avLst/>
                  <a:gdLst>
                    <a:gd name="T0" fmla="*/ 220 w 319"/>
                    <a:gd name="T1" fmla="*/ 288 h 288"/>
                    <a:gd name="T2" fmla="*/ 107 w 319"/>
                    <a:gd name="T3" fmla="*/ 288 h 288"/>
                    <a:gd name="T4" fmla="*/ 0 w 319"/>
                    <a:gd name="T5" fmla="*/ 0 h 288"/>
                    <a:gd name="T6" fmla="*/ 319 w 319"/>
                    <a:gd name="T7" fmla="*/ 0 h 288"/>
                    <a:gd name="T8" fmla="*/ 220 w 319"/>
                    <a:gd name="T9" fmla="*/ 288 h 288"/>
                  </a:gdLst>
                  <a:ahLst/>
                  <a:cxnLst>
                    <a:cxn ang="0">
                      <a:pos x="T0" y="T1"/>
                    </a:cxn>
                    <a:cxn ang="0">
                      <a:pos x="T2" y="T3"/>
                    </a:cxn>
                    <a:cxn ang="0">
                      <a:pos x="T4" y="T5"/>
                    </a:cxn>
                    <a:cxn ang="0">
                      <a:pos x="T6" y="T7"/>
                    </a:cxn>
                    <a:cxn ang="0">
                      <a:pos x="T8" y="T9"/>
                    </a:cxn>
                  </a:cxnLst>
                  <a:rect l="0" t="0" r="r" b="b"/>
                  <a:pathLst>
                    <a:path w="319" h="288" fill="norm" stroke="1" extrusionOk="0">
                      <a:moveTo>
                        <a:pt x="220" y="288"/>
                      </a:moveTo>
                      <a:lnTo>
                        <a:pt x="107" y="288"/>
                      </a:lnTo>
                      <a:lnTo>
                        <a:pt x="0" y="0"/>
                      </a:lnTo>
                      <a:lnTo>
                        <a:pt x="319" y="0"/>
                      </a:lnTo>
                      <a:lnTo>
                        <a:pt x="220" y="288"/>
                      </a:lnTo>
                      <a:close/>
                    </a:path>
                  </a:pathLst>
                </a:custGeom>
                <a:solidFill>
                  <a:srgbClr val="1FF524"/>
                </a:solidFill>
                <a:ln>
                  <a:noFill/>
                </a:ln>
              </p:spPr>
              <p:txBody>
                <a:bodyPr vert="horz" wrap="square" lIns="91440" tIns="45720" rIns="91440" bIns="45720" numCol="1" anchor="t" anchorCtr="0" compatLnSpc="1">
                  <a:prstTxWarp prst="textNoShape"/>
                </a:bodyPr>
                <a:lstStyle/>
                <a:p>
                  <a:pPr marL="0" marR="0" lvl="0" indent="0" defTabSz="995467">
                    <a:lnSpc>
                      <a:spcPct val="100000"/>
                    </a:lnSpc>
                    <a:spcBef>
                      <a:spcPts val="0"/>
                    </a:spcBef>
                    <a:spcAft>
                      <a:spcPts val="0"/>
                    </a:spcAft>
                    <a:buClrTx/>
                    <a:buSzTx/>
                    <a:buFontTx/>
                    <a:buNone/>
                    <a:defRPr/>
                  </a:pPr>
                  <a:endParaRPr lang="en-GB" sz="300" b="0" i="0" u="none" strike="noStrike" cap="none" spc="0">
                    <a:ln>
                      <a:noFill/>
                    </a:ln>
                    <a:solidFill>
                      <a:srgbClr val="211F26"/>
                    </a:solidFill>
                    <a:latin typeface="Arial"/>
                  </a:endParaRPr>
                </a:p>
              </p:txBody>
            </p:sp>
            <p:sp>
              <p:nvSpPr>
                <p:cNvPr id="1155183857" name="Freeform 13"/>
                <p:cNvSpPr>
                  <a:spLocks noAdjustHandles="1" noChangeArrowheads="1" noChangeShapeType="1" noEditPoints="1" noGrp="1" noMove="1" noResize="1" noRot="1"/>
                </p:cNvSpPr>
                <p:nvPr/>
              </p:nvSpPr>
              <p:spPr bwMode="auto">
                <a:xfrm>
                  <a:off x="5022" y="3794"/>
                  <a:ext cx="281" cy="111"/>
                </a:xfrm>
                <a:custGeom>
                  <a:avLst/>
                  <a:gdLst>
                    <a:gd name="T0" fmla="*/ 229 w 251"/>
                    <a:gd name="T1" fmla="*/ 70 h 100"/>
                    <a:gd name="T2" fmla="*/ 229 w 251"/>
                    <a:gd name="T3" fmla="*/ 69 h 100"/>
                    <a:gd name="T4" fmla="*/ 251 w 251"/>
                    <a:gd name="T5" fmla="*/ 0 h 100"/>
                    <a:gd name="T6" fmla="*/ 0 w 251"/>
                    <a:gd name="T7" fmla="*/ 0 h 100"/>
                    <a:gd name="T8" fmla="*/ 22 w 251"/>
                    <a:gd name="T9" fmla="*/ 69 h 100"/>
                    <a:gd name="T10" fmla="*/ 63 w 251"/>
                    <a:gd name="T11" fmla="*/ 100 h 100"/>
                    <a:gd name="T12" fmla="*/ 188 w 251"/>
                    <a:gd name="T13" fmla="*/ 100 h 100"/>
                    <a:gd name="T14" fmla="*/ 229 w 251"/>
                    <a:gd name="T15" fmla="*/ 71 h 100"/>
                    <a:gd name="T16" fmla="*/ 229 w 251"/>
                    <a:gd name="T17" fmla="*/ 71 h 100"/>
                    <a:gd name="T18" fmla="*/ 229 w 251"/>
                    <a:gd name="T19" fmla="*/ 7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1" h="100" fill="norm" stroke="1" extrusionOk="0">
                      <a:moveTo>
                        <a:pt x="229" y="70"/>
                      </a:moveTo>
                      <a:cubicBezTo>
                        <a:pt x="229" y="70"/>
                        <a:pt x="229" y="69"/>
                        <a:pt x="229" y="69"/>
                      </a:cubicBezTo>
                      <a:cubicBezTo>
                        <a:pt x="251" y="0"/>
                        <a:pt x="251" y="0"/>
                        <a:pt x="251" y="0"/>
                      </a:cubicBezTo>
                      <a:cubicBezTo>
                        <a:pt x="0" y="0"/>
                        <a:pt x="0" y="0"/>
                        <a:pt x="0" y="0"/>
                      </a:cubicBezTo>
                      <a:cubicBezTo>
                        <a:pt x="22" y="69"/>
                        <a:pt x="22" y="69"/>
                        <a:pt x="22" y="69"/>
                      </a:cubicBezTo>
                      <a:cubicBezTo>
                        <a:pt x="27" y="87"/>
                        <a:pt x="44" y="100"/>
                        <a:pt x="63" y="100"/>
                      </a:cubicBezTo>
                      <a:cubicBezTo>
                        <a:pt x="188" y="100"/>
                        <a:pt x="188" y="100"/>
                        <a:pt x="188" y="100"/>
                      </a:cubicBezTo>
                      <a:cubicBezTo>
                        <a:pt x="207" y="100"/>
                        <a:pt x="223" y="88"/>
                        <a:pt x="229" y="71"/>
                      </a:cubicBezTo>
                      <a:cubicBezTo>
                        <a:pt x="229" y="71"/>
                        <a:pt x="229" y="71"/>
                        <a:pt x="229" y="71"/>
                      </a:cubicBezTo>
                      <a:lnTo>
                        <a:pt x="229" y="70"/>
                      </a:lnTo>
                      <a:close/>
                    </a:path>
                  </a:pathLst>
                </a:custGeom>
                <a:grpFill/>
                <a:ln>
                  <a:noFill/>
                </a:ln>
              </p:spPr>
              <p:txBody>
                <a:bodyPr vert="horz" wrap="square" lIns="91440" tIns="45720" rIns="91440" bIns="45720" numCol="1" anchor="t" anchorCtr="0" compatLnSpc="1">
                  <a:prstTxWarp prst="textNoShape"/>
                </a:bodyPr>
                <a:lstStyle/>
                <a:p>
                  <a:pPr marL="0" marR="0" lvl="0" indent="0" defTabSz="995467">
                    <a:lnSpc>
                      <a:spcPct val="100000"/>
                    </a:lnSpc>
                    <a:spcBef>
                      <a:spcPts val="0"/>
                    </a:spcBef>
                    <a:spcAft>
                      <a:spcPts val="0"/>
                    </a:spcAft>
                    <a:buClrTx/>
                    <a:buSzTx/>
                    <a:buFontTx/>
                    <a:buNone/>
                    <a:defRPr/>
                  </a:pPr>
                  <a:endParaRPr lang="en-GB" sz="300" b="0" i="0" u="none" strike="noStrike" cap="none" spc="0">
                    <a:ln>
                      <a:noFill/>
                    </a:ln>
                    <a:solidFill>
                      <a:srgbClr val="211F26"/>
                    </a:solidFill>
                    <a:latin typeface="Arial"/>
                  </a:endParaRPr>
                </a:p>
              </p:txBody>
            </p:sp>
            <p:sp>
              <p:nvSpPr>
                <p:cNvPr id="1496391428" name="Freeform 14"/>
                <p:cNvSpPr>
                  <a:spLocks noAdjustHandles="1" noChangeArrowheads="1" noChangeShapeType="1" noEditPoints="1" noGrp="1" noMove="1" noResize="1" noRot="1"/>
                </p:cNvSpPr>
                <p:nvPr/>
              </p:nvSpPr>
              <p:spPr bwMode="auto">
                <a:xfrm>
                  <a:off x="4767" y="2782"/>
                  <a:ext cx="787" cy="965"/>
                </a:xfrm>
                <a:custGeom>
                  <a:avLst/>
                  <a:gdLst>
                    <a:gd name="T0" fmla="*/ 351 w 702"/>
                    <a:gd name="T1" fmla="*/ 0 h 860"/>
                    <a:gd name="T2" fmla="*/ 0 w 702"/>
                    <a:gd name="T3" fmla="*/ 351 h 860"/>
                    <a:gd name="T4" fmla="*/ 134 w 702"/>
                    <a:gd name="T5" fmla="*/ 627 h 860"/>
                    <a:gd name="T6" fmla="*/ 165 w 702"/>
                    <a:gd name="T7" fmla="*/ 718 h 860"/>
                    <a:gd name="T8" fmla="*/ 266 w 702"/>
                    <a:gd name="T9" fmla="*/ 718 h 860"/>
                    <a:gd name="T10" fmla="*/ 266 w 702"/>
                    <a:gd name="T11" fmla="*/ 718 h 860"/>
                    <a:gd name="T12" fmla="*/ 434 w 702"/>
                    <a:gd name="T13" fmla="*/ 718 h 860"/>
                    <a:gd name="T14" fmla="*/ 419 w 702"/>
                    <a:gd name="T15" fmla="*/ 760 h 860"/>
                    <a:gd name="T16" fmla="*/ 284 w 702"/>
                    <a:gd name="T17" fmla="*/ 760 h 860"/>
                    <a:gd name="T18" fmla="*/ 284 w 702"/>
                    <a:gd name="T19" fmla="*/ 760 h 860"/>
                    <a:gd name="T20" fmla="*/ 179 w 702"/>
                    <a:gd name="T21" fmla="*/ 760 h 860"/>
                    <a:gd name="T22" fmla="*/ 212 w 702"/>
                    <a:gd name="T23" fmla="*/ 860 h 860"/>
                    <a:gd name="T24" fmla="*/ 212 w 702"/>
                    <a:gd name="T25" fmla="*/ 860 h 860"/>
                    <a:gd name="T26" fmla="*/ 216 w 702"/>
                    <a:gd name="T27" fmla="*/ 860 h 860"/>
                    <a:gd name="T28" fmla="*/ 488 w 702"/>
                    <a:gd name="T29" fmla="*/ 860 h 860"/>
                    <a:gd name="T30" fmla="*/ 491 w 702"/>
                    <a:gd name="T31" fmla="*/ 860 h 860"/>
                    <a:gd name="T32" fmla="*/ 570 w 702"/>
                    <a:gd name="T33" fmla="*/ 625 h 860"/>
                    <a:gd name="T34" fmla="*/ 702 w 702"/>
                    <a:gd name="T35" fmla="*/ 351 h 860"/>
                    <a:gd name="T36" fmla="*/ 351 w 702"/>
                    <a:gd name="T37" fmla="*/ 0 h 860"/>
                    <a:gd name="T38" fmla="*/ 587 w 702"/>
                    <a:gd name="T39" fmla="*/ 438 h 860"/>
                    <a:gd name="T40" fmla="*/ 485 w 702"/>
                    <a:gd name="T41" fmla="*/ 563 h 860"/>
                    <a:gd name="T42" fmla="*/ 454 w 702"/>
                    <a:gd name="T43" fmla="*/ 658 h 860"/>
                    <a:gd name="T44" fmla="*/ 250 w 702"/>
                    <a:gd name="T45" fmla="*/ 658 h 860"/>
                    <a:gd name="T46" fmla="*/ 219 w 702"/>
                    <a:gd name="T47" fmla="*/ 565 h 860"/>
                    <a:gd name="T48" fmla="*/ 115 w 702"/>
                    <a:gd name="T49" fmla="*/ 439 h 860"/>
                    <a:gd name="T50" fmla="*/ 99 w 702"/>
                    <a:gd name="T51" fmla="*/ 351 h 860"/>
                    <a:gd name="T52" fmla="*/ 351 w 702"/>
                    <a:gd name="T53" fmla="*/ 99 h 860"/>
                    <a:gd name="T54" fmla="*/ 603 w 702"/>
                    <a:gd name="T55" fmla="*/ 351 h 860"/>
                    <a:gd name="T56" fmla="*/ 587 w 702"/>
                    <a:gd name="T57" fmla="*/ 438 h 8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702" h="860" fill="norm" stroke="1" extrusionOk="0">
                      <a:moveTo>
                        <a:pt x="351" y="0"/>
                      </a:moveTo>
                      <a:cubicBezTo>
                        <a:pt x="157" y="0"/>
                        <a:pt x="0" y="157"/>
                        <a:pt x="0" y="351"/>
                      </a:cubicBezTo>
                      <a:cubicBezTo>
                        <a:pt x="0" y="463"/>
                        <a:pt x="52" y="562"/>
                        <a:pt x="134" y="627"/>
                      </a:cubicBezTo>
                      <a:cubicBezTo>
                        <a:pt x="165" y="718"/>
                        <a:pt x="165" y="718"/>
                        <a:pt x="165" y="718"/>
                      </a:cubicBezTo>
                      <a:cubicBezTo>
                        <a:pt x="266" y="718"/>
                        <a:pt x="266" y="718"/>
                        <a:pt x="266" y="718"/>
                      </a:cubicBezTo>
                      <a:cubicBezTo>
                        <a:pt x="266" y="718"/>
                        <a:pt x="266" y="718"/>
                        <a:pt x="266" y="718"/>
                      </a:cubicBezTo>
                      <a:cubicBezTo>
                        <a:pt x="434" y="718"/>
                        <a:pt x="434" y="718"/>
                        <a:pt x="434" y="718"/>
                      </a:cubicBezTo>
                      <a:cubicBezTo>
                        <a:pt x="419" y="760"/>
                        <a:pt x="419" y="760"/>
                        <a:pt x="419" y="760"/>
                      </a:cubicBezTo>
                      <a:cubicBezTo>
                        <a:pt x="284" y="760"/>
                        <a:pt x="284" y="760"/>
                        <a:pt x="284" y="760"/>
                      </a:cubicBezTo>
                      <a:cubicBezTo>
                        <a:pt x="284" y="760"/>
                        <a:pt x="284" y="760"/>
                        <a:pt x="284" y="760"/>
                      </a:cubicBezTo>
                      <a:cubicBezTo>
                        <a:pt x="179" y="760"/>
                        <a:pt x="179" y="760"/>
                        <a:pt x="179" y="760"/>
                      </a:cubicBezTo>
                      <a:cubicBezTo>
                        <a:pt x="212" y="860"/>
                        <a:pt x="212" y="860"/>
                        <a:pt x="212" y="860"/>
                      </a:cubicBezTo>
                      <a:cubicBezTo>
                        <a:pt x="212" y="860"/>
                        <a:pt x="212" y="860"/>
                        <a:pt x="212" y="860"/>
                      </a:cubicBezTo>
                      <a:cubicBezTo>
                        <a:pt x="216" y="860"/>
                        <a:pt x="216" y="860"/>
                        <a:pt x="216" y="860"/>
                      </a:cubicBezTo>
                      <a:cubicBezTo>
                        <a:pt x="488" y="860"/>
                        <a:pt x="488" y="860"/>
                        <a:pt x="488" y="860"/>
                      </a:cubicBezTo>
                      <a:cubicBezTo>
                        <a:pt x="491" y="860"/>
                        <a:pt x="491" y="860"/>
                        <a:pt x="491" y="860"/>
                      </a:cubicBezTo>
                      <a:cubicBezTo>
                        <a:pt x="570" y="625"/>
                        <a:pt x="570" y="625"/>
                        <a:pt x="570" y="625"/>
                      </a:cubicBezTo>
                      <a:cubicBezTo>
                        <a:pt x="651" y="560"/>
                        <a:pt x="702" y="461"/>
                        <a:pt x="702" y="351"/>
                      </a:cubicBezTo>
                      <a:cubicBezTo>
                        <a:pt x="702" y="157"/>
                        <a:pt x="545" y="0"/>
                        <a:pt x="351" y="0"/>
                      </a:cubicBezTo>
                      <a:close/>
                      <a:moveTo>
                        <a:pt x="587" y="438"/>
                      </a:moveTo>
                      <a:cubicBezTo>
                        <a:pt x="568" y="490"/>
                        <a:pt x="531" y="534"/>
                        <a:pt x="485" y="563"/>
                      </a:cubicBezTo>
                      <a:cubicBezTo>
                        <a:pt x="454" y="658"/>
                        <a:pt x="454" y="658"/>
                        <a:pt x="454" y="658"/>
                      </a:cubicBezTo>
                      <a:cubicBezTo>
                        <a:pt x="250" y="658"/>
                        <a:pt x="250" y="658"/>
                        <a:pt x="250" y="658"/>
                      </a:cubicBezTo>
                      <a:cubicBezTo>
                        <a:pt x="219" y="565"/>
                        <a:pt x="219" y="565"/>
                        <a:pt x="219" y="565"/>
                      </a:cubicBezTo>
                      <a:cubicBezTo>
                        <a:pt x="172" y="536"/>
                        <a:pt x="135" y="491"/>
                        <a:pt x="115" y="439"/>
                      </a:cubicBezTo>
                      <a:cubicBezTo>
                        <a:pt x="105" y="411"/>
                        <a:pt x="99" y="382"/>
                        <a:pt x="99" y="351"/>
                      </a:cubicBezTo>
                      <a:cubicBezTo>
                        <a:pt x="99" y="212"/>
                        <a:pt x="212" y="99"/>
                        <a:pt x="351" y="99"/>
                      </a:cubicBezTo>
                      <a:cubicBezTo>
                        <a:pt x="490" y="99"/>
                        <a:pt x="603" y="212"/>
                        <a:pt x="603" y="351"/>
                      </a:cubicBezTo>
                      <a:cubicBezTo>
                        <a:pt x="603" y="381"/>
                        <a:pt x="597" y="411"/>
                        <a:pt x="587" y="438"/>
                      </a:cubicBezTo>
                      <a:close/>
                    </a:path>
                  </a:pathLst>
                </a:custGeom>
                <a:grpFill/>
                <a:ln>
                  <a:noFill/>
                </a:ln>
              </p:spPr>
              <p:txBody>
                <a:bodyPr vert="horz" wrap="square" lIns="91440" tIns="45720" rIns="91440" bIns="45720" numCol="1" anchor="t" anchorCtr="0" compatLnSpc="1">
                  <a:prstTxWarp prst="textNoShape"/>
                </a:bodyPr>
                <a:lstStyle/>
                <a:p>
                  <a:pPr marL="0" marR="0" lvl="0" indent="0" defTabSz="995467">
                    <a:lnSpc>
                      <a:spcPct val="100000"/>
                    </a:lnSpc>
                    <a:spcBef>
                      <a:spcPts val="0"/>
                    </a:spcBef>
                    <a:spcAft>
                      <a:spcPts val="0"/>
                    </a:spcAft>
                    <a:buClrTx/>
                    <a:buSzTx/>
                    <a:buFontTx/>
                    <a:buNone/>
                    <a:defRPr/>
                  </a:pPr>
                  <a:endParaRPr lang="en-GB" sz="300" b="0" i="0" u="none" strike="noStrike" cap="none" spc="0">
                    <a:ln>
                      <a:noFill/>
                    </a:ln>
                    <a:solidFill>
                      <a:srgbClr val="211F26"/>
                    </a:solidFill>
                    <a:latin typeface="Arial"/>
                  </a:endParaRPr>
                </a:p>
              </p:txBody>
            </p:sp>
          </p:grpSp>
          <p:sp>
            <p:nvSpPr>
              <p:cNvPr id="1538148931" name="Tekstvak 298"/>
              <p:cNvSpPr txBox="1">
                <a:spLocks noAdjustHandles="1" noChangeArrowheads="1" noChangeShapeType="1" noEditPoints="1" noGrp="1" noMove="1" noResize="1" noRot="1"/>
              </p:cNvSpPr>
              <p:nvPr userDrawn="1"/>
            </p:nvSpPr>
            <p:spPr bwMode="auto">
              <a:xfrm>
                <a:off x="-1753861" y="6420663"/>
                <a:ext cx="759634" cy="389908"/>
              </a:xfrm>
              <a:prstGeom prst="rect">
                <a:avLst/>
              </a:prstGeom>
              <a:noFill/>
            </p:spPr>
            <p:txBody>
              <a:bodyPr wrap="square" lIns="0" tIns="0" rIns="0" bIns="0" rtlCol="0" anchor="ctr">
                <a:noAutofit/>
              </a:bodyPr>
              <a:lstStyle/>
              <a:p>
                <a:pPr marL="0" marR="0" lvl="0" indent="0" algn="ctr" defTabSz="914400">
                  <a:lnSpc>
                    <a:spcPct val="90000"/>
                  </a:lnSpc>
                  <a:spcBef>
                    <a:spcPts val="599"/>
                  </a:spcBef>
                  <a:spcAft>
                    <a:spcPts val="599"/>
                  </a:spcAft>
                  <a:buClrTx/>
                  <a:buSzTx/>
                  <a:buFontTx/>
                  <a:buNone/>
                  <a:defRPr/>
                </a:pPr>
                <a:r>
                  <a:rPr lang="en-GB" sz="1000" b="0" i="0" u="none" strike="noStrike" cap="none" spc="0">
                    <a:ln>
                      <a:noFill/>
                    </a:ln>
                    <a:solidFill>
                      <a:srgbClr val="211F26"/>
                    </a:solidFill>
                    <a:latin typeface="Calibri"/>
                    <a:ea typeface="Arial"/>
                    <a:cs typeface="Calibri"/>
                  </a:rPr>
                  <a:t>Inspiration</a:t>
                </a:r>
                <a:endParaRPr/>
              </a:p>
            </p:txBody>
          </p:sp>
        </p:grpSp>
      </p:grpSp>
      <p:graphicFrame>
        <p:nvGraphicFramePr>
          <p:cNvPr id="2019577277" name=""/>
          <p:cNvGraphicFramePr>
            <a:graphicFrameLocks xmlns:a="http://schemas.openxmlformats.org/drawingml/2006/main"/>
          </p:cNvGraphicFramePr>
          <p:nvPr/>
        </p:nvGraphicFramePr>
        <p:xfrm>
          <a:off x="601915" y="4542027"/>
          <a:ext cx="4889499" cy="1475739"/>
        </p:xfrm>
        <a:graphic>
          <a:graphicData uri="http://schemas.openxmlformats.org/drawingml/2006/table">
            <a:tbl>
              <a:tblPr firstRow="1" firstCol="0" lastRow="0" lastCol="0" bandRow="1" bandCol="0">
                <a:tableStyleId>{5C22544A-7EE6-4342-B048-85BDC9FD1C3A}</a:tableStyleId>
              </a:tblPr>
              <a:tblGrid>
                <a:gridCol w="1625599"/>
                <a:gridCol w="1625599"/>
                <a:gridCol w="1625599"/>
              </a:tblGrid>
              <a:tr h="365760">
                <a:tc>
                  <a:txBody>
                    <a:bodyPr/>
                    <a:p>
                      <a:pPr>
                        <a:defRPr/>
                      </a:pPr>
                      <a:endParaRPr/>
                    </a:p>
                  </a:txBody>
                  <a:tcPr/>
                </a:tc>
                <a:tc>
                  <a:txBody>
                    <a:bodyPr/>
                    <a:p>
                      <a:pPr>
                        <a:defRPr/>
                      </a:pPr>
                      <a:r>
                        <a:rPr lang="en-US"/>
                        <a:t>Thrust [N]</a:t>
                      </a:r>
                      <a:endParaRPr/>
                    </a:p>
                  </a:txBody>
                  <a:tcPr/>
                </a:tc>
                <a:tc>
                  <a:txBody>
                    <a:bodyPr/>
                    <a:p>
                      <a:pPr>
                        <a:defRPr/>
                      </a:pPr>
                      <a:r>
                        <a:rPr lang="en-US"/>
                        <a:t>Torque [Nm]</a:t>
                      </a:r>
                      <a:endParaRPr/>
                    </a:p>
                  </a:txBody>
                  <a:tcPr/>
                </a:tc>
              </a:tr>
              <a:tr h="365760">
                <a:tc>
                  <a:txBody>
                    <a:bodyPr/>
                    <a:p>
                      <a:pPr>
                        <a:defRPr/>
                      </a:pPr>
                      <a:r>
                        <a:rPr lang="en-US"/>
                        <a:t>LLM</a:t>
                      </a:r>
                      <a:endParaRPr/>
                    </a:p>
                  </a:txBody>
                  <a:tcPr/>
                </a:tc>
                <a:tc>
                  <a:txBody>
                    <a:bodyPr/>
                    <a:p>
                      <a:pPr>
                        <a:defRPr/>
                      </a:pPr>
                      <a:r>
                        <a:rPr lang="en-US"/>
                        <a:t>56.2865</a:t>
                      </a:r>
                      <a:endParaRPr/>
                    </a:p>
                  </a:txBody>
                  <a:tcPr/>
                </a:tc>
                <a:tc>
                  <a:txBody>
                    <a:bodyPr/>
                    <a:p>
                      <a:pPr>
                        <a:defRPr/>
                      </a:pPr>
                      <a:r>
                        <a:rPr lang="nl-NL" sz="1800" b="0" i="0" u="none" strike="noStrike" cap="none" spc="0">
                          <a:solidFill>
                            <a:schemeClr val="dk1"/>
                          </a:solidFill>
                          <a:latin typeface="Arial"/>
                          <a:ea typeface="Arial"/>
                          <a:cs typeface="Arial"/>
                        </a:rPr>
                        <a:t>4.39966</a:t>
                      </a:r>
                      <a:endParaRPr/>
                    </a:p>
                  </a:txBody>
                  <a:tcPr/>
                </a:tc>
              </a:tr>
              <a:tr h="365760">
                <a:tc>
                  <a:txBody>
                    <a:bodyPr/>
                    <a:p>
                      <a:pPr>
                        <a:defRPr/>
                      </a:pPr>
                      <a:r>
                        <a:rPr lang="en-US"/>
                        <a:t>CFD</a:t>
                      </a:r>
                      <a:endParaRPr/>
                    </a:p>
                  </a:txBody>
                  <a:tcPr/>
                </a:tc>
                <a:tc>
                  <a:txBody>
                    <a:bodyPr/>
                    <a:p>
                      <a:pPr>
                        <a:defRPr/>
                      </a:pPr>
                      <a:r>
                        <a:rPr lang="nl-NL" sz="1800" b="0" i="0" u="none" strike="noStrike" cap="none" spc="0">
                          <a:solidFill>
                            <a:schemeClr val="dk1"/>
                          </a:solidFill>
                          <a:latin typeface="Arial"/>
                          <a:ea typeface="Arial"/>
                          <a:cs typeface="Arial"/>
                        </a:rPr>
                        <a:t>57.021</a:t>
                      </a:r>
                      <a:endParaRPr/>
                    </a:p>
                  </a:txBody>
                  <a:tcPr/>
                </a:tc>
                <a:tc>
                  <a:txBody>
                    <a:bodyPr/>
                    <a:p>
                      <a:pPr>
                        <a:defRPr/>
                      </a:pPr>
                      <a:r>
                        <a:rPr lang="nl-NL" sz="1800" b="0" i="0" u="none" strike="noStrike" cap="none" spc="0">
                          <a:solidFill>
                            <a:schemeClr val="dk1"/>
                          </a:solidFill>
                          <a:latin typeface="Arial"/>
                          <a:ea typeface="Arial"/>
                          <a:cs typeface="Arial"/>
                        </a:rPr>
                        <a:t>5.554</a:t>
                      </a:r>
                      <a:endParaRPr/>
                    </a:p>
                  </a:txBody>
                  <a:tcPr/>
                </a:tc>
              </a:tr>
              <a:tr h="365760">
                <a:tc>
                  <a:txBody>
                    <a:bodyPr/>
                    <a:p>
                      <a:pPr>
                        <a:defRPr/>
                      </a:pPr>
                      <a:r>
                        <a:rPr lang="en-US"/>
                        <a:t>Rel error</a:t>
                      </a:r>
                      <a:endParaRPr lang="en-US"/>
                    </a:p>
                  </a:txBody>
                  <a:tcPr/>
                </a:tc>
                <a:tc>
                  <a:txBody>
                    <a:bodyPr/>
                    <a:p>
                      <a:pPr>
                        <a:defRPr/>
                      </a:pPr>
                      <a:r>
                        <a:rPr lang="en-US"/>
                        <a:t>1.288 %</a:t>
                      </a:r>
                      <a:endParaRPr/>
                    </a:p>
                  </a:txBody>
                  <a:tcPr/>
                </a:tc>
                <a:tc>
                  <a:txBody>
                    <a:bodyPr/>
                    <a:p>
                      <a:pPr>
                        <a:defRPr/>
                      </a:pPr>
                      <a:r>
                        <a:rPr lang="en-US"/>
                        <a:t>20 %</a:t>
                      </a:r>
                      <a:endParaRPr/>
                    </a:p>
                  </a:txBody>
                  <a:tcPr/>
                </a:tc>
              </a:tr>
            </a:tbl>
          </a:graphicData>
        </a:graphic>
      </p:graphicFrame>
      <p:pic>
        <p:nvPicPr>
          <p:cNvPr id="854729881" name=""/>
          <p:cNvPicPr>
            <a:picLocks noChangeAspect="1"/>
          </p:cNvPicPr>
          <p:nvPr/>
        </p:nvPicPr>
        <p:blipFill>
          <a:blip r:embed="rId3"/>
          <a:stretch/>
        </p:blipFill>
        <p:spPr bwMode="auto">
          <a:xfrm flipH="0" flipV="0">
            <a:off x="5743466" y="1347084"/>
            <a:ext cx="5871203" cy="4670682"/>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med" p14:dur="700" advClick="1">
        <p:fade thruBlk="0"/>
      </p:transition>
    </mc:Choice>
    <mc:Fallback>
      <p:transition spd="med" advClick="1">
        <p:fade thruBlk="0"/>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573408711" name="Tijdelijke aanduiding voor datum 4"/>
          <p:cNvSpPr>
            <a:spLocks noGrp="1"/>
          </p:cNvSpPr>
          <p:nvPr>
            <p:ph type="dt" sz="half" idx="18"/>
          </p:nvPr>
        </p:nvSpPr>
        <p:spPr bwMode="auto"/>
        <p:txBody>
          <a:bodyPr/>
          <a:lstStyle/>
          <a:p>
            <a:pPr>
              <a:defRPr/>
            </a:pPr>
            <a:fld id="{5D150429-FE73-642F-9D6B-0F9B814C5F60}" type="datetime1">
              <a:rPr lang="nl-NL"/>
              <a:t/>
            </a:fld>
            <a:endParaRPr lang="en-GB"/>
          </a:p>
        </p:txBody>
      </p:sp>
      <p:sp>
        <p:nvSpPr>
          <p:cNvPr id="326925803" name="Titel 8"/>
          <p:cNvSpPr>
            <a:spLocks noGrp="1"/>
          </p:cNvSpPr>
          <p:nvPr>
            <p:ph type="title"/>
          </p:nvPr>
        </p:nvSpPr>
        <p:spPr bwMode="auto"/>
        <p:txBody>
          <a:bodyPr/>
          <a:lstStyle/>
          <a:p>
            <a:pPr>
              <a:defRPr/>
            </a:pPr>
            <a:r>
              <a:rPr lang="en-US"/>
              <a:t>LLM and CFD results comparison</a:t>
            </a:r>
            <a:r>
              <a:rPr lang="en-US"/>
              <a:t> (main blade)</a:t>
            </a:r>
            <a:endParaRPr/>
          </a:p>
        </p:txBody>
      </p:sp>
      <p:sp>
        <p:nvSpPr>
          <p:cNvPr id="1167653850" name="Tijdelijke aanduiding voor dianummer 1"/>
          <p:cNvSpPr>
            <a:spLocks noGrp="1"/>
          </p:cNvSpPr>
          <p:nvPr>
            <p:ph type="sldNum" sz="quarter" idx="20"/>
          </p:nvPr>
        </p:nvSpPr>
        <p:spPr bwMode="auto"/>
        <p:txBody>
          <a:bodyPr/>
          <a:lstStyle/>
          <a:p>
            <a:pPr>
              <a:defRPr/>
            </a:pPr>
            <a:fld id="{DC4F158E-E13B-40B0-78B1-99B8C053573E}" type="slidenum">
              <a:rPr lang="en-GB"/>
              <a:t/>
            </a:fld>
            <a:endParaRPr lang="en-GB"/>
          </a:p>
        </p:txBody>
      </p:sp>
      <p:sp>
        <p:nvSpPr>
          <p:cNvPr id="229863542" name="Tijdelijke aanduiding voor verticale tekst 33"/>
          <p:cNvSpPr txBox="1"/>
          <p:nvPr/>
        </p:nvSpPr>
        <p:spPr bwMode="auto">
          <a:xfrm flipH="0" flipV="0">
            <a:off x="718665" y="1569103"/>
            <a:ext cx="4164419" cy="4431645"/>
          </a:xfrm>
          <a:prstGeom prst="rect">
            <a:avLst/>
          </a:prstGeom>
        </p:spPr>
        <p:txBody>
          <a:bodyPr lIns="0" tIns="0" rIns="0" bIns="0"/>
          <a:lstStyle>
            <a:lvl1pPr marL="361949" indent="-361949" algn="l" defTabSz="914400">
              <a:lnSpc>
                <a:spcPct val="90000"/>
              </a:lnSpc>
              <a:spcBef>
                <a:spcPts val="599"/>
              </a:spcBef>
              <a:spcAft>
                <a:spcPts val="599"/>
              </a:spcAft>
              <a:buClr>
                <a:schemeClr val="accent1"/>
              </a:buClr>
              <a:buSzPct val="120000"/>
              <a:buFont typeface="Arial"/>
              <a:buChar char="•"/>
              <a:defRPr sz="2000">
                <a:solidFill>
                  <a:schemeClr val="tx2"/>
                </a:solidFill>
                <a:latin typeface="+mn-lt"/>
                <a:ea typeface="+mn-ea"/>
                <a:cs typeface="+mn-cs"/>
              </a:defRPr>
            </a:lvl1pPr>
            <a:lvl2pPr marL="712787" indent="-350838" algn="l" defTabSz="914400">
              <a:lnSpc>
                <a:spcPct val="90000"/>
              </a:lnSpc>
              <a:spcBef>
                <a:spcPts val="599"/>
              </a:spcBef>
              <a:spcAft>
                <a:spcPts val="599"/>
              </a:spcAft>
              <a:buClr>
                <a:schemeClr val="accent1"/>
              </a:buClr>
              <a:buSzPct val="120000"/>
              <a:buFont typeface="Arial"/>
              <a:buChar char="•"/>
              <a:tabLst>
                <a:tab pos="712787" algn="l"/>
              </a:tabLst>
              <a:defRPr sz="2000">
                <a:solidFill>
                  <a:schemeClr val="tx2"/>
                </a:solidFill>
                <a:latin typeface="+mn-lt"/>
                <a:ea typeface="+mn-ea"/>
                <a:cs typeface="+mn-cs"/>
              </a:defRPr>
            </a:lvl2pPr>
            <a:lvl3pPr marL="0" indent="0" algn="l" defTabSz="914400">
              <a:lnSpc>
                <a:spcPct val="90000"/>
              </a:lnSpc>
              <a:spcBef>
                <a:spcPts val="599"/>
              </a:spcBef>
              <a:spcAft>
                <a:spcPts val="599"/>
              </a:spcAft>
              <a:buClr>
                <a:schemeClr val="accent3"/>
              </a:buClr>
              <a:buFont typeface="Segoe UI Light"/>
              <a:buNone/>
              <a:defRPr sz="2000">
                <a:solidFill>
                  <a:schemeClr val="tx2"/>
                </a:solidFill>
                <a:latin typeface="+mn-lt"/>
                <a:ea typeface="+mn-ea"/>
                <a:cs typeface="+mn-cs"/>
              </a:defRPr>
            </a:lvl3pPr>
            <a:lvl4pPr marL="0" indent="0" algn="l" defTabSz="914400">
              <a:lnSpc>
                <a:spcPct val="90000"/>
              </a:lnSpc>
              <a:spcBef>
                <a:spcPts val="599"/>
              </a:spcBef>
              <a:spcAft>
                <a:spcPts val="599"/>
              </a:spcAft>
              <a:buFont typeface="Arial"/>
              <a:buNone/>
              <a:defRPr sz="3600" b="1">
                <a:solidFill>
                  <a:schemeClr val="tx2"/>
                </a:solidFill>
                <a:latin typeface="+mj-lt"/>
                <a:ea typeface="+mn-ea"/>
                <a:cs typeface="+mn-cs"/>
              </a:defRPr>
            </a:lvl4pPr>
            <a:lvl5pPr marL="0" indent="0" algn="l" defTabSz="914400">
              <a:lnSpc>
                <a:spcPct val="90000"/>
              </a:lnSpc>
              <a:spcBef>
                <a:spcPts val="599"/>
              </a:spcBef>
              <a:spcAft>
                <a:spcPts val="599"/>
              </a:spcAft>
              <a:buFont typeface="Arial"/>
              <a:buNone/>
              <a:defRPr sz="2400" b="0">
                <a:solidFill>
                  <a:schemeClr val="accent1"/>
                </a:solidFill>
                <a:latin typeface="+mj-lt"/>
                <a:ea typeface="+mn-ea"/>
                <a:cs typeface="+mn-cs"/>
              </a:defRPr>
            </a:lvl5pPr>
            <a:lvl6pPr marL="0" indent="0" algn="l" defTabSz="914400">
              <a:lnSpc>
                <a:spcPct val="90000"/>
              </a:lnSpc>
              <a:spcBef>
                <a:spcPts val="599"/>
              </a:spcBef>
              <a:spcAft>
                <a:spcPts val="599"/>
              </a:spcAft>
              <a:buClr>
                <a:schemeClr val="accent1"/>
              </a:buClr>
              <a:buFont typeface="Arial"/>
              <a:buNone/>
              <a:defRPr sz="2000" b="0" cap="none">
                <a:solidFill>
                  <a:schemeClr val="tx1"/>
                </a:solidFill>
                <a:latin typeface="+mj-lt"/>
                <a:ea typeface="+mn-ea"/>
                <a:cs typeface="+mn-cs"/>
              </a:defRPr>
            </a:lvl6pPr>
            <a:lvl7pPr marL="361949" indent="-361949" algn="l" defTabSz="914400">
              <a:lnSpc>
                <a:spcPct val="90000"/>
              </a:lnSpc>
              <a:spcBef>
                <a:spcPts val="599"/>
              </a:spcBef>
              <a:spcAft>
                <a:spcPts val="599"/>
              </a:spcAft>
              <a:buClr>
                <a:schemeClr val="accent1"/>
              </a:buClr>
              <a:buFont typeface="+mj-lt"/>
              <a:buAutoNum type="arabicPeriod"/>
              <a:defRPr sz="2000">
                <a:solidFill>
                  <a:schemeClr val="tx1"/>
                </a:solidFill>
                <a:latin typeface="+mn-lt"/>
                <a:ea typeface="+mn-ea"/>
                <a:cs typeface="+mn-cs"/>
              </a:defRPr>
            </a:lvl7pPr>
            <a:lvl8pPr marL="361949" indent="-361949" algn="l" defTabSz="914400">
              <a:lnSpc>
                <a:spcPct val="90000"/>
              </a:lnSpc>
              <a:spcBef>
                <a:spcPts val="599"/>
              </a:spcBef>
              <a:spcAft>
                <a:spcPts val="599"/>
              </a:spcAft>
              <a:buClr>
                <a:schemeClr val="accent1"/>
              </a:buClr>
              <a:buFont typeface="+mj-lt"/>
              <a:buAutoNum type="alphaLcPeriod"/>
              <a:defRPr sz="2000">
                <a:solidFill>
                  <a:schemeClr val="tx1"/>
                </a:solidFill>
                <a:latin typeface="+mn-lt"/>
                <a:ea typeface="+mn-ea"/>
                <a:cs typeface="+mn-cs"/>
              </a:defRPr>
            </a:lvl8pPr>
            <a:lvl9pPr marL="0" indent="0" algn="l" defTabSz="914400">
              <a:lnSpc>
                <a:spcPct val="90000"/>
              </a:lnSpc>
              <a:spcBef>
                <a:spcPts val="599"/>
              </a:spcBef>
              <a:spcAft>
                <a:spcPts val="599"/>
              </a:spcAft>
              <a:buClr>
                <a:schemeClr val="accent1"/>
              </a:buClr>
              <a:buFont typeface="Arial"/>
              <a:buNone/>
              <a:defRPr sz="1600" i="1">
                <a:solidFill>
                  <a:schemeClr val="tx1"/>
                </a:solidFill>
                <a:latin typeface="+mn-lt"/>
                <a:ea typeface="+mn-ea"/>
                <a:cs typeface="+mn-cs"/>
              </a:defRPr>
            </a:lvl9pPr>
          </a:lstStyle>
          <a:p>
            <a:pPr>
              <a:defRPr/>
            </a:pPr>
            <a:r>
              <a:rPr lang="en-US"/>
              <a:t>LLM heavily underpredicts both thrust and torque compared to the CFD results, yet it remains uncertain whether the CFD results are plausible. </a:t>
            </a:r>
            <a:endParaRPr lang="en-US"/>
          </a:p>
          <a:p>
            <a:pPr>
              <a:defRPr/>
            </a:pPr>
            <a:endParaRPr/>
          </a:p>
        </p:txBody>
      </p:sp>
      <p:grpSp>
        <p:nvGrpSpPr>
          <p:cNvPr id="344319002" name="INSTRUCTION"/>
          <p:cNvGrpSpPr>
            <a:grpSpLocks noGrp="1" noMove="1" noResize="1" noRot="1" noUngrp="1"/>
          </p:cNvGrpSpPr>
          <p:nvPr/>
        </p:nvGrpSpPr>
        <p:grpSpPr bwMode="auto">
          <a:xfrm>
            <a:off x="-3786436" y="0"/>
            <a:ext cx="3693385" cy="5359348"/>
            <a:chOff x="-3786436" y="0"/>
            <a:chExt cx="3693385" cy="5359348"/>
          </a:xfrm>
        </p:grpSpPr>
        <p:sp>
          <p:nvSpPr>
            <p:cNvPr id="1895836147" name="Rechthoek 273"/>
            <p:cNvSpPr>
              <a:spLocks noAdjustHandles="1" noChangeArrowheads="1" noChangeShapeType="1" noEditPoints="1" noGrp="1" noMove="1" noResize="1" noRot="1"/>
            </p:cNvSpPr>
            <p:nvPr userDrawn="1"/>
          </p:nvSpPr>
          <p:spPr bwMode="auto">
            <a:xfrm>
              <a:off x="-3786165" y="0"/>
              <a:ext cx="3593090" cy="4641337"/>
            </a:xfrm>
            <a:prstGeom prst="rect">
              <a:avLst/>
            </a:prstGeom>
            <a:solidFill>
              <a:srgbClr val="FFFFFF"/>
            </a:solidFill>
            <a:ln w="6350">
              <a:solidFill>
                <a:srgbClr val="ECECEC"/>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noAutofit/>
            </a:bodyPr>
            <a:lstStyle/>
            <a:p>
              <a:pPr algn="l">
                <a:lnSpc>
                  <a:spcPct val="90000"/>
                </a:lnSpc>
                <a:spcBef>
                  <a:spcPts val="599"/>
                </a:spcBef>
                <a:spcAft>
                  <a:spcPts val="599"/>
                </a:spcAft>
                <a:defRPr/>
              </a:pPr>
              <a:r>
                <a:rPr lang="en-GB" sz="1400" b="1" cap="all">
                  <a:solidFill>
                    <a:schemeClr val="accent1"/>
                  </a:solidFill>
                  <a:latin typeface="Calibri"/>
                  <a:cs typeface="Calibri"/>
                </a:rPr>
                <a:t>Choosing text levels</a:t>
              </a:r>
              <a:endParaRPr/>
            </a:p>
          </p:txBody>
        </p:sp>
        <p:sp>
          <p:nvSpPr>
            <p:cNvPr id="666195012" name="Ovaal 274"/>
            <p:cNvSpPr>
              <a:spLocks noAdjustHandles="1" noChangeArrowheads="1" noChangeShapeType="1" noEditPoints="1" noGrp="1" noMove="1" noResize="1" noRot="1"/>
            </p:cNvSpPr>
            <p:nvPr userDrawn="1"/>
          </p:nvSpPr>
          <p:spPr bwMode="auto">
            <a:xfrm>
              <a:off x="-3604182" y="1837483"/>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1</a:t>
              </a:r>
              <a:endParaRPr/>
            </a:p>
          </p:txBody>
        </p:sp>
        <p:sp>
          <p:nvSpPr>
            <p:cNvPr id="1906577777" name="Rechthoek 275"/>
            <p:cNvSpPr>
              <a:spLocks noAdjustHandles="1" noChangeArrowheads="1" noChangeShapeType="1" noEditPoints="1" noGrp="1" noMove="1" noResize="1" noRot="1"/>
            </p:cNvSpPr>
            <p:nvPr userDrawn="1"/>
          </p:nvSpPr>
          <p:spPr bwMode="auto">
            <a:xfrm>
              <a:off x="-3319414" y="1837483"/>
              <a:ext cx="2949219" cy="180000"/>
            </a:xfrm>
            <a:prstGeom prst="rect">
              <a:avLst/>
            </a:prstGeom>
            <a:noFill/>
            <a:ln w="25400" cap="flat" cmpd="sng" algn="ctr">
              <a:noFill/>
              <a:prstDash val="solid"/>
            </a:ln>
            <a:effectLst/>
          </p:spPr>
          <p:txBody>
            <a:bodyPr lIns="0" tIns="0" rIns="0" bIns="0" rtlCol="0" anchor="ctr"/>
            <a:lstStyle/>
            <a:p>
              <a:pPr marL="357187" marR="0" lvl="0" indent="-357187" defTabSz="914400">
                <a:lnSpc>
                  <a:spcPct val="100000"/>
                </a:lnSpc>
                <a:spcBef>
                  <a:spcPts val="599"/>
                </a:spcBef>
                <a:spcAft>
                  <a:spcPts val="599"/>
                </a:spcAft>
                <a:buClr>
                  <a:schemeClr val="accent1"/>
                </a:buClr>
                <a:buSzTx/>
                <a:buFont typeface="Calibri"/>
                <a:buChar char="•"/>
                <a:defRPr/>
              </a:pPr>
              <a:r>
                <a:rPr lang="en-GB" sz="1400" b="0" i="0" u="none" strike="noStrike" cap="none" spc="0">
                  <a:ln>
                    <a:noFill/>
                  </a:ln>
                  <a:solidFill>
                    <a:srgbClr val="000000"/>
                  </a:solidFill>
                  <a:latin typeface="Arial"/>
                  <a:cs typeface="Calibri"/>
                </a:rPr>
                <a:t>Bullet</a:t>
              </a:r>
              <a:endParaRPr/>
            </a:p>
          </p:txBody>
        </p:sp>
        <p:sp>
          <p:nvSpPr>
            <p:cNvPr id="538455688" name="Ovaal 276"/>
            <p:cNvSpPr>
              <a:spLocks noAdjustHandles="1" noChangeArrowheads="1" noChangeShapeType="1" noEditPoints="1" noGrp="1" noMove="1" noResize="1" noRot="1"/>
            </p:cNvSpPr>
            <p:nvPr userDrawn="1"/>
          </p:nvSpPr>
          <p:spPr bwMode="auto">
            <a:xfrm>
              <a:off x="-3604182" y="2128767"/>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2</a:t>
              </a:r>
              <a:endParaRPr/>
            </a:p>
          </p:txBody>
        </p:sp>
        <p:sp>
          <p:nvSpPr>
            <p:cNvPr id="1600195024" name="Rechthoek 277"/>
            <p:cNvSpPr>
              <a:spLocks noAdjustHandles="1" noChangeArrowheads="1" noChangeShapeType="1" noEditPoints="1" noGrp="1" noMove="1" noResize="1" noRot="1"/>
            </p:cNvSpPr>
            <p:nvPr userDrawn="1"/>
          </p:nvSpPr>
          <p:spPr bwMode="auto">
            <a:xfrm>
              <a:off x="-3604182" y="1196112"/>
              <a:ext cx="3229047" cy="459225"/>
            </a:xfrm>
            <a:prstGeom prst="rect">
              <a:avLst/>
            </a:prstGeom>
            <a:noFill/>
            <a:ln w="25400" cap="flat" cmpd="sng" algn="ctr">
              <a:noFill/>
              <a:prstDash val="solid"/>
            </a:ln>
            <a:effectLst/>
          </p:spPr>
          <p:txBody>
            <a:bodyPr lIns="0" tIns="0" rIns="0" bIns="0" rtlCol="0" anchor="t"/>
            <a:lstStyle/>
            <a:p>
              <a:pPr marL="0" marR="0" lvl="0" indent="0" defTabSz="914400">
                <a:lnSpc>
                  <a:spcPct val="90000"/>
                </a:lnSpc>
                <a:spcBef>
                  <a:spcPts val="599"/>
                </a:spcBef>
                <a:spcAft>
                  <a:spcPts val="599"/>
                </a:spcAft>
                <a:buClrTx/>
                <a:buSzTx/>
                <a:buFontTx/>
                <a:buNone/>
                <a:defRPr/>
              </a:pPr>
              <a:r>
                <a:rPr lang="en-GB" sz="1200" b="0" i="0" u="none" strike="noStrike" cap="none" spc="0">
                  <a:ln>
                    <a:noFill/>
                  </a:ln>
                  <a:solidFill>
                    <a:srgbClr val="000000"/>
                  </a:solidFill>
                  <a:latin typeface="Calibri"/>
                  <a:cs typeface="Calibri"/>
                </a:rPr>
                <a:t>Under the tab </a:t>
              </a:r>
              <a:r>
                <a:rPr lang="en-GB" sz="1200" b="1" i="0" u="none" strike="noStrike" cap="none" spc="0">
                  <a:ln>
                    <a:noFill/>
                  </a:ln>
                  <a:solidFill>
                    <a:srgbClr val="000000"/>
                  </a:solidFill>
                  <a:latin typeface="Calibri"/>
                  <a:cs typeface="Calibri"/>
                </a:rPr>
                <a:t>‘Home’</a:t>
              </a:r>
              <a:r>
                <a:rPr lang="en-GB" sz="1200" b="0" i="0" u="none" strike="noStrike" cap="none" spc="0">
                  <a:ln>
                    <a:noFill/>
                  </a:ln>
                  <a:solidFill>
                    <a:srgbClr val="000000"/>
                  </a:solidFill>
                  <a:latin typeface="Calibri"/>
                  <a:cs typeface="Calibri"/>
                </a:rPr>
                <a:t>, use the </a:t>
              </a:r>
              <a:r>
                <a:rPr lang="en-GB" sz="1200" b="1" i="0" u="none" strike="noStrike" cap="none" spc="0">
                  <a:ln>
                    <a:noFill/>
                  </a:ln>
                  <a:solidFill>
                    <a:srgbClr val="000000"/>
                  </a:solidFill>
                  <a:latin typeface="Calibri"/>
                  <a:cs typeface="Calibri"/>
                </a:rPr>
                <a:t>list level-buttons</a:t>
              </a:r>
              <a:r>
                <a:rPr lang="en-GB" sz="1200" b="0" i="0" u="none" strike="noStrike" cap="none" spc="0">
                  <a:ln>
                    <a:noFill/>
                  </a:ln>
                  <a:solidFill>
                    <a:srgbClr val="000000"/>
                  </a:solidFill>
                  <a:latin typeface="Calibri"/>
                  <a:cs typeface="Calibri"/>
                </a:rPr>
                <a:t> to choose a text level. </a:t>
              </a:r>
              <a:br>
                <a:rPr lang="en-GB" sz="1200" b="0" i="0" u="none" strike="noStrike" cap="none" spc="0">
                  <a:ln>
                    <a:noFill/>
                  </a:ln>
                  <a:solidFill>
                    <a:srgbClr val="000000"/>
                  </a:solidFill>
                  <a:latin typeface="Calibri"/>
                  <a:cs typeface="Calibri"/>
                </a:rPr>
              </a:br>
              <a:r>
                <a:rPr lang="en-GB" sz="1200" b="0" i="0" u="none" strike="noStrike" cap="none" spc="0">
                  <a:ln>
                    <a:noFill/>
                  </a:ln>
                  <a:solidFill>
                    <a:srgbClr val="000000"/>
                  </a:solidFill>
                  <a:latin typeface="Calibri"/>
                  <a:cs typeface="Calibri"/>
                </a:rPr>
                <a:t>Choose from:</a:t>
              </a:r>
              <a:endParaRPr/>
            </a:p>
          </p:txBody>
        </p:sp>
        <p:sp>
          <p:nvSpPr>
            <p:cNvPr id="789407149" name="Rechthoek 278"/>
            <p:cNvSpPr>
              <a:spLocks noAdjustHandles="1" noChangeArrowheads="1" noChangeShapeType="1" noEditPoints="1" noGrp="1" noMove="1" noResize="1" noRot="1"/>
            </p:cNvSpPr>
            <p:nvPr userDrawn="1"/>
          </p:nvSpPr>
          <p:spPr bwMode="auto">
            <a:xfrm>
              <a:off x="-3319414" y="2128872"/>
              <a:ext cx="2949219" cy="180000"/>
            </a:xfrm>
            <a:prstGeom prst="rect">
              <a:avLst/>
            </a:prstGeom>
            <a:noFill/>
            <a:ln w="25400" cap="flat" cmpd="sng" algn="ctr">
              <a:noFill/>
              <a:prstDash val="solid"/>
            </a:ln>
            <a:effectLst/>
          </p:spPr>
          <p:txBody>
            <a:bodyPr lIns="0" tIns="0" rIns="0" bIns="0" rtlCol="0" anchor="ctr"/>
            <a:lstStyle/>
            <a:p>
              <a:pPr marL="715962" marR="0" lvl="0" indent="-358774" defTabSz="914400">
                <a:lnSpc>
                  <a:spcPct val="100000"/>
                </a:lnSpc>
                <a:spcBef>
                  <a:spcPts val="599"/>
                </a:spcBef>
                <a:spcAft>
                  <a:spcPts val="599"/>
                </a:spcAft>
                <a:buClr>
                  <a:schemeClr val="accent1"/>
                </a:buClr>
                <a:buSzTx/>
                <a:buFont typeface="Calibri"/>
                <a:buChar char="•"/>
                <a:defRPr/>
              </a:pPr>
              <a:r>
                <a:rPr lang="en-GB" sz="1400" b="0" i="0" u="none" strike="noStrike" cap="none" spc="0">
                  <a:ln>
                    <a:noFill/>
                  </a:ln>
                  <a:solidFill>
                    <a:srgbClr val="000000"/>
                  </a:solidFill>
                  <a:latin typeface="Arial"/>
                  <a:cs typeface="Calibri"/>
                </a:rPr>
                <a:t>Sub-bullet </a:t>
              </a:r>
              <a:endParaRPr/>
            </a:p>
          </p:txBody>
        </p:sp>
        <p:sp>
          <p:nvSpPr>
            <p:cNvPr id="1918409619" name="Ovaal 279"/>
            <p:cNvSpPr>
              <a:spLocks noAdjustHandles="1" noChangeArrowheads="1" noChangeShapeType="1" noEditPoints="1" noGrp="1" noMove="1" noResize="1" noRot="1"/>
            </p:cNvSpPr>
            <p:nvPr userDrawn="1"/>
          </p:nvSpPr>
          <p:spPr bwMode="auto">
            <a:xfrm>
              <a:off x="-3604182" y="2420051"/>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3</a:t>
              </a:r>
              <a:endParaRPr/>
            </a:p>
          </p:txBody>
        </p:sp>
        <p:sp>
          <p:nvSpPr>
            <p:cNvPr id="1138274930" name="Rechthoek 280"/>
            <p:cNvSpPr>
              <a:spLocks noAdjustHandles="1" noChangeArrowheads="1" noChangeShapeType="1" noEditPoints="1" noGrp="1" noMove="1" noResize="1" noRot="1"/>
            </p:cNvSpPr>
            <p:nvPr userDrawn="1"/>
          </p:nvSpPr>
          <p:spPr bwMode="auto">
            <a:xfrm>
              <a:off x="-3319414" y="2420262"/>
              <a:ext cx="2949219" cy="180000"/>
            </a:xfrm>
            <a:prstGeom prst="rect">
              <a:avLst/>
            </a:prstGeom>
            <a:noFill/>
            <a:ln w="25400" cap="flat" cmpd="sng" algn="ctr">
              <a:noFill/>
              <a:prstDash val="solid"/>
            </a:ln>
            <a:effectLst/>
          </p:spPr>
          <p:txBody>
            <a:bodyPr lIns="0" tIns="0" rIns="0" bIns="0" rtlCol="0" anchor="ctr"/>
            <a:lstStyle/>
            <a:p>
              <a:pPr marL="0" marR="0" lvl="0" indent="0" defTabSz="914400">
                <a:lnSpc>
                  <a:spcPct val="100000"/>
                </a:lnSpc>
                <a:spcBef>
                  <a:spcPts val="599"/>
                </a:spcBef>
                <a:spcAft>
                  <a:spcPts val="599"/>
                </a:spcAft>
                <a:buClr>
                  <a:schemeClr val="accent1"/>
                </a:buClr>
                <a:buSzTx/>
                <a:buFont typeface="Calibri"/>
                <a:buNone/>
                <a:defRPr/>
              </a:pPr>
              <a:r>
                <a:rPr lang="en-GB" sz="1400" b="0" i="0" u="none" strike="noStrike" cap="none" spc="0">
                  <a:ln>
                    <a:noFill/>
                  </a:ln>
                  <a:solidFill>
                    <a:srgbClr val="000000"/>
                  </a:solidFill>
                  <a:latin typeface="Arial"/>
                  <a:cs typeface="Calibri"/>
                </a:rPr>
                <a:t>Default text</a:t>
              </a:r>
              <a:endParaRPr/>
            </a:p>
          </p:txBody>
        </p:sp>
        <p:sp>
          <p:nvSpPr>
            <p:cNvPr id="1261617683" name="Ovaal 281"/>
            <p:cNvSpPr>
              <a:spLocks noAdjustHandles="1" noChangeArrowheads="1" noChangeShapeType="1" noEditPoints="1" noGrp="1" noMove="1" noResize="1" noRot="1"/>
            </p:cNvSpPr>
            <p:nvPr userDrawn="1"/>
          </p:nvSpPr>
          <p:spPr bwMode="auto">
            <a:xfrm>
              <a:off x="-3604182" y="2711335"/>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4</a:t>
              </a:r>
              <a:endParaRPr/>
            </a:p>
          </p:txBody>
        </p:sp>
        <p:sp>
          <p:nvSpPr>
            <p:cNvPr id="778128009" name="Rechthoek 282"/>
            <p:cNvSpPr>
              <a:spLocks noAdjustHandles="1" noChangeArrowheads="1" noChangeShapeType="1" noEditPoints="1" noGrp="1" noMove="1" noResize="1" noRot="1"/>
            </p:cNvSpPr>
            <p:nvPr userDrawn="1"/>
          </p:nvSpPr>
          <p:spPr bwMode="auto">
            <a:xfrm>
              <a:off x="-3319414" y="2711650"/>
              <a:ext cx="2949219" cy="180000"/>
            </a:xfrm>
            <a:prstGeom prst="rect">
              <a:avLst/>
            </a:prstGeom>
            <a:noFill/>
            <a:ln w="25400" cap="flat" cmpd="sng" algn="ctr">
              <a:noFill/>
              <a:prstDash val="solid"/>
            </a:ln>
            <a:effectLst/>
          </p:spPr>
          <p:txBody>
            <a:bodyPr lIns="0" tIns="0" rIns="0" bIns="0" rtlCol="0" anchor="ctr"/>
            <a:lstStyle/>
            <a:p>
              <a:pPr marL="0" marR="0" lvl="0" indent="0" defTabSz="914400">
                <a:lnSpc>
                  <a:spcPct val="100000"/>
                </a:lnSpc>
                <a:spcBef>
                  <a:spcPts val="599"/>
                </a:spcBef>
                <a:spcAft>
                  <a:spcPts val="599"/>
                </a:spcAft>
                <a:buClr>
                  <a:schemeClr val="accent1"/>
                </a:buClr>
                <a:buSzTx/>
                <a:buFont typeface="Calibri"/>
                <a:buNone/>
                <a:defRPr/>
              </a:pPr>
              <a:r>
                <a:rPr lang="en-GB" sz="2400" b="1" i="0" u="none" strike="noStrike" cap="none" spc="0">
                  <a:ln>
                    <a:noFill/>
                  </a:ln>
                  <a:solidFill>
                    <a:schemeClr val="tx1"/>
                  </a:solidFill>
                  <a:latin typeface="Arial"/>
                  <a:cs typeface="Calibri"/>
                </a:rPr>
                <a:t>Title/Quote</a:t>
              </a:r>
              <a:endParaRPr/>
            </a:p>
          </p:txBody>
        </p:sp>
        <p:sp>
          <p:nvSpPr>
            <p:cNvPr id="531616862" name="Ovaal 283"/>
            <p:cNvSpPr>
              <a:spLocks noAdjustHandles="1" noChangeArrowheads="1" noChangeShapeType="1" noEditPoints="1" noGrp="1" noMove="1" noResize="1" noRot="1"/>
            </p:cNvSpPr>
            <p:nvPr userDrawn="1"/>
          </p:nvSpPr>
          <p:spPr bwMode="auto">
            <a:xfrm>
              <a:off x="-3604182" y="3002619"/>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5</a:t>
              </a:r>
              <a:endParaRPr/>
            </a:p>
          </p:txBody>
        </p:sp>
        <p:sp>
          <p:nvSpPr>
            <p:cNvPr id="927139426" name="Rechthoek 284"/>
            <p:cNvSpPr>
              <a:spLocks noAdjustHandles="1" noChangeArrowheads="1" noChangeShapeType="1" noEditPoints="1" noGrp="1" noMove="1" noResize="1" noRot="1"/>
            </p:cNvSpPr>
            <p:nvPr userDrawn="1"/>
          </p:nvSpPr>
          <p:spPr bwMode="auto">
            <a:xfrm>
              <a:off x="-3319414" y="3003039"/>
              <a:ext cx="2949219" cy="180000"/>
            </a:xfrm>
            <a:prstGeom prst="rect">
              <a:avLst/>
            </a:prstGeom>
            <a:noFill/>
            <a:ln w="25400" cap="flat" cmpd="sng" algn="ctr">
              <a:noFill/>
              <a:prstDash val="solid"/>
            </a:ln>
            <a:effectLst/>
          </p:spPr>
          <p:txBody>
            <a:bodyPr lIns="0" tIns="0" rIns="0" bIns="0" rtlCol="0" anchor="ctr"/>
            <a:lstStyle/>
            <a:p>
              <a:pPr marL="0" marR="0" lvl="0" indent="0" defTabSz="914400">
                <a:lnSpc>
                  <a:spcPct val="100000"/>
                </a:lnSpc>
                <a:spcBef>
                  <a:spcPts val="599"/>
                </a:spcBef>
                <a:spcAft>
                  <a:spcPts val="599"/>
                </a:spcAft>
                <a:buClr>
                  <a:schemeClr val="accent1"/>
                </a:buClr>
                <a:buSzTx/>
                <a:buFont typeface="Calibri"/>
                <a:buNone/>
                <a:defRPr/>
              </a:pPr>
              <a:r>
                <a:rPr lang="en-GB" sz="1800" b="0" i="0" u="none" strike="noStrike" cap="none" spc="0">
                  <a:ln>
                    <a:noFill/>
                  </a:ln>
                  <a:solidFill>
                    <a:schemeClr val="accent1"/>
                  </a:solidFill>
                  <a:latin typeface="Arial"/>
                  <a:cs typeface="Calibri"/>
                </a:rPr>
                <a:t>Subtitle</a:t>
              </a:r>
              <a:endParaRPr/>
            </a:p>
          </p:txBody>
        </p:sp>
        <p:sp>
          <p:nvSpPr>
            <p:cNvPr id="613832230" name="Ovaal 285"/>
            <p:cNvSpPr>
              <a:spLocks noAdjustHandles="1" noChangeArrowheads="1" noChangeShapeType="1" noEditPoints="1" noGrp="1" noMove="1" noResize="1" noRot="1"/>
            </p:cNvSpPr>
            <p:nvPr userDrawn="1"/>
          </p:nvSpPr>
          <p:spPr bwMode="auto">
            <a:xfrm>
              <a:off x="-3604182" y="3293903"/>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6</a:t>
              </a:r>
              <a:endParaRPr/>
            </a:p>
          </p:txBody>
        </p:sp>
        <p:sp>
          <p:nvSpPr>
            <p:cNvPr id="2107620972" name="Rechthoek 286"/>
            <p:cNvSpPr>
              <a:spLocks noAdjustHandles="1" noChangeArrowheads="1" noChangeShapeType="1" noEditPoints="1" noGrp="1" noMove="1" noResize="1" noRot="1"/>
            </p:cNvSpPr>
            <p:nvPr userDrawn="1"/>
          </p:nvSpPr>
          <p:spPr bwMode="auto">
            <a:xfrm>
              <a:off x="-3319414" y="3585817"/>
              <a:ext cx="2949219" cy="180000"/>
            </a:xfrm>
            <a:prstGeom prst="rect">
              <a:avLst/>
            </a:prstGeom>
            <a:noFill/>
            <a:ln w="25400" cap="flat" cmpd="sng" algn="ctr">
              <a:noFill/>
              <a:prstDash val="solid"/>
            </a:ln>
            <a:effectLst/>
          </p:spPr>
          <p:txBody>
            <a:bodyPr lIns="0" tIns="0" rIns="0" bIns="0" rtlCol="0" anchor="ctr"/>
            <a:lstStyle/>
            <a:p>
              <a:pPr marL="357187" marR="0" lvl="0" indent="-357187" defTabSz="914400">
                <a:lnSpc>
                  <a:spcPct val="100000"/>
                </a:lnSpc>
                <a:spcBef>
                  <a:spcPts val="599"/>
                </a:spcBef>
                <a:spcAft>
                  <a:spcPts val="599"/>
                </a:spcAft>
                <a:buClr>
                  <a:schemeClr val="accent1"/>
                </a:buClr>
                <a:buSzTx/>
                <a:buFont typeface="+mj-lt"/>
                <a:buAutoNum type="arabicPeriod"/>
                <a:defRPr/>
              </a:pPr>
              <a:r>
                <a:rPr lang="en-GB" sz="1400" b="0" i="0" u="none" strike="noStrike" cap="none" spc="0">
                  <a:ln>
                    <a:noFill/>
                  </a:ln>
                  <a:solidFill>
                    <a:schemeClr val="tx1"/>
                  </a:solidFill>
                  <a:latin typeface="Arial"/>
                  <a:cs typeface="Calibri"/>
                </a:rPr>
                <a:t>Numerical bullet</a:t>
              </a:r>
              <a:endParaRPr/>
            </a:p>
          </p:txBody>
        </p:sp>
        <p:sp>
          <p:nvSpPr>
            <p:cNvPr id="917558156" name="Ovaal 287"/>
            <p:cNvSpPr>
              <a:spLocks noAdjustHandles="1" noChangeArrowheads="1" noChangeShapeType="1" noEditPoints="1" noGrp="1" noMove="1" noResize="1" noRot="1"/>
            </p:cNvSpPr>
            <p:nvPr userDrawn="1"/>
          </p:nvSpPr>
          <p:spPr bwMode="auto">
            <a:xfrm>
              <a:off x="-3604182" y="3585187"/>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7</a:t>
              </a:r>
              <a:endParaRPr/>
            </a:p>
          </p:txBody>
        </p:sp>
        <p:sp>
          <p:nvSpPr>
            <p:cNvPr id="1222883708" name="Rechthoek 288"/>
            <p:cNvSpPr>
              <a:spLocks noAdjustHandles="1" noChangeArrowheads="1" noChangeShapeType="1" noEditPoints="1" noGrp="1" noMove="1" noResize="1" noRot="1"/>
            </p:cNvSpPr>
            <p:nvPr userDrawn="1"/>
          </p:nvSpPr>
          <p:spPr bwMode="auto">
            <a:xfrm>
              <a:off x="-3325829" y="3877206"/>
              <a:ext cx="2949219" cy="180000"/>
            </a:xfrm>
            <a:prstGeom prst="rect">
              <a:avLst/>
            </a:prstGeom>
            <a:noFill/>
            <a:ln w="25400" cap="flat" cmpd="sng" algn="ctr">
              <a:noFill/>
              <a:prstDash val="solid"/>
            </a:ln>
            <a:effectLst/>
          </p:spPr>
          <p:txBody>
            <a:bodyPr lIns="0" tIns="0" rIns="0" bIns="0" rtlCol="0" anchor="ctr"/>
            <a:lstStyle/>
            <a:p>
              <a:pPr marL="342900" marR="0" lvl="0" indent="-342900" defTabSz="914400">
                <a:lnSpc>
                  <a:spcPct val="100000"/>
                </a:lnSpc>
                <a:spcBef>
                  <a:spcPts val="599"/>
                </a:spcBef>
                <a:spcAft>
                  <a:spcPts val="599"/>
                </a:spcAft>
                <a:buClr>
                  <a:schemeClr val="accent1"/>
                </a:buClr>
                <a:buSzTx/>
                <a:buFont typeface="+mj-lt"/>
                <a:buAutoNum type="alphaLcPeriod"/>
                <a:defRPr/>
              </a:pPr>
              <a:r>
                <a:rPr lang="en-GB" sz="1400" b="0" i="0" u="none" strike="noStrike" cap="none" spc="0">
                  <a:ln>
                    <a:noFill/>
                  </a:ln>
                  <a:solidFill>
                    <a:schemeClr val="tx1"/>
                  </a:solidFill>
                  <a:latin typeface="Arial"/>
                  <a:cs typeface="Calibri"/>
                </a:rPr>
                <a:t>Alphabetical bullet</a:t>
              </a:r>
              <a:endParaRPr/>
            </a:p>
          </p:txBody>
        </p:sp>
        <p:sp>
          <p:nvSpPr>
            <p:cNvPr id="1090923120" name="Ovaal 289"/>
            <p:cNvSpPr>
              <a:spLocks noAdjustHandles="1" noChangeArrowheads="1" noChangeShapeType="1" noEditPoints="1" noGrp="1" noMove="1" noResize="1" noRot="1"/>
            </p:cNvSpPr>
            <p:nvPr userDrawn="1"/>
          </p:nvSpPr>
          <p:spPr bwMode="auto">
            <a:xfrm>
              <a:off x="-3604182" y="3876471"/>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8</a:t>
              </a:r>
              <a:endParaRPr/>
            </a:p>
          </p:txBody>
        </p:sp>
        <p:sp>
          <p:nvSpPr>
            <p:cNvPr id="802740161" name="Rechthoek 290"/>
            <p:cNvSpPr>
              <a:spLocks noAdjustHandles="1" noChangeArrowheads="1" noChangeShapeType="1" noEditPoints="1" noGrp="1" noMove="1" noResize="1" noRot="1"/>
            </p:cNvSpPr>
            <p:nvPr userDrawn="1"/>
          </p:nvSpPr>
          <p:spPr bwMode="auto">
            <a:xfrm>
              <a:off x="-3319414" y="4168593"/>
              <a:ext cx="2949219" cy="180000"/>
            </a:xfrm>
            <a:prstGeom prst="rect">
              <a:avLst/>
            </a:prstGeom>
            <a:noFill/>
            <a:ln w="25400" cap="flat" cmpd="sng" algn="ctr">
              <a:noFill/>
              <a:prstDash val="solid"/>
            </a:ln>
            <a:effectLst/>
          </p:spPr>
          <p:txBody>
            <a:bodyPr lIns="0" tIns="0" rIns="0" bIns="0" rtlCol="0" anchor="ctr"/>
            <a:lstStyle/>
            <a:p>
              <a:pPr marL="0" marR="0" lvl="0" indent="0" defTabSz="914400">
                <a:lnSpc>
                  <a:spcPct val="100000"/>
                </a:lnSpc>
                <a:spcBef>
                  <a:spcPts val="599"/>
                </a:spcBef>
                <a:spcAft>
                  <a:spcPts val="599"/>
                </a:spcAft>
                <a:buClr>
                  <a:schemeClr val="tx1"/>
                </a:buClr>
                <a:buSzTx/>
                <a:buFont typeface="Calibri"/>
                <a:buNone/>
                <a:defRPr/>
              </a:pPr>
              <a:r>
                <a:rPr lang="en-GB" sz="1200" b="0" i="1" u="none" strike="noStrike" cap="none" spc="0">
                  <a:ln>
                    <a:noFill/>
                  </a:ln>
                  <a:solidFill>
                    <a:srgbClr val="000000"/>
                  </a:solidFill>
                  <a:latin typeface="Arial"/>
                  <a:cs typeface="Calibri"/>
                </a:rPr>
                <a:t>Source</a:t>
              </a:r>
              <a:endParaRPr/>
            </a:p>
          </p:txBody>
        </p:sp>
        <p:sp>
          <p:nvSpPr>
            <p:cNvPr id="1010051049" name="Ovaal 291"/>
            <p:cNvSpPr>
              <a:spLocks noAdjustHandles="1" noChangeArrowheads="1" noChangeShapeType="1" noEditPoints="1" noGrp="1" noMove="1" noResize="1" noRot="1"/>
            </p:cNvSpPr>
            <p:nvPr userDrawn="1"/>
          </p:nvSpPr>
          <p:spPr bwMode="auto">
            <a:xfrm>
              <a:off x="-3604182" y="4168593"/>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9</a:t>
              </a:r>
              <a:endParaRPr/>
            </a:p>
          </p:txBody>
        </p:sp>
        <p:sp>
          <p:nvSpPr>
            <p:cNvPr id="1786620854" name="Rechthoek 292"/>
            <p:cNvSpPr>
              <a:spLocks noAdjustHandles="1" noChangeArrowheads="1" noChangeShapeType="1" noEditPoints="1" noGrp="1" noMove="1" noResize="1" noRot="1"/>
            </p:cNvSpPr>
            <p:nvPr userDrawn="1"/>
          </p:nvSpPr>
          <p:spPr bwMode="auto">
            <a:xfrm>
              <a:off x="-3319414" y="3294428"/>
              <a:ext cx="2949219" cy="180000"/>
            </a:xfrm>
            <a:prstGeom prst="rect">
              <a:avLst/>
            </a:prstGeom>
            <a:noFill/>
            <a:ln w="25400" cap="flat" cmpd="sng" algn="ctr">
              <a:noFill/>
              <a:prstDash val="solid"/>
            </a:ln>
            <a:effectLst/>
          </p:spPr>
          <p:txBody>
            <a:bodyPr lIns="0" tIns="0" rIns="0" bIns="0" rtlCol="0" anchor="ctr"/>
            <a:lstStyle/>
            <a:p>
              <a:pPr marL="0" marR="0" lvl="0" indent="0" defTabSz="914400">
                <a:lnSpc>
                  <a:spcPct val="100000"/>
                </a:lnSpc>
                <a:spcBef>
                  <a:spcPts val="599"/>
                </a:spcBef>
                <a:spcAft>
                  <a:spcPts val="599"/>
                </a:spcAft>
                <a:buClr>
                  <a:schemeClr val="accent1"/>
                </a:buClr>
                <a:buSzTx/>
                <a:buFont typeface="Calibri"/>
                <a:buNone/>
                <a:defRPr/>
              </a:pPr>
              <a:r>
                <a:rPr lang="en-GB" sz="1400" b="0" i="0" u="none" strike="noStrike" cap="none" spc="0">
                  <a:ln>
                    <a:noFill/>
                  </a:ln>
                  <a:solidFill>
                    <a:srgbClr val="000000"/>
                  </a:solidFill>
                  <a:latin typeface="Arial"/>
                  <a:cs typeface="Calibri"/>
                </a:rPr>
                <a:t>Default text</a:t>
              </a:r>
              <a:endParaRPr/>
            </a:p>
          </p:txBody>
        </p:sp>
        <p:sp>
          <p:nvSpPr>
            <p:cNvPr id="1125834065" name="Rechthoek 293"/>
            <p:cNvSpPr>
              <a:spLocks noAdjustHandles="1" noChangeArrowheads="1" noChangeShapeType="1" noEditPoints="1" noGrp="1" noMove="1" noResize="1" noRot="1"/>
            </p:cNvSpPr>
            <p:nvPr userDrawn="1"/>
          </p:nvSpPr>
          <p:spPr bwMode="auto">
            <a:xfrm>
              <a:off x="-3786436" y="4531348"/>
              <a:ext cx="3593637" cy="828000"/>
            </a:xfrm>
            <a:prstGeom prst="rect">
              <a:avLst/>
            </a:prstGeom>
            <a:solidFill>
              <a:srgbClr val="ECECEC"/>
            </a:solidFill>
            <a:ln w="6350">
              <a:solidFill>
                <a:srgbClr val="ECECEC"/>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ctr" anchorCtr="0" forceAA="0" compatLnSpc="1">
              <a:prstTxWarp prst="textNoShape"/>
              <a:noAutofit/>
            </a:bodyPr>
            <a:lstStyle/>
            <a:p>
              <a:pPr algn="l">
                <a:lnSpc>
                  <a:spcPct val="90000"/>
                </a:lnSpc>
                <a:spcBef>
                  <a:spcPts val="599"/>
                </a:spcBef>
                <a:spcAft>
                  <a:spcPts val="599"/>
                </a:spcAft>
                <a:defRPr/>
              </a:pPr>
              <a:r>
                <a:rPr lang="en-GB" sz="1200" b="1" cap="all">
                  <a:solidFill>
                    <a:srgbClr val="211F26"/>
                  </a:solidFill>
                  <a:latin typeface="Calibri"/>
                  <a:cs typeface="Calibri"/>
                </a:rPr>
                <a:t>Want to know more?</a:t>
              </a:r>
              <a:br>
                <a:rPr lang="en-GB" sz="1200" b="1" cap="all">
                  <a:solidFill>
                    <a:srgbClr val="211F26"/>
                  </a:solidFill>
                  <a:latin typeface="Calibri"/>
                  <a:cs typeface="Calibri"/>
                </a:rPr>
              </a:br>
              <a:r>
                <a:rPr lang="en-GB" sz="1200" cap="none">
                  <a:solidFill>
                    <a:srgbClr val="211F26"/>
                  </a:solidFill>
                  <a:latin typeface="Calibri"/>
                  <a:cs typeface="Calibri"/>
                </a:rPr>
                <a:t>Go to the </a:t>
              </a:r>
              <a:r>
                <a:rPr lang="en-GB" sz="1200" cap="none">
                  <a:solidFill>
                    <a:srgbClr val="211F26"/>
                  </a:solidFill>
                  <a:latin typeface="Calibri"/>
                  <a:ea typeface="Arial"/>
                  <a:cs typeface="Calibri"/>
                </a:rPr>
                <a:t>tab</a:t>
              </a:r>
              <a:r>
                <a:rPr lang="en-GB" sz="1200" b="1" cap="all">
                  <a:solidFill>
                    <a:srgbClr val="211F26"/>
                  </a:solidFill>
                  <a:latin typeface="Calibri"/>
                  <a:cs typeface="Calibri"/>
                </a:rPr>
                <a:t> 'SLIDEBUILDER’ </a:t>
              </a:r>
              <a:r>
                <a:rPr lang="en-GB" sz="1200" cap="none">
                  <a:solidFill>
                    <a:srgbClr val="211F26"/>
                  </a:solidFill>
                  <a:latin typeface="Calibri"/>
                  <a:ea typeface="Arial"/>
                  <a:cs typeface="Calibri"/>
                </a:rPr>
                <a:t>and click</a:t>
              </a:r>
              <a:br>
                <a:rPr lang="en-GB" sz="1200" cap="none">
                  <a:solidFill>
                    <a:srgbClr val="211F26"/>
                  </a:solidFill>
                  <a:latin typeface="Calibri"/>
                  <a:ea typeface="Arial"/>
                  <a:cs typeface="Calibri"/>
                </a:rPr>
              </a:br>
              <a:r>
                <a:rPr lang="en-GB" sz="1200" cap="none">
                  <a:solidFill>
                    <a:srgbClr val="211F26"/>
                  </a:solidFill>
                  <a:latin typeface="Calibri"/>
                  <a:ea typeface="Arial"/>
                  <a:cs typeface="Calibri"/>
                </a:rPr>
                <a:t>on the button </a:t>
              </a:r>
              <a:r>
                <a:rPr lang="en-GB" sz="1200" b="1" cap="all">
                  <a:solidFill>
                    <a:srgbClr val="211F26"/>
                  </a:solidFill>
                  <a:latin typeface="Calibri"/>
                  <a:cs typeface="Calibri"/>
                </a:rPr>
                <a:t>‘Inspiration'</a:t>
              </a:r>
              <a:endParaRPr/>
            </a:p>
          </p:txBody>
        </p:sp>
        <p:grpSp>
          <p:nvGrpSpPr>
            <p:cNvPr id="1821271961" name="ICOON_info"/>
            <p:cNvGrpSpPr>
              <a:grpSpLocks noGrp="1" noMove="1" noResize="1" noRot="1" noUngrp="1"/>
            </p:cNvGrpSpPr>
            <p:nvPr userDrawn="1"/>
          </p:nvGrpSpPr>
          <p:grpSpPr bwMode="auto">
            <a:xfrm>
              <a:off x="-376734" y="4400185"/>
              <a:ext cx="283684" cy="283684"/>
              <a:chOff x="-510741" y="5913712"/>
              <a:chExt cx="267554" cy="267554"/>
            </a:xfrm>
          </p:grpSpPr>
          <p:sp>
            <p:nvSpPr>
              <p:cNvPr id="2128388527" name="Ovaal 342"/>
              <p:cNvSpPr>
                <a:spLocks noAdjustHandles="1" noChangeArrowheads="1" noChangeShapeType="1" noEditPoints="1" noGrp="1" noMove="1" noResize="1" noRot="1"/>
              </p:cNvSpPr>
              <p:nvPr userDrawn="1"/>
            </p:nvSpPr>
            <p:spPr bwMode="auto">
              <a:xfrm>
                <a:off x="-491852" y="5932071"/>
                <a:ext cx="230834" cy="230834"/>
              </a:xfrm>
              <a:prstGeom prst="ellipse">
                <a:avLst/>
              </a:prstGeom>
              <a:solidFill>
                <a:srgbClr val="211F2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noAutofit/>
              </a:bodyPr>
              <a:lstStyle/>
              <a:p>
                <a:pPr algn="ctr">
                  <a:lnSpc>
                    <a:spcPct val="90000"/>
                  </a:lnSpc>
                  <a:spcBef>
                    <a:spcPts val="599"/>
                  </a:spcBef>
                  <a:spcAft>
                    <a:spcPts val="599"/>
                  </a:spcAft>
                  <a:defRPr/>
                </a:pPr>
                <a:endParaRPr lang="en-GB" sz="1600" cap="all">
                  <a:latin typeface="Calibri"/>
                  <a:cs typeface="Calibri"/>
                </a:endParaRPr>
              </a:p>
            </p:txBody>
          </p:sp>
          <p:sp>
            <p:nvSpPr>
              <p:cNvPr id="891964407" name="Graphic 163" descr="Informatie"/>
              <p:cNvSpPr>
                <a:spLocks noAdjustHandles="1" noChangeArrowheads="1" noChangeShapeType="1" noEditPoints="1" noGrp="1" noMove="1" noResize="1" noRot="1"/>
              </p:cNvSpPr>
              <p:nvPr/>
            </p:nvSpPr>
            <p:spPr bwMode="auto">
              <a:xfrm>
                <a:off x="-510741" y="5913712"/>
                <a:ext cx="267554" cy="267554"/>
              </a:xfrm>
              <a:custGeom>
                <a:avLst/>
                <a:gdLst>
                  <a:gd name="connsiteX0" fmla="*/ 145860 w 291719"/>
                  <a:gd name="connsiteY0" fmla="*/ 0 h 291719"/>
                  <a:gd name="connsiteX1" fmla="*/ 0 w 291719"/>
                  <a:gd name="connsiteY1" fmla="*/ 145860 h 291719"/>
                  <a:gd name="connsiteX2" fmla="*/ 145860 w 291719"/>
                  <a:gd name="connsiteY2" fmla="*/ 291720 h 291719"/>
                  <a:gd name="connsiteX3" fmla="*/ 291720 w 291719"/>
                  <a:gd name="connsiteY3" fmla="*/ 145860 h 291719"/>
                  <a:gd name="connsiteX4" fmla="*/ 145860 w 291719"/>
                  <a:gd name="connsiteY4" fmla="*/ 0 h 291719"/>
                  <a:gd name="connsiteX5" fmla="*/ 138183 w 291719"/>
                  <a:gd name="connsiteY5" fmla="*/ 38384 h 291719"/>
                  <a:gd name="connsiteX6" fmla="*/ 157375 w 291719"/>
                  <a:gd name="connsiteY6" fmla="*/ 57576 h 291719"/>
                  <a:gd name="connsiteX7" fmla="*/ 138183 w 291719"/>
                  <a:gd name="connsiteY7" fmla="*/ 76768 h 291719"/>
                  <a:gd name="connsiteX8" fmla="*/ 118991 w 291719"/>
                  <a:gd name="connsiteY8" fmla="*/ 57576 h 291719"/>
                  <a:gd name="connsiteX9" fmla="*/ 138183 w 291719"/>
                  <a:gd name="connsiteY9" fmla="*/ 38384 h 291719"/>
                  <a:gd name="connsiteX10" fmla="*/ 184244 w 291719"/>
                  <a:gd name="connsiteY10" fmla="*/ 253336 h 291719"/>
                  <a:gd name="connsiteX11" fmla="*/ 107476 w 291719"/>
                  <a:gd name="connsiteY11" fmla="*/ 253336 h 291719"/>
                  <a:gd name="connsiteX12" fmla="*/ 107476 w 291719"/>
                  <a:gd name="connsiteY12" fmla="*/ 230305 h 291719"/>
                  <a:gd name="connsiteX13" fmla="*/ 134345 w 291719"/>
                  <a:gd name="connsiteY13" fmla="*/ 230305 h 291719"/>
                  <a:gd name="connsiteX14" fmla="*/ 134345 w 291719"/>
                  <a:gd name="connsiteY14" fmla="*/ 115153 h 291719"/>
                  <a:gd name="connsiteX15" fmla="*/ 111314 w 291719"/>
                  <a:gd name="connsiteY15" fmla="*/ 115153 h 291719"/>
                  <a:gd name="connsiteX16" fmla="*/ 111314 w 291719"/>
                  <a:gd name="connsiteY16" fmla="*/ 92122 h 291719"/>
                  <a:gd name="connsiteX17" fmla="*/ 157375 w 291719"/>
                  <a:gd name="connsiteY17" fmla="*/ 92122 h 291719"/>
                  <a:gd name="connsiteX18" fmla="*/ 157375 w 291719"/>
                  <a:gd name="connsiteY18" fmla="*/ 115153 h 291719"/>
                  <a:gd name="connsiteX19" fmla="*/ 157375 w 291719"/>
                  <a:gd name="connsiteY19" fmla="*/ 230305 h 291719"/>
                  <a:gd name="connsiteX20" fmla="*/ 184244 w 291719"/>
                  <a:gd name="connsiteY20" fmla="*/ 230305 h 291719"/>
                  <a:gd name="connsiteX21" fmla="*/ 184244 w 291719"/>
                  <a:gd name="connsiteY21" fmla="*/ 253336 h 291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1719" h="291719" fill="norm" stroke="1" extrusionOk="0">
                    <a:moveTo>
                      <a:pt x="145860" y="0"/>
                    </a:moveTo>
                    <a:cubicBezTo>
                      <a:pt x="65253" y="0"/>
                      <a:pt x="0" y="65253"/>
                      <a:pt x="0" y="145860"/>
                    </a:cubicBezTo>
                    <a:cubicBezTo>
                      <a:pt x="0" y="226467"/>
                      <a:pt x="65253" y="291720"/>
                      <a:pt x="145860" y="291720"/>
                    </a:cubicBezTo>
                    <a:cubicBezTo>
                      <a:pt x="226467" y="291720"/>
                      <a:pt x="291720" y="226467"/>
                      <a:pt x="291720" y="145860"/>
                    </a:cubicBezTo>
                    <a:cubicBezTo>
                      <a:pt x="291720" y="65253"/>
                      <a:pt x="226467" y="0"/>
                      <a:pt x="145860" y="0"/>
                    </a:cubicBezTo>
                    <a:close/>
                    <a:moveTo>
                      <a:pt x="138183" y="38384"/>
                    </a:moveTo>
                    <a:cubicBezTo>
                      <a:pt x="148931" y="38384"/>
                      <a:pt x="157375" y="46829"/>
                      <a:pt x="157375" y="57576"/>
                    </a:cubicBezTo>
                    <a:cubicBezTo>
                      <a:pt x="157375" y="68324"/>
                      <a:pt x="148931" y="76768"/>
                      <a:pt x="138183" y="76768"/>
                    </a:cubicBezTo>
                    <a:cubicBezTo>
                      <a:pt x="127435" y="76768"/>
                      <a:pt x="118991" y="68324"/>
                      <a:pt x="118991" y="57576"/>
                    </a:cubicBezTo>
                    <a:cubicBezTo>
                      <a:pt x="118991" y="46829"/>
                      <a:pt x="127435" y="38384"/>
                      <a:pt x="138183" y="38384"/>
                    </a:cubicBezTo>
                    <a:close/>
                    <a:moveTo>
                      <a:pt x="184244" y="253336"/>
                    </a:moveTo>
                    <a:lnTo>
                      <a:pt x="107476" y="253336"/>
                    </a:lnTo>
                    <a:lnTo>
                      <a:pt x="107476" y="230305"/>
                    </a:lnTo>
                    <a:lnTo>
                      <a:pt x="134345" y="230305"/>
                    </a:lnTo>
                    <a:lnTo>
                      <a:pt x="134345" y="115153"/>
                    </a:lnTo>
                    <a:lnTo>
                      <a:pt x="111314" y="115153"/>
                    </a:lnTo>
                    <a:lnTo>
                      <a:pt x="111314" y="92122"/>
                    </a:lnTo>
                    <a:lnTo>
                      <a:pt x="157375" y="92122"/>
                    </a:lnTo>
                    <a:lnTo>
                      <a:pt x="157375" y="115153"/>
                    </a:lnTo>
                    <a:lnTo>
                      <a:pt x="157375" y="230305"/>
                    </a:lnTo>
                    <a:lnTo>
                      <a:pt x="184244" y="230305"/>
                    </a:lnTo>
                    <a:lnTo>
                      <a:pt x="184244" y="253336"/>
                    </a:lnTo>
                    <a:close/>
                  </a:path>
                </a:pathLst>
              </a:custGeom>
              <a:solidFill>
                <a:srgbClr val="1FF524"/>
              </a:solidFill>
              <a:ln w="3770" cap="flat">
                <a:noFill/>
                <a:prstDash val="solid"/>
                <a:miter/>
              </a:ln>
            </p:spPr>
            <p:txBody>
              <a:bodyPr rtlCol="0" anchor="ctr"/>
              <a:lstStyle/>
              <a:p>
                <a:pPr>
                  <a:defRPr/>
                </a:pPr>
                <a:endParaRPr lang="en-GB" sz="2000">
                  <a:solidFill>
                    <a:srgbClr val="211F26"/>
                  </a:solidFill>
                  <a:latin typeface="Calibri"/>
                  <a:cs typeface="Calibri"/>
                </a:endParaRPr>
              </a:p>
            </p:txBody>
          </p:sp>
        </p:grpSp>
        <p:grpSp>
          <p:nvGrpSpPr>
            <p:cNvPr id="1975566848" name="VOORBEELD"/>
            <p:cNvGrpSpPr>
              <a:grpSpLocks noGrp="1" noMove="1" noResize="1" noRot="1" noUngrp="1"/>
            </p:cNvGrpSpPr>
            <p:nvPr userDrawn="1"/>
          </p:nvGrpSpPr>
          <p:grpSpPr bwMode="auto">
            <a:xfrm>
              <a:off x="-3605171" y="458673"/>
              <a:ext cx="3234310" cy="558874"/>
              <a:chOff x="-3605171" y="458673"/>
              <a:chExt cx="3234310" cy="558874"/>
            </a:xfrm>
          </p:grpSpPr>
          <p:sp>
            <p:nvSpPr>
              <p:cNvPr id="1881873071" name="Rechthoek 302"/>
              <p:cNvSpPr>
                <a:spLocks noAdjustHandles="1" noChangeArrowheads="1" noChangeShapeType="1" noEditPoints="1" noGrp="1" noMove="1" noResize="1" noRot="1"/>
              </p:cNvSpPr>
              <p:nvPr userDrawn="1"/>
            </p:nvSpPr>
            <p:spPr bwMode="auto">
              <a:xfrm>
                <a:off x="-3604182" y="458673"/>
                <a:ext cx="393458" cy="184057"/>
              </a:xfrm>
              <a:prstGeom prst="rect">
                <a:avLst/>
              </a:prstGeom>
              <a:solidFill>
                <a:srgbClr val="F8F8F8"/>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18000" rIns="0" bIns="0" numCol="1" spcCol="0" rtlCol="0" fromWordArt="0" anchor="t" anchorCtr="0" forceAA="0" compatLnSpc="1">
                <a:prstTxWarp prst="textNoShape"/>
                <a:noAutofit/>
              </a:bodyPr>
              <a:lstStyle/>
              <a:p>
                <a:pPr algn="ctr">
                  <a:defRPr/>
                </a:pPr>
                <a:r>
                  <a:rPr lang="en-GB" sz="900" b="1">
                    <a:solidFill>
                      <a:srgbClr val="211F26"/>
                    </a:solidFill>
                    <a:latin typeface="Calibri"/>
                    <a:cs typeface="Calibri"/>
                  </a:rPr>
                  <a:t>Home</a:t>
                </a:r>
                <a:endParaRPr/>
              </a:p>
            </p:txBody>
          </p:sp>
          <p:sp>
            <p:nvSpPr>
              <p:cNvPr id="1433582593" name="Rechthoek 303"/>
              <p:cNvSpPr>
                <a:spLocks noAdjustHandles="1" noChangeArrowheads="1" noChangeShapeType="1" noEditPoints="1" noGrp="1" noMove="1" noResize="1" noRot="1"/>
              </p:cNvSpPr>
              <p:nvPr userDrawn="1"/>
            </p:nvSpPr>
            <p:spPr bwMode="auto">
              <a:xfrm>
                <a:off x="-3599183" y="621344"/>
                <a:ext cx="383781" cy="27171"/>
              </a:xfrm>
              <a:prstGeom prst="rect">
                <a:avLst/>
              </a:prstGeom>
              <a:solidFill>
                <a:srgbClr val="B7462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noAutofit/>
              </a:bodyPr>
              <a:lstStyle/>
              <a:p>
                <a:pPr algn="l">
                  <a:defRPr/>
                </a:pPr>
                <a:endParaRPr lang="en-GB" sz="1000" b="1">
                  <a:solidFill>
                    <a:srgbClr val="211F26"/>
                  </a:solidFill>
                  <a:latin typeface="Calibri"/>
                  <a:cs typeface="Calibri"/>
                </a:endParaRPr>
              </a:p>
            </p:txBody>
          </p:sp>
          <p:grpSp>
            <p:nvGrpSpPr>
              <p:cNvPr id="1739879379" name="Groep 304"/>
              <p:cNvGrpSpPr>
                <a:grpSpLocks noGrp="1" noMove="1" noResize="1" noRot="1" noUngrp="1"/>
              </p:cNvGrpSpPr>
              <p:nvPr userDrawn="1"/>
            </p:nvGrpSpPr>
            <p:grpSpPr bwMode="auto">
              <a:xfrm>
                <a:off x="-3386246" y="830871"/>
                <a:ext cx="139422" cy="109566"/>
                <a:chOff x="-2866743" y="827069"/>
                <a:chExt cx="168700" cy="132574"/>
              </a:xfrm>
            </p:grpSpPr>
            <p:grpSp>
              <p:nvGrpSpPr>
                <p:cNvPr id="1157839363" name="Groep 335"/>
                <p:cNvGrpSpPr>
                  <a:grpSpLocks noGrp="1" noMove="1" noResize="1" noRot="1" noUngrp="1"/>
                </p:cNvGrpSpPr>
                <p:nvPr userDrawn="1"/>
              </p:nvGrpSpPr>
              <p:grpSpPr bwMode="auto">
                <a:xfrm>
                  <a:off x="-2866743" y="827069"/>
                  <a:ext cx="168700" cy="132574"/>
                  <a:chOff x="-2866743" y="827069"/>
                  <a:chExt cx="168700" cy="132574"/>
                </a:xfrm>
              </p:grpSpPr>
              <p:cxnSp>
                <p:nvCxnSpPr>
                  <p:cNvPr id="409164237" name="Rechte verbindingslijn 337"/>
                  <p:cNvCxnSpPr>
                    <a:cxnSpLocks noAdjustHandles="1" noChangeArrowheads="1" noChangeShapeType="1" noEditPoints="1" noGrp="1" noMove="1" noResize="1" noRot="1"/>
                  </p:cNvCxnSpPr>
                  <p:nvPr userDrawn="1"/>
                </p:nvCxnSpPr>
                <p:spPr bwMode="auto">
                  <a:xfrm>
                    <a:off x="-2866743" y="827069"/>
                    <a:ext cx="168700" cy="0"/>
                  </a:xfrm>
                  <a:prstGeom prst="line">
                    <a:avLst/>
                  </a:prstGeom>
                  <a:solidFill>
                    <a:schemeClr val="bg1"/>
                  </a:solidFill>
                  <a:ln w="12700" cap="flat" cmpd="sng" algn="ctr">
                    <a:solidFill>
                      <a:srgbClr val="9D9FA1"/>
                    </a:solidFill>
                    <a:prstDash val="solid"/>
                  </a:ln>
                  <a:effectLst/>
                </p:spPr>
              </p:cxnSp>
              <p:cxnSp>
                <p:nvCxnSpPr>
                  <p:cNvPr id="78165586" name="Rechte verbindingslijn 338"/>
                  <p:cNvCxnSpPr>
                    <a:cxnSpLocks noAdjustHandles="1" noChangeArrowheads="1" noChangeShapeType="1" noEditPoints="1" noGrp="1" noMove="1" noResize="1" noRot="1"/>
                  </p:cNvCxnSpPr>
                  <p:nvPr userDrawn="1"/>
                </p:nvCxnSpPr>
                <p:spPr bwMode="auto">
                  <a:xfrm>
                    <a:off x="-2866743" y="959645"/>
                    <a:ext cx="168700" cy="0"/>
                  </a:xfrm>
                  <a:prstGeom prst="line">
                    <a:avLst/>
                  </a:prstGeom>
                  <a:solidFill>
                    <a:schemeClr val="bg1"/>
                  </a:solidFill>
                  <a:ln w="12700" cap="flat" cmpd="sng" algn="ctr">
                    <a:solidFill>
                      <a:srgbClr val="9D9FA1"/>
                    </a:solidFill>
                    <a:prstDash val="solid"/>
                  </a:ln>
                  <a:effectLst/>
                </p:spPr>
              </p:cxnSp>
              <p:cxnSp>
                <p:nvCxnSpPr>
                  <p:cNvPr id="166239447" name="Rechte verbindingslijn 339"/>
                  <p:cNvCxnSpPr>
                    <a:cxnSpLocks noAdjustHandles="1" noChangeArrowheads="1" noChangeShapeType="1" noEditPoints="1" noGrp="1" noMove="1" noResize="1" noRot="1"/>
                  </p:cNvCxnSpPr>
                  <p:nvPr userDrawn="1"/>
                </p:nvCxnSpPr>
                <p:spPr bwMode="auto">
                  <a:xfrm>
                    <a:off x="-2773989" y="926502"/>
                    <a:ext cx="75946" cy="0"/>
                  </a:xfrm>
                  <a:prstGeom prst="line">
                    <a:avLst/>
                  </a:prstGeom>
                  <a:solidFill>
                    <a:schemeClr val="bg1"/>
                  </a:solidFill>
                  <a:ln w="12700" cap="flat" cmpd="sng" algn="ctr">
                    <a:solidFill>
                      <a:srgbClr val="9D9FA1"/>
                    </a:solidFill>
                    <a:prstDash val="solid"/>
                  </a:ln>
                  <a:effectLst/>
                </p:spPr>
              </p:cxnSp>
              <p:cxnSp>
                <p:nvCxnSpPr>
                  <p:cNvPr id="594651508" name="Rechte verbindingslijn 340"/>
                  <p:cNvCxnSpPr>
                    <a:cxnSpLocks noAdjustHandles="1" noChangeArrowheads="1" noChangeShapeType="1" noEditPoints="1" noGrp="1" noMove="1" noResize="1" noRot="1"/>
                  </p:cNvCxnSpPr>
                  <p:nvPr userDrawn="1"/>
                </p:nvCxnSpPr>
                <p:spPr bwMode="auto">
                  <a:xfrm>
                    <a:off x="-2773989" y="893358"/>
                    <a:ext cx="75946" cy="0"/>
                  </a:xfrm>
                  <a:prstGeom prst="line">
                    <a:avLst/>
                  </a:prstGeom>
                  <a:solidFill>
                    <a:schemeClr val="bg1"/>
                  </a:solidFill>
                  <a:ln w="12700" cap="flat" cmpd="sng" algn="ctr">
                    <a:solidFill>
                      <a:srgbClr val="9D9FA1"/>
                    </a:solidFill>
                    <a:prstDash val="solid"/>
                  </a:ln>
                  <a:effectLst/>
                </p:spPr>
              </p:cxnSp>
              <p:cxnSp>
                <p:nvCxnSpPr>
                  <p:cNvPr id="1122812754" name="Rechte verbindingslijn 341"/>
                  <p:cNvCxnSpPr>
                    <a:cxnSpLocks noAdjustHandles="1" noChangeArrowheads="1" noChangeShapeType="1" noEditPoints="1" noGrp="1" noMove="1" noResize="1" noRot="1"/>
                  </p:cNvCxnSpPr>
                  <p:nvPr userDrawn="1"/>
                </p:nvCxnSpPr>
                <p:spPr bwMode="auto">
                  <a:xfrm>
                    <a:off x="-2773989" y="860214"/>
                    <a:ext cx="75946" cy="0"/>
                  </a:xfrm>
                  <a:prstGeom prst="line">
                    <a:avLst/>
                  </a:prstGeom>
                  <a:solidFill>
                    <a:schemeClr val="bg1"/>
                  </a:solidFill>
                  <a:ln w="12700" cap="flat" cmpd="sng" algn="ctr">
                    <a:solidFill>
                      <a:srgbClr val="9D9FA1"/>
                    </a:solidFill>
                    <a:prstDash val="solid"/>
                  </a:ln>
                  <a:effectLst/>
                </p:spPr>
              </p:cxnSp>
            </p:grpSp>
            <p:sp>
              <p:nvSpPr>
                <p:cNvPr id="577389674" name="Pijl: rechts 336"/>
                <p:cNvSpPr>
                  <a:spLocks noAdjustHandles="1" noChangeArrowheads="1" noChangeShapeType="1" noEditPoints="1" noGrp="1" noMove="1" noResize="1" noRot="1"/>
                </p:cNvSpPr>
                <p:nvPr userDrawn="1"/>
              </p:nvSpPr>
              <p:spPr bwMode="auto">
                <a:xfrm>
                  <a:off x="-2866743" y="858736"/>
                  <a:ext cx="70675" cy="67901"/>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noAutofit/>
                </a:bodyPr>
                <a:lstStyle/>
                <a:p>
                  <a:pPr algn="l">
                    <a:defRPr/>
                  </a:pPr>
                  <a:endParaRPr lang="en-GB" sz="1000" b="1">
                    <a:solidFill>
                      <a:srgbClr val="211F26"/>
                    </a:solidFill>
                    <a:latin typeface="Calibri"/>
                    <a:cs typeface="Calibri"/>
                  </a:endParaRPr>
                </a:p>
              </p:txBody>
            </p:sp>
          </p:grpSp>
          <p:grpSp>
            <p:nvGrpSpPr>
              <p:cNvPr id="1552674294" name="Groep 305"/>
              <p:cNvGrpSpPr>
                <a:grpSpLocks noGrp="1" noMove="1" noResize="1" noRot="1" noUngrp="1"/>
              </p:cNvGrpSpPr>
              <p:nvPr userDrawn="1"/>
            </p:nvGrpSpPr>
            <p:grpSpPr bwMode="auto">
              <a:xfrm>
                <a:off x="-3605171" y="830871"/>
                <a:ext cx="139422" cy="109566"/>
                <a:chOff x="-2866743" y="518073"/>
                <a:chExt cx="168700" cy="132574"/>
              </a:xfrm>
            </p:grpSpPr>
            <p:grpSp>
              <p:nvGrpSpPr>
                <p:cNvPr id="114692095" name="Groep 328"/>
                <p:cNvGrpSpPr>
                  <a:grpSpLocks noGrp="1" noMove="1" noResize="1" noRot="1" noUngrp="1"/>
                </p:cNvGrpSpPr>
                <p:nvPr userDrawn="1"/>
              </p:nvGrpSpPr>
              <p:grpSpPr bwMode="auto">
                <a:xfrm>
                  <a:off x="-2866743" y="518073"/>
                  <a:ext cx="168700" cy="132574"/>
                  <a:chOff x="-2866743" y="518073"/>
                  <a:chExt cx="168700" cy="132574"/>
                </a:xfrm>
              </p:grpSpPr>
              <p:cxnSp>
                <p:nvCxnSpPr>
                  <p:cNvPr id="701062438" name="Rechte verbindingslijn 330"/>
                  <p:cNvCxnSpPr>
                    <a:cxnSpLocks noAdjustHandles="1" noChangeArrowheads="1" noChangeShapeType="1" noEditPoints="1" noGrp="1" noMove="1" noResize="1" noRot="1"/>
                  </p:cNvCxnSpPr>
                  <p:nvPr userDrawn="1"/>
                </p:nvCxnSpPr>
                <p:spPr bwMode="auto">
                  <a:xfrm>
                    <a:off x="-2866743" y="518073"/>
                    <a:ext cx="168700" cy="0"/>
                  </a:xfrm>
                  <a:prstGeom prst="line">
                    <a:avLst/>
                  </a:prstGeom>
                  <a:solidFill>
                    <a:schemeClr val="bg1"/>
                  </a:solidFill>
                  <a:ln w="12700" cap="flat" cmpd="sng" algn="ctr">
                    <a:solidFill>
                      <a:srgbClr val="9D9FA1"/>
                    </a:solidFill>
                    <a:prstDash val="solid"/>
                  </a:ln>
                  <a:effectLst/>
                </p:spPr>
              </p:cxnSp>
              <p:cxnSp>
                <p:nvCxnSpPr>
                  <p:cNvPr id="1845620862" name="Rechte verbindingslijn 331"/>
                  <p:cNvCxnSpPr>
                    <a:cxnSpLocks noAdjustHandles="1" noChangeArrowheads="1" noChangeShapeType="1" noEditPoints="1" noGrp="1" noMove="1" noResize="1" noRot="1"/>
                  </p:cNvCxnSpPr>
                  <p:nvPr userDrawn="1"/>
                </p:nvCxnSpPr>
                <p:spPr bwMode="auto">
                  <a:xfrm>
                    <a:off x="-2866743" y="650648"/>
                    <a:ext cx="168700" cy="0"/>
                  </a:xfrm>
                  <a:prstGeom prst="line">
                    <a:avLst/>
                  </a:prstGeom>
                  <a:solidFill>
                    <a:schemeClr val="bg1"/>
                  </a:solidFill>
                  <a:ln w="12700" cap="flat" cmpd="sng" algn="ctr">
                    <a:solidFill>
                      <a:srgbClr val="9D9FA1"/>
                    </a:solidFill>
                    <a:prstDash val="solid"/>
                  </a:ln>
                  <a:effectLst/>
                </p:spPr>
              </p:cxnSp>
              <p:cxnSp>
                <p:nvCxnSpPr>
                  <p:cNvPr id="1499192573" name="Rechte verbindingslijn 332"/>
                  <p:cNvCxnSpPr>
                    <a:cxnSpLocks noAdjustHandles="1" noChangeArrowheads="1" noChangeShapeType="1" noEditPoints="1" noGrp="1" noMove="1" noResize="1" noRot="1"/>
                  </p:cNvCxnSpPr>
                  <p:nvPr userDrawn="1"/>
                </p:nvCxnSpPr>
                <p:spPr bwMode="auto">
                  <a:xfrm>
                    <a:off x="-2773989" y="617505"/>
                    <a:ext cx="75946" cy="0"/>
                  </a:xfrm>
                  <a:prstGeom prst="line">
                    <a:avLst/>
                  </a:prstGeom>
                  <a:solidFill>
                    <a:schemeClr val="bg1"/>
                  </a:solidFill>
                  <a:ln w="12700" cap="flat" cmpd="sng" algn="ctr">
                    <a:solidFill>
                      <a:srgbClr val="9D9FA1"/>
                    </a:solidFill>
                    <a:prstDash val="solid"/>
                  </a:ln>
                  <a:effectLst/>
                </p:spPr>
              </p:cxnSp>
              <p:cxnSp>
                <p:nvCxnSpPr>
                  <p:cNvPr id="965203553" name="Rechte verbindingslijn 333"/>
                  <p:cNvCxnSpPr>
                    <a:cxnSpLocks noAdjustHandles="1" noChangeArrowheads="1" noChangeShapeType="1" noEditPoints="1" noGrp="1" noMove="1" noResize="1" noRot="1"/>
                  </p:cNvCxnSpPr>
                  <p:nvPr userDrawn="1"/>
                </p:nvCxnSpPr>
                <p:spPr bwMode="auto">
                  <a:xfrm>
                    <a:off x="-2773989" y="584361"/>
                    <a:ext cx="75946" cy="0"/>
                  </a:xfrm>
                  <a:prstGeom prst="line">
                    <a:avLst/>
                  </a:prstGeom>
                  <a:solidFill>
                    <a:schemeClr val="bg1"/>
                  </a:solidFill>
                  <a:ln w="12700" cap="flat" cmpd="sng" algn="ctr">
                    <a:solidFill>
                      <a:srgbClr val="9D9FA1"/>
                    </a:solidFill>
                    <a:prstDash val="solid"/>
                  </a:ln>
                  <a:effectLst/>
                </p:spPr>
              </p:cxnSp>
              <p:cxnSp>
                <p:nvCxnSpPr>
                  <p:cNvPr id="1036581018" name="Rechte verbindingslijn 334"/>
                  <p:cNvCxnSpPr>
                    <a:cxnSpLocks noAdjustHandles="1" noChangeArrowheads="1" noChangeShapeType="1" noEditPoints="1" noGrp="1" noMove="1" noResize="1" noRot="1"/>
                  </p:cNvCxnSpPr>
                  <p:nvPr userDrawn="1"/>
                </p:nvCxnSpPr>
                <p:spPr bwMode="auto">
                  <a:xfrm>
                    <a:off x="-2773989" y="551217"/>
                    <a:ext cx="75946" cy="0"/>
                  </a:xfrm>
                  <a:prstGeom prst="line">
                    <a:avLst/>
                  </a:prstGeom>
                  <a:solidFill>
                    <a:schemeClr val="bg1"/>
                  </a:solidFill>
                  <a:ln w="12700" cap="flat" cmpd="sng" algn="ctr">
                    <a:solidFill>
                      <a:srgbClr val="9D9FA1"/>
                    </a:solidFill>
                    <a:prstDash val="solid"/>
                  </a:ln>
                  <a:effectLst/>
                </p:spPr>
              </p:cxnSp>
            </p:grpSp>
            <p:sp>
              <p:nvSpPr>
                <p:cNvPr id="152478436" name="Pijl: rechts 329"/>
                <p:cNvSpPr>
                  <a:spLocks noAdjustHandles="1" noChangeArrowheads="1" noChangeShapeType="1" noEditPoints="1" noGrp="1" noMove="1" noResize="1" noRot="1"/>
                </p:cNvSpPr>
                <p:nvPr userDrawn="1"/>
              </p:nvSpPr>
              <p:spPr bwMode="auto">
                <a:xfrm flipH="1">
                  <a:off x="-2866743" y="549739"/>
                  <a:ext cx="70675" cy="67901"/>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noAutofit/>
                </a:bodyPr>
                <a:lstStyle/>
                <a:p>
                  <a:pPr algn="l">
                    <a:defRPr/>
                  </a:pPr>
                  <a:endParaRPr lang="en-GB" sz="1000" b="1">
                    <a:solidFill>
                      <a:srgbClr val="211F26"/>
                    </a:solidFill>
                    <a:latin typeface="Calibri"/>
                    <a:cs typeface="Calibri"/>
                  </a:endParaRPr>
                </a:p>
              </p:txBody>
            </p:sp>
          </p:grpSp>
          <p:cxnSp>
            <p:nvCxnSpPr>
              <p:cNvPr id="1757190930" name="Rechte verbindingslijn 306"/>
              <p:cNvCxnSpPr>
                <a:cxnSpLocks noAdjustHandles="1" noChangeArrowheads="1" noChangeShapeType="1" noEditPoints="1" noGrp="1" noMove="1" noResize="1" noRot="1"/>
              </p:cNvCxnSpPr>
              <p:nvPr userDrawn="1"/>
            </p:nvCxnSpPr>
            <p:spPr bwMode="auto">
              <a:xfrm flipV="1">
                <a:off x="-3459956" y="588168"/>
                <a:ext cx="547686" cy="219075"/>
              </a:xfrm>
              <a:prstGeom prst="line">
                <a:avLst/>
              </a:prstGeom>
              <a:noFill/>
              <a:ln w="19050" cap="rnd" cmpd="sng" algn="ctr">
                <a:solidFill>
                  <a:schemeClr val="accent1"/>
                </a:solidFill>
                <a:prstDash val="solid"/>
                <a:headEnd type="oval"/>
              </a:ln>
              <a:effectLst/>
            </p:spPr>
          </p:cxnSp>
          <p:cxnSp>
            <p:nvCxnSpPr>
              <p:cNvPr id="1766423758" name="Rechte verbindingslijn 307"/>
              <p:cNvCxnSpPr>
                <a:cxnSpLocks noAdjustHandles="1" noChangeArrowheads="1" noChangeShapeType="1" noEditPoints="1" noGrp="1" noMove="1" noResize="1" noRot="1"/>
              </p:cNvCxnSpPr>
              <p:nvPr userDrawn="1"/>
            </p:nvCxnSpPr>
            <p:spPr bwMode="auto">
              <a:xfrm>
                <a:off x="-3224212" y="828675"/>
                <a:ext cx="319087" cy="0"/>
              </a:xfrm>
              <a:prstGeom prst="line">
                <a:avLst/>
              </a:prstGeom>
              <a:noFill/>
              <a:ln w="19050" cap="rnd" cmpd="sng" algn="ctr">
                <a:solidFill>
                  <a:schemeClr val="accent1"/>
                </a:solidFill>
                <a:prstDash val="solid"/>
                <a:headEnd type="oval"/>
              </a:ln>
              <a:effectLst/>
            </p:spPr>
          </p:cxnSp>
          <p:sp>
            <p:nvSpPr>
              <p:cNvPr id="353973017" name="Rechthoek 308"/>
              <p:cNvSpPr>
                <a:spLocks noAdjustHandles="1" noChangeArrowheads="1" noChangeShapeType="1" noEditPoints="1" noGrp="1" noMove="1" noResize="1" noRot="1"/>
              </p:cNvSpPr>
              <p:nvPr userDrawn="1"/>
            </p:nvSpPr>
            <p:spPr bwMode="auto">
              <a:xfrm>
                <a:off x="-2559902" y="512178"/>
                <a:ext cx="2189041" cy="151083"/>
              </a:xfrm>
              <a:prstGeom prst="rect">
                <a:avLst/>
              </a:prstGeom>
              <a:noFill/>
              <a:ln w="25400" cap="flat" cmpd="sng" algn="ctr">
                <a:noFill/>
                <a:prstDash val="solid"/>
              </a:ln>
              <a:effectLst/>
            </p:spPr>
            <p:txBody>
              <a:bodyPr lIns="0" tIns="0" rIns="0" bIns="0" rtlCol="0" anchor="ctr"/>
              <a:lstStyle/>
              <a:p>
                <a:pPr marL="0" marR="0" lvl="0" indent="0" defTabSz="914400">
                  <a:lnSpc>
                    <a:spcPct val="90000"/>
                  </a:lnSpc>
                  <a:spcBef>
                    <a:spcPts val="599"/>
                  </a:spcBef>
                  <a:spcAft>
                    <a:spcPts val="599"/>
                  </a:spcAft>
                  <a:buClrTx/>
                  <a:buSzTx/>
                  <a:buFontTx/>
                  <a:buNone/>
                  <a:defRPr/>
                </a:pPr>
                <a:r>
                  <a:rPr lang="en-GB" sz="1100" b="0" i="0" u="none" strike="noStrike" cap="none" spc="0">
                    <a:ln>
                      <a:noFill/>
                    </a:ln>
                    <a:solidFill>
                      <a:schemeClr val="tx1"/>
                    </a:solidFill>
                    <a:latin typeface="Calibri"/>
                    <a:cs typeface="Calibri"/>
                  </a:rPr>
                  <a:t>Text level down</a:t>
                </a:r>
                <a:endParaRPr/>
              </a:p>
            </p:txBody>
          </p:sp>
          <p:sp>
            <p:nvSpPr>
              <p:cNvPr id="515349365" name="Rechthoek 309"/>
              <p:cNvSpPr>
                <a:spLocks noAdjustHandles="1" noChangeArrowheads="1" noChangeShapeType="1" noEditPoints="1" noGrp="1" noMove="1" noResize="1" noRot="1"/>
              </p:cNvSpPr>
              <p:nvPr userDrawn="1"/>
            </p:nvSpPr>
            <p:spPr bwMode="auto">
              <a:xfrm>
                <a:off x="-2559902" y="819560"/>
                <a:ext cx="2189043" cy="142201"/>
              </a:xfrm>
              <a:prstGeom prst="rect">
                <a:avLst/>
              </a:prstGeom>
              <a:noFill/>
              <a:ln w="25400" cap="flat" cmpd="sng" algn="ctr">
                <a:noFill/>
                <a:prstDash val="solid"/>
              </a:ln>
              <a:effectLst/>
            </p:spPr>
            <p:txBody>
              <a:bodyPr lIns="0" tIns="0" rIns="0" bIns="0" rtlCol="0" anchor="ctr"/>
              <a:lstStyle/>
              <a:p>
                <a:pPr marL="0" marR="0" lvl="0" indent="0" defTabSz="914400">
                  <a:lnSpc>
                    <a:spcPct val="90000"/>
                  </a:lnSpc>
                  <a:spcBef>
                    <a:spcPts val="599"/>
                  </a:spcBef>
                  <a:spcAft>
                    <a:spcPts val="599"/>
                  </a:spcAft>
                  <a:buClrTx/>
                  <a:buSzTx/>
                  <a:buFontTx/>
                  <a:buNone/>
                  <a:defRPr/>
                </a:pPr>
                <a:r>
                  <a:rPr lang="en-GB" sz="1100" b="0" i="0" u="none" strike="noStrike" cap="none" spc="0">
                    <a:ln>
                      <a:noFill/>
                    </a:ln>
                    <a:solidFill>
                      <a:schemeClr val="tx1"/>
                    </a:solidFill>
                    <a:latin typeface="Calibri"/>
                    <a:cs typeface="Calibri"/>
                  </a:rPr>
                  <a:t>Text level up</a:t>
                </a:r>
                <a:endParaRPr/>
              </a:p>
            </p:txBody>
          </p:sp>
          <p:grpSp>
            <p:nvGrpSpPr>
              <p:cNvPr id="544680952" name="Groep 310"/>
              <p:cNvGrpSpPr>
                <a:grpSpLocks noGrp="1" noMove="1" noResize="1" noRot="1" noUngrp="1"/>
              </p:cNvGrpSpPr>
              <p:nvPr userDrawn="1"/>
            </p:nvGrpSpPr>
            <p:grpSpPr bwMode="auto">
              <a:xfrm>
                <a:off x="-2916762" y="769167"/>
                <a:ext cx="268737" cy="248380"/>
                <a:chOff x="-2916762" y="769167"/>
                <a:chExt cx="268737" cy="248380"/>
              </a:xfrm>
            </p:grpSpPr>
            <p:sp>
              <p:nvSpPr>
                <p:cNvPr id="1594696296" name="Rechthoek 320"/>
                <p:cNvSpPr>
                  <a:spLocks noAdjustHandles="1" noChangeArrowheads="1" noChangeShapeType="1" noEditPoints="1" noGrp="1" noMove="1" noResize="1" noRot="1"/>
                </p:cNvSpPr>
                <p:nvPr userDrawn="1"/>
              </p:nvSpPr>
              <p:spPr bwMode="auto">
                <a:xfrm>
                  <a:off x="-2916762" y="769167"/>
                  <a:ext cx="268737" cy="248380"/>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noAutofit/>
                </a:bodyPr>
                <a:lstStyle/>
                <a:p>
                  <a:pPr algn="ctr">
                    <a:defRPr/>
                  </a:pPr>
                  <a:endParaRPr lang="en-GB" sz="1050" b="0">
                    <a:solidFill>
                      <a:srgbClr val="211F26"/>
                    </a:solidFill>
                    <a:latin typeface="Calibri"/>
                    <a:cs typeface="Calibri"/>
                  </a:endParaRPr>
                </a:p>
              </p:txBody>
            </p:sp>
            <p:grpSp>
              <p:nvGrpSpPr>
                <p:cNvPr id="1892321623" name="Groep 321"/>
                <p:cNvGrpSpPr>
                  <a:grpSpLocks noGrp="1" noMove="1" noResize="1" noRot="1" noUngrp="1"/>
                </p:cNvGrpSpPr>
                <p:nvPr userDrawn="1"/>
              </p:nvGrpSpPr>
              <p:grpSpPr bwMode="auto">
                <a:xfrm>
                  <a:off x="-2866743" y="827069"/>
                  <a:ext cx="168700" cy="132574"/>
                  <a:chOff x="-2866743" y="827069"/>
                  <a:chExt cx="168700" cy="132574"/>
                </a:xfrm>
              </p:grpSpPr>
              <p:cxnSp>
                <p:nvCxnSpPr>
                  <p:cNvPr id="1267607848" name="Rechte verbindingslijn 323"/>
                  <p:cNvCxnSpPr>
                    <a:cxnSpLocks noAdjustHandles="1" noChangeArrowheads="1" noChangeShapeType="1" noEditPoints="1" noGrp="1" noMove="1" noResize="1" noRot="1"/>
                  </p:cNvCxnSpPr>
                  <p:nvPr userDrawn="1"/>
                </p:nvCxnSpPr>
                <p:spPr bwMode="auto">
                  <a:xfrm>
                    <a:off x="-2866743" y="827069"/>
                    <a:ext cx="168700" cy="0"/>
                  </a:xfrm>
                  <a:prstGeom prst="line">
                    <a:avLst/>
                  </a:prstGeom>
                  <a:solidFill>
                    <a:schemeClr val="bg1"/>
                  </a:solidFill>
                  <a:ln w="12700" cap="flat" cmpd="sng" algn="ctr">
                    <a:solidFill>
                      <a:srgbClr val="9D9FA1"/>
                    </a:solidFill>
                    <a:prstDash val="solid"/>
                  </a:ln>
                  <a:effectLst/>
                </p:spPr>
              </p:cxnSp>
              <p:cxnSp>
                <p:nvCxnSpPr>
                  <p:cNvPr id="2060513157" name="Rechte verbindingslijn 324"/>
                  <p:cNvCxnSpPr>
                    <a:cxnSpLocks noAdjustHandles="1" noChangeArrowheads="1" noChangeShapeType="1" noEditPoints="1" noGrp="1" noMove="1" noResize="1" noRot="1"/>
                  </p:cNvCxnSpPr>
                  <p:nvPr userDrawn="1"/>
                </p:nvCxnSpPr>
                <p:spPr bwMode="auto">
                  <a:xfrm>
                    <a:off x="-2866743" y="959645"/>
                    <a:ext cx="168700" cy="0"/>
                  </a:xfrm>
                  <a:prstGeom prst="line">
                    <a:avLst/>
                  </a:prstGeom>
                  <a:solidFill>
                    <a:schemeClr val="bg1"/>
                  </a:solidFill>
                  <a:ln w="12700" cap="flat" cmpd="sng" algn="ctr">
                    <a:solidFill>
                      <a:srgbClr val="9D9FA1"/>
                    </a:solidFill>
                    <a:prstDash val="solid"/>
                  </a:ln>
                  <a:effectLst/>
                </p:spPr>
              </p:cxnSp>
              <p:cxnSp>
                <p:nvCxnSpPr>
                  <p:cNvPr id="1655348507" name="Rechte verbindingslijn 325"/>
                  <p:cNvCxnSpPr>
                    <a:cxnSpLocks noAdjustHandles="1" noChangeArrowheads="1" noChangeShapeType="1" noEditPoints="1" noGrp="1" noMove="1" noResize="1" noRot="1"/>
                  </p:cNvCxnSpPr>
                  <p:nvPr userDrawn="1"/>
                </p:nvCxnSpPr>
                <p:spPr bwMode="auto">
                  <a:xfrm>
                    <a:off x="-2773989" y="926502"/>
                    <a:ext cx="75946" cy="0"/>
                  </a:xfrm>
                  <a:prstGeom prst="line">
                    <a:avLst/>
                  </a:prstGeom>
                  <a:solidFill>
                    <a:schemeClr val="bg1"/>
                  </a:solidFill>
                  <a:ln w="12700" cap="flat" cmpd="sng" algn="ctr">
                    <a:solidFill>
                      <a:srgbClr val="9D9FA1"/>
                    </a:solidFill>
                    <a:prstDash val="solid"/>
                  </a:ln>
                  <a:effectLst/>
                </p:spPr>
              </p:cxnSp>
              <p:cxnSp>
                <p:nvCxnSpPr>
                  <p:cNvPr id="1542854031" name="Rechte verbindingslijn 326"/>
                  <p:cNvCxnSpPr>
                    <a:cxnSpLocks noAdjustHandles="1" noChangeArrowheads="1" noChangeShapeType="1" noEditPoints="1" noGrp="1" noMove="1" noResize="1" noRot="1"/>
                  </p:cNvCxnSpPr>
                  <p:nvPr userDrawn="1"/>
                </p:nvCxnSpPr>
                <p:spPr bwMode="auto">
                  <a:xfrm>
                    <a:off x="-2773989" y="893358"/>
                    <a:ext cx="75946" cy="0"/>
                  </a:xfrm>
                  <a:prstGeom prst="line">
                    <a:avLst/>
                  </a:prstGeom>
                  <a:solidFill>
                    <a:schemeClr val="bg1"/>
                  </a:solidFill>
                  <a:ln w="12700" cap="flat" cmpd="sng" algn="ctr">
                    <a:solidFill>
                      <a:srgbClr val="9D9FA1"/>
                    </a:solidFill>
                    <a:prstDash val="solid"/>
                  </a:ln>
                  <a:effectLst/>
                </p:spPr>
              </p:cxnSp>
              <p:cxnSp>
                <p:nvCxnSpPr>
                  <p:cNvPr id="920230764" name="Rechte verbindingslijn 327"/>
                  <p:cNvCxnSpPr>
                    <a:cxnSpLocks noAdjustHandles="1" noChangeArrowheads="1" noChangeShapeType="1" noEditPoints="1" noGrp="1" noMove="1" noResize="1" noRot="1"/>
                  </p:cNvCxnSpPr>
                  <p:nvPr userDrawn="1"/>
                </p:nvCxnSpPr>
                <p:spPr bwMode="auto">
                  <a:xfrm>
                    <a:off x="-2773989" y="860214"/>
                    <a:ext cx="75946" cy="0"/>
                  </a:xfrm>
                  <a:prstGeom prst="line">
                    <a:avLst/>
                  </a:prstGeom>
                  <a:solidFill>
                    <a:schemeClr val="bg1"/>
                  </a:solidFill>
                  <a:ln w="12700" cap="flat" cmpd="sng" algn="ctr">
                    <a:solidFill>
                      <a:srgbClr val="9D9FA1"/>
                    </a:solidFill>
                    <a:prstDash val="solid"/>
                  </a:ln>
                  <a:effectLst/>
                </p:spPr>
              </p:cxnSp>
            </p:grpSp>
            <p:sp>
              <p:nvSpPr>
                <p:cNvPr id="904194606" name="Pijl: rechts 322"/>
                <p:cNvSpPr>
                  <a:spLocks noAdjustHandles="1" noChangeArrowheads="1" noChangeShapeType="1" noEditPoints="1" noGrp="1" noMove="1" noResize="1" noRot="1"/>
                </p:cNvSpPr>
                <p:nvPr userDrawn="1"/>
              </p:nvSpPr>
              <p:spPr bwMode="auto">
                <a:xfrm>
                  <a:off x="-2866743" y="858736"/>
                  <a:ext cx="70675" cy="67901"/>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noAutofit/>
                </a:bodyPr>
                <a:lstStyle/>
                <a:p>
                  <a:pPr algn="l">
                    <a:defRPr/>
                  </a:pPr>
                  <a:endParaRPr lang="en-GB" sz="1000" b="1">
                    <a:solidFill>
                      <a:srgbClr val="211F26"/>
                    </a:solidFill>
                    <a:latin typeface="Calibri"/>
                    <a:cs typeface="Calibri"/>
                  </a:endParaRPr>
                </a:p>
              </p:txBody>
            </p:sp>
          </p:grpSp>
          <p:grpSp>
            <p:nvGrpSpPr>
              <p:cNvPr id="1605858404" name="Groep 311"/>
              <p:cNvGrpSpPr>
                <a:grpSpLocks noGrp="1" noMove="1" noResize="1" noRot="1" noUngrp="1"/>
              </p:cNvGrpSpPr>
              <p:nvPr userDrawn="1"/>
            </p:nvGrpSpPr>
            <p:grpSpPr bwMode="auto">
              <a:xfrm>
                <a:off x="-2916762" y="460170"/>
                <a:ext cx="268737" cy="248380"/>
                <a:chOff x="-2916762" y="460170"/>
                <a:chExt cx="268737" cy="248380"/>
              </a:xfrm>
            </p:grpSpPr>
            <p:sp>
              <p:nvSpPr>
                <p:cNvPr id="787744525" name="Rechthoek 312"/>
                <p:cNvSpPr>
                  <a:spLocks noAdjustHandles="1" noChangeArrowheads="1" noChangeShapeType="1" noEditPoints="1" noGrp="1" noMove="1" noResize="1" noRot="1"/>
                </p:cNvSpPr>
                <p:nvPr userDrawn="1"/>
              </p:nvSpPr>
              <p:spPr bwMode="auto">
                <a:xfrm>
                  <a:off x="-2916762" y="460170"/>
                  <a:ext cx="268737" cy="248380"/>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noAutofit/>
                </a:bodyPr>
                <a:lstStyle/>
                <a:p>
                  <a:pPr algn="ctr">
                    <a:defRPr/>
                  </a:pPr>
                  <a:endParaRPr lang="en-GB" sz="1050" b="0">
                    <a:solidFill>
                      <a:srgbClr val="211F26"/>
                    </a:solidFill>
                    <a:latin typeface="Calibri"/>
                    <a:cs typeface="Calibri"/>
                  </a:endParaRPr>
                </a:p>
              </p:txBody>
            </p:sp>
            <p:grpSp>
              <p:nvGrpSpPr>
                <p:cNvPr id="351583917" name="Groep 313"/>
                <p:cNvGrpSpPr>
                  <a:grpSpLocks noGrp="1" noMove="1" noResize="1" noRot="1" noUngrp="1"/>
                </p:cNvGrpSpPr>
                <p:nvPr userDrawn="1"/>
              </p:nvGrpSpPr>
              <p:grpSpPr bwMode="auto">
                <a:xfrm>
                  <a:off x="-2866743" y="518073"/>
                  <a:ext cx="168700" cy="132574"/>
                  <a:chOff x="-2866743" y="518073"/>
                  <a:chExt cx="168700" cy="132574"/>
                </a:xfrm>
              </p:grpSpPr>
              <p:cxnSp>
                <p:nvCxnSpPr>
                  <p:cNvPr id="259162712" name="Rechte verbindingslijn 315"/>
                  <p:cNvCxnSpPr>
                    <a:cxnSpLocks noAdjustHandles="1" noChangeArrowheads="1" noChangeShapeType="1" noEditPoints="1" noGrp="1" noMove="1" noResize="1" noRot="1"/>
                  </p:cNvCxnSpPr>
                  <p:nvPr userDrawn="1"/>
                </p:nvCxnSpPr>
                <p:spPr bwMode="auto">
                  <a:xfrm>
                    <a:off x="-2866743" y="518073"/>
                    <a:ext cx="168700" cy="0"/>
                  </a:xfrm>
                  <a:prstGeom prst="line">
                    <a:avLst/>
                  </a:prstGeom>
                  <a:solidFill>
                    <a:schemeClr val="bg1"/>
                  </a:solidFill>
                  <a:ln w="12700" cap="flat" cmpd="sng" algn="ctr">
                    <a:solidFill>
                      <a:srgbClr val="9D9FA1"/>
                    </a:solidFill>
                    <a:prstDash val="solid"/>
                  </a:ln>
                  <a:effectLst/>
                </p:spPr>
              </p:cxnSp>
              <p:cxnSp>
                <p:nvCxnSpPr>
                  <p:cNvPr id="489217302" name="Rechte verbindingslijn 316"/>
                  <p:cNvCxnSpPr>
                    <a:cxnSpLocks noAdjustHandles="1" noChangeArrowheads="1" noChangeShapeType="1" noEditPoints="1" noGrp="1" noMove="1" noResize="1" noRot="1"/>
                  </p:cNvCxnSpPr>
                  <p:nvPr userDrawn="1"/>
                </p:nvCxnSpPr>
                <p:spPr bwMode="auto">
                  <a:xfrm>
                    <a:off x="-2866743" y="650648"/>
                    <a:ext cx="168700" cy="0"/>
                  </a:xfrm>
                  <a:prstGeom prst="line">
                    <a:avLst/>
                  </a:prstGeom>
                  <a:solidFill>
                    <a:schemeClr val="bg1"/>
                  </a:solidFill>
                  <a:ln w="12700" cap="flat" cmpd="sng" algn="ctr">
                    <a:solidFill>
                      <a:srgbClr val="9D9FA1"/>
                    </a:solidFill>
                    <a:prstDash val="solid"/>
                  </a:ln>
                  <a:effectLst/>
                </p:spPr>
              </p:cxnSp>
              <p:cxnSp>
                <p:nvCxnSpPr>
                  <p:cNvPr id="1250827923" name="Rechte verbindingslijn 317"/>
                  <p:cNvCxnSpPr>
                    <a:cxnSpLocks noAdjustHandles="1" noChangeArrowheads="1" noChangeShapeType="1" noEditPoints="1" noGrp="1" noMove="1" noResize="1" noRot="1"/>
                  </p:cNvCxnSpPr>
                  <p:nvPr userDrawn="1"/>
                </p:nvCxnSpPr>
                <p:spPr bwMode="auto">
                  <a:xfrm>
                    <a:off x="-2773989" y="617505"/>
                    <a:ext cx="75946" cy="0"/>
                  </a:xfrm>
                  <a:prstGeom prst="line">
                    <a:avLst/>
                  </a:prstGeom>
                  <a:solidFill>
                    <a:schemeClr val="bg1"/>
                  </a:solidFill>
                  <a:ln w="12700" cap="flat" cmpd="sng" algn="ctr">
                    <a:solidFill>
                      <a:srgbClr val="9D9FA1"/>
                    </a:solidFill>
                    <a:prstDash val="solid"/>
                  </a:ln>
                  <a:effectLst/>
                </p:spPr>
              </p:cxnSp>
              <p:cxnSp>
                <p:nvCxnSpPr>
                  <p:cNvPr id="1271005594" name="Rechte verbindingslijn 318"/>
                  <p:cNvCxnSpPr>
                    <a:cxnSpLocks noAdjustHandles="1" noChangeArrowheads="1" noChangeShapeType="1" noEditPoints="1" noGrp="1" noMove="1" noResize="1" noRot="1"/>
                  </p:cNvCxnSpPr>
                  <p:nvPr userDrawn="1"/>
                </p:nvCxnSpPr>
                <p:spPr bwMode="auto">
                  <a:xfrm>
                    <a:off x="-2773989" y="584361"/>
                    <a:ext cx="75946" cy="0"/>
                  </a:xfrm>
                  <a:prstGeom prst="line">
                    <a:avLst/>
                  </a:prstGeom>
                  <a:solidFill>
                    <a:schemeClr val="bg1"/>
                  </a:solidFill>
                  <a:ln w="12700" cap="flat" cmpd="sng" algn="ctr">
                    <a:solidFill>
                      <a:srgbClr val="9D9FA1"/>
                    </a:solidFill>
                    <a:prstDash val="solid"/>
                  </a:ln>
                  <a:effectLst/>
                </p:spPr>
              </p:cxnSp>
              <p:cxnSp>
                <p:nvCxnSpPr>
                  <p:cNvPr id="824285977" name="Rechte verbindingslijn 319"/>
                  <p:cNvCxnSpPr>
                    <a:cxnSpLocks noAdjustHandles="1" noChangeArrowheads="1" noChangeShapeType="1" noEditPoints="1" noGrp="1" noMove="1" noResize="1" noRot="1"/>
                  </p:cNvCxnSpPr>
                  <p:nvPr userDrawn="1"/>
                </p:nvCxnSpPr>
                <p:spPr bwMode="auto">
                  <a:xfrm>
                    <a:off x="-2773989" y="551217"/>
                    <a:ext cx="75946" cy="0"/>
                  </a:xfrm>
                  <a:prstGeom prst="line">
                    <a:avLst/>
                  </a:prstGeom>
                  <a:solidFill>
                    <a:schemeClr val="bg1"/>
                  </a:solidFill>
                  <a:ln w="12700" cap="flat" cmpd="sng" algn="ctr">
                    <a:solidFill>
                      <a:srgbClr val="9D9FA1"/>
                    </a:solidFill>
                    <a:prstDash val="solid"/>
                  </a:ln>
                  <a:effectLst/>
                </p:spPr>
              </p:cxnSp>
            </p:grpSp>
            <p:sp>
              <p:nvSpPr>
                <p:cNvPr id="1277233975" name="Pijl: rechts 314"/>
                <p:cNvSpPr>
                  <a:spLocks noAdjustHandles="1" noChangeArrowheads="1" noChangeShapeType="1" noEditPoints="1" noGrp="1" noMove="1" noResize="1" noRot="1"/>
                </p:cNvSpPr>
                <p:nvPr userDrawn="1"/>
              </p:nvSpPr>
              <p:spPr bwMode="auto">
                <a:xfrm flipH="1">
                  <a:off x="-2866743" y="549739"/>
                  <a:ext cx="70675" cy="67901"/>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noAutofit/>
                </a:bodyPr>
                <a:lstStyle/>
                <a:p>
                  <a:pPr algn="l">
                    <a:defRPr/>
                  </a:pPr>
                  <a:endParaRPr lang="en-GB" sz="1000" b="1">
                    <a:solidFill>
                      <a:srgbClr val="211F26"/>
                    </a:solidFill>
                    <a:latin typeface="Calibri"/>
                    <a:cs typeface="Calibri"/>
                  </a:endParaRPr>
                </a:p>
              </p:txBody>
            </p:sp>
          </p:grpSp>
        </p:grpSp>
        <p:grpSp>
          <p:nvGrpSpPr>
            <p:cNvPr id="238975669" name="Groep 296"/>
            <p:cNvGrpSpPr>
              <a:grpSpLocks noGrp="1" noMove="1" noResize="1" noRot="1" noUngrp="1"/>
            </p:cNvGrpSpPr>
            <p:nvPr userDrawn="1"/>
          </p:nvGrpSpPr>
          <p:grpSpPr bwMode="auto">
            <a:xfrm>
              <a:off x="-938433" y="4663036"/>
              <a:ext cx="627797" cy="576693"/>
              <a:chOff x="-1753861" y="6112774"/>
              <a:chExt cx="759634" cy="697797"/>
            </a:xfrm>
          </p:grpSpPr>
          <p:grpSp>
            <p:nvGrpSpPr>
              <p:cNvPr id="750808733" name="Inspireren"/>
              <p:cNvGrpSpPr>
                <a:grpSpLocks noChangeAspect="1" noGrp="1" noMove="1" noResize="1" noRot="1" noUngrp="1"/>
              </p:cNvGrpSpPr>
              <p:nvPr userDrawn="1"/>
            </p:nvGrpSpPr>
            <p:grpSpPr bwMode="auto">
              <a:xfrm>
                <a:off x="-1484857" y="6112774"/>
                <a:ext cx="205430" cy="293285"/>
                <a:chOff x="4767" y="2782"/>
                <a:chExt cx="787" cy="1125"/>
              </a:xfrm>
              <a:gradFill>
                <a:gsLst>
                  <a:gs pos="0">
                    <a:srgbClr val="9D9FA1"/>
                  </a:gs>
                  <a:gs pos="70000">
                    <a:srgbClr val="211F26"/>
                  </a:gs>
                </a:gsLst>
                <a:lin ang="2700000" scaled="0"/>
              </a:gradFill>
            </p:grpSpPr>
            <p:sp>
              <p:nvSpPr>
                <p:cNvPr id="628953879" name="Freeform 12"/>
                <p:cNvSpPr>
                  <a:spLocks noAdjustHandles="1" noChangeArrowheads="1" noChangeShapeType="1" noEditPoints="1" noGrp="1" noMove="1" noResize="1" noRot="1"/>
                </p:cNvSpPr>
                <p:nvPr/>
              </p:nvSpPr>
              <p:spPr bwMode="auto">
                <a:xfrm>
                  <a:off x="5000" y="3186"/>
                  <a:ext cx="318" cy="288"/>
                </a:xfrm>
                <a:custGeom>
                  <a:avLst/>
                  <a:gdLst>
                    <a:gd name="T0" fmla="*/ 220 w 319"/>
                    <a:gd name="T1" fmla="*/ 288 h 288"/>
                    <a:gd name="T2" fmla="*/ 107 w 319"/>
                    <a:gd name="T3" fmla="*/ 288 h 288"/>
                    <a:gd name="T4" fmla="*/ 0 w 319"/>
                    <a:gd name="T5" fmla="*/ 0 h 288"/>
                    <a:gd name="T6" fmla="*/ 319 w 319"/>
                    <a:gd name="T7" fmla="*/ 0 h 288"/>
                    <a:gd name="T8" fmla="*/ 220 w 319"/>
                    <a:gd name="T9" fmla="*/ 288 h 288"/>
                  </a:gdLst>
                  <a:ahLst/>
                  <a:cxnLst>
                    <a:cxn ang="0">
                      <a:pos x="T0" y="T1"/>
                    </a:cxn>
                    <a:cxn ang="0">
                      <a:pos x="T2" y="T3"/>
                    </a:cxn>
                    <a:cxn ang="0">
                      <a:pos x="T4" y="T5"/>
                    </a:cxn>
                    <a:cxn ang="0">
                      <a:pos x="T6" y="T7"/>
                    </a:cxn>
                    <a:cxn ang="0">
                      <a:pos x="T8" y="T9"/>
                    </a:cxn>
                  </a:cxnLst>
                  <a:rect l="0" t="0" r="r" b="b"/>
                  <a:pathLst>
                    <a:path w="319" h="288" fill="norm" stroke="1" extrusionOk="0">
                      <a:moveTo>
                        <a:pt x="220" y="288"/>
                      </a:moveTo>
                      <a:lnTo>
                        <a:pt x="107" y="288"/>
                      </a:lnTo>
                      <a:lnTo>
                        <a:pt x="0" y="0"/>
                      </a:lnTo>
                      <a:lnTo>
                        <a:pt x="319" y="0"/>
                      </a:lnTo>
                      <a:lnTo>
                        <a:pt x="220" y="288"/>
                      </a:lnTo>
                      <a:close/>
                    </a:path>
                  </a:pathLst>
                </a:custGeom>
                <a:solidFill>
                  <a:srgbClr val="1FF524"/>
                </a:solidFill>
                <a:ln>
                  <a:noFill/>
                </a:ln>
              </p:spPr>
              <p:txBody>
                <a:bodyPr vert="horz" wrap="square" lIns="91440" tIns="45720" rIns="91440" bIns="45720" numCol="1" anchor="t" anchorCtr="0" compatLnSpc="1">
                  <a:prstTxWarp prst="textNoShape"/>
                </a:bodyPr>
                <a:lstStyle/>
                <a:p>
                  <a:pPr marL="0" marR="0" lvl="0" indent="0" defTabSz="995467">
                    <a:lnSpc>
                      <a:spcPct val="100000"/>
                    </a:lnSpc>
                    <a:spcBef>
                      <a:spcPts val="0"/>
                    </a:spcBef>
                    <a:spcAft>
                      <a:spcPts val="0"/>
                    </a:spcAft>
                    <a:buClrTx/>
                    <a:buSzTx/>
                    <a:buFontTx/>
                    <a:buNone/>
                    <a:defRPr/>
                  </a:pPr>
                  <a:endParaRPr lang="en-GB" sz="300" b="0" i="0" u="none" strike="noStrike" cap="none" spc="0">
                    <a:ln>
                      <a:noFill/>
                    </a:ln>
                    <a:solidFill>
                      <a:srgbClr val="211F26"/>
                    </a:solidFill>
                    <a:latin typeface="Arial"/>
                  </a:endParaRPr>
                </a:p>
              </p:txBody>
            </p:sp>
            <p:sp>
              <p:nvSpPr>
                <p:cNvPr id="1829950348" name="Freeform 13"/>
                <p:cNvSpPr>
                  <a:spLocks noAdjustHandles="1" noChangeArrowheads="1" noChangeShapeType="1" noEditPoints="1" noGrp="1" noMove="1" noResize="1" noRot="1"/>
                </p:cNvSpPr>
                <p:nvPr/>
              </p:nvSpPr>
              <p:spPr bwMode="auto">
                <a:xfrm>
                  <a:off x="5022" y="3794"/>
                  <a:ext cx="281" cy="111"/>
                </a:xfrm>
                <a:custGeom>
                  <a:avLst/>
                  <a:gdLst>
                    <a:gd name="T0" fmla="*/ 229 w 251"/>
                    <a:gd name="T1" fmla="*/ 70 h 100"/>
                    <a:gd name="T2" fmla="*/ 229 w 251"/>
                    <a:gd name="T3" fmla="*/ 69 h 100"/>
                    <a:gd name="T4" fmla="*/ 251 w 251"/>
                    <a:gd name="T5" fmla="*/ 0 h 100"/>
                    <a:gd name="T6" fmla="*/ 0 w 251"/>
                    <a:gd name="T7" fmla="*/ 0 h 100"/>
                    <a:gd name="T8" fmla="*/ 22 w 251"/>
                    <a:gd name="T9" fmla="*/ 69 h 100"/>
                    <a:gd name="T10" fmla="*/ 63 w 251"/>
                    <a:gd name="T11" fmla="*/ 100 h 100"/>
                    <a:gd name="T12" fmla="*/ 188 w 251"/>
                    <a:gd name="T13" fmla="*/ 100 h 100"/>
                    <a:gd name="T14" fmla="*/ 229 w 251"/>
                    <a:gd name="T15" fmla="*/ 71 h 100"/>
                    <a:gd name="T16" fmla="*/ 229 w 251"/>
                    <a:gd name="T17" fmla="*/ 71 h 100"/>
                    <a:gd name="T18" fmla="*/ 229 w 251"/>
                    <a:gd name="T19" fmla="*/ 7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1" h="100" fill="norm" stroke="1" extrusionOk="0">
                      <a:moveTo>
                        <a:pt x="229" y="70"/>
                      </a:moveTo>
                      <a:cubicBezTo>
                        <a:pt x="229" y="70"/>
                        <a:pt x="229" y="69"/>
                        <a:pt x="229" y="69"/>
                      </a:cubicBezTo>
                      <a:cubicBezTo>
                        <a:pt x="251" y="0"/>
                        <a:pt x="251" y="0"/>
                        <a:pt x="251" y="0"/>
                      </a:cubicBezTo>
                      <a:cubicBezTo>
                        <a:pt x="0" y="0"/>
                        <a:pt x="0" y="0"/>
                        <a:pt x="0" y="0"/>
                      </a:cubicBezTo>
                      <a:cubicBezTo>
                        <a:pt x="22" y="69"/>
                        <a:pt x="22" y="69"/>
                        <a:pt x="22" y="69"/>
                      </a:cubicBezTo>
                      <a:cubicBezTo>
                        <a:pt x="27" y="87"/>
                        <a:pt x="44" y="100"/>
                        <a:pt x="63" y="100"/>
                      </a:cubicBezTo>
                      <a:cubicBezTo>
                        <a:pt x="188" y="100"/>
                        <a:pt x="188" y="100"/>
                        <a:pt x="188" y="100"/>
                      </a:cubicBezTo>
                      <a:cubicBezTo>
                        <a:pt x="207" y="100"/>
                        <a:pt x="223" y="88"/>
                        <a:pt x="229" y="71"/>
                      </a:cubicBezTo>
                      <a:cubicBezTo>
                        <a:pt x="229" y="71"/>
                        <a:pt x="229" y="71"/>
                        <a:pt x="229" y="71"/>
                      </a:cubicBezTo>
                      <a:lnTo>
                        <a:pt x="229" y="70"/>
                      </a:lnTo>
                      <a:close/>
                    </a:path>
                  </a:pathLst>
                </a:custGeom>
                <a:grpFill/>
                <a:ln>
                  <a:noFill/>
                </a:ln>
              </p:spPr>
              <p:txBody>
                <a:bodyPr vert="horz" wrap="square" lIns="91440" tIns="45720" rIns="91440" bIns="45720" numCol="1" anchor="t" anchorCtr="0" compatLnSpc="1">
                  <a:prstTxWarp prst="textNoShape"/>
                </a:bodyPr>
                <a:lstStyle/>
                <a:p>
                  <a:pPr marL="0" marR="0" lvl="0" indent="0" defTabSz="995467">
                    <a:lnSpc>
                      <a:spcPct val="100000"/>
                    </a:lnSpc>
                    <a:spcBef>
                      <a:spcPts val="0"/>
                    </a:spcBef>
                    <a:spcAft>
                      <a:spcPts val="0"/>
                    </a:spcAft>
                    <a:buClrTx/>
                    <a:buSzTx/>
                    <a:buFontTx/>
                    <a:buNone/>
                    <a:defRPr/>
                  </a:pPr>
                  <a:endParaRPr lang="en-GB" sz="300" b="0" i="0" u="none" strike="noStrike" cap="none" spc="0">
                    <a:ln>
                      <a:noFill/>
                    </a:ln>
                    <a:solidFill>
                      <a:srgbClr val="211F26"/>
                    </a:solidFill>
                    <a:latin typeface="Arial"/>
                  </a:endParaRPr>
                </a:p>
              </p:txBody>
            </p:sp>
            <p:sp>
              <p:nvSpPr>
                <p:cNvPr id="1148511426" name="Freeform 14"/>
                <p:cNvSpPr>
                  <a:spLocks noAdjustHandles="1" noChangeArrowheads="1" noChangeShapeType="1" noEditPoints="1" noGrp="1" noMove="1" noResize="1" noRot="1"/>
                </p:cNvSpPr>
                <p:nvPr/>
              </p:nvSpPr>
              <p:spPr bwMode="auto">
                <a:xfrm>
                  <a:off x="4767" y="2782"/>
                  <a:ext cx="787" cy="965"/>
                </a:xfrm>
                <a:custGeom>
                  <a:avLst/>
                  <a:gdLst>
                    <a:gd name="T0" fmla="*/ 351 w 702"/>
                    <a:gd name="T1" fmla="*/ 0 h 860"/>
                    <a:gd name="T2" fmla="*/ 0 w 702"/>
                    <a:gd name="T3" fmla="*/ 351 h 860"/>
                    <a:gd name="T4" fmla="*/ 134 w 702"/>
                    <a:gd name="T5" fmla="*/ 627 h 860"/>
                    <a:gd name="T6" fmla="*/ 165 w 702"/>
                    <a:gd name="T7" fmla="*/ 718 h 860"/>
                    <a:gd name="T8" fmla="*/ 266 w 702"/>
                    <a:gd name="T9" fmla="*/ 718 h 860"/>
                    <a:gd name="T10" fmla="*/ 266 w 702"/>
                    <a:gd name="T11" fmla="*/ 718 h 860"/>
                    <a:gd name="T12" fmla="*/ 434 w 702"/>
                    <a:gd name="T13" fmla="*/ 718 h 860"/>
                    <a:gd name="T14" fmla="*/ 419 w 702"/>
                    <a:gd name="T15" fmla="*/ 760 h 860"/>
                    <a:gd name="T16" fmla="*/ 284 w 702"/>
                    <a:gd name="T17" fmla="*/ 760 h 860"/>
                    <a:gd name="T18" fmla="*/ 284 w 702"/>
                    <a:gd name="T19" fmla="*/ 760 h 860"/>
                    <a:gd name="T20" fmla="*/ 179 w 702"/>
                    <a:gd name="T21" fmla="*/ 760 h 860"/>
                    <a:gd name="T22" fmla="*/ 212 w 702"/>
                    <a:gd name="T23" fmla="*/ 860 h 860"/>
                    <a:gd name="T24" fmla="*/ 212 w 702"/>
                    <a:gd name="T25" fmla="*/ 860 h 860"/>
                    <a:gd name="T26" fmla="*/ 216 w 702"/>
                    <a:gd name="T27" fmla="*/ 860 h 860"/>
                    <a:gd name="T28" fmla="*/ 488 w 702"/>
                    <a:gd name="T29" fmla="*/ 860 h 860"/>
                    <a:gd name="T30" fmla="*/ 491 w 702"/>
                    <a:gd name="T31" fmla="*/ 860 h 860"/>
                    <a:gd name="T32" fmla="*/ 570 w 702"/>
                    <a:gd name="T33" fmla="*/ 625 h 860"/>
                    <a:gd name="T34" fmla="*/ 702 w 702"/>
                    <a:gd name="T35" fmla="*/ 351 h 860"/>
                    <a:gd name="T36" fmla="*/ 351 w 702"/>
                    <a:gd name="T37" fmla="*/ 0 h 860"/>
                    <a:gd name="T38" fmla="*/ 587 w 702"/>
                    <a:gd name="T39" fmla="*/ 438 h 860"/>
                    <a:gd name="T40" fmla="*/ 485 w 702"/>
                    <a:gd name="T41" fmla="*/ 563 h 860"/>
                    <a:gd name="T42" fmla="*/ 454 w 702"/>
                    <a:gd name="T43" fmla="*/ 658 h 860"/>
                    <a:gd name="T44" fmla="*/ 250 w 702"/>
                    <a:gd name="T45" fmla="*/ 658 h 860"/>
                    <a:gd name="T46" fmla="*/ 219 w 702"/>
                    <a:gd name="T47" fmla="*/ 565 h 860"/>
                    <a:gd name="T48" fmla="*/ 115 w 702"/>
                    <a:gd name="T49" fmla="*/ 439 h 860"/>
                    <a:gd name="T50" fmla="*/ 99 w 702"/>
                    <a:gd name="T51" fmla="*/ 351 h 860"/>
                    <a:gd name="T52" fmla="*/ 351 w 702"/>
                    <a:gd name="T53" fmla="*/ 99 h 860"/>
                    <a:gd name="T54" fmla="*/ 603 w 702"/>
                    <a:gd name="T55" fmla="*/ 351 h 860"/>
                    <a:gd name="T56" fmla="*/ 587 w 702"/>
                    <a:gd name="T57" fmla="*/ 438 h 8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702" h="860" fill="norm" stroke="1" extrusionOk="0">
                      <a:moveTo>
                        <a:pt x="351" y="0"/>
                      </a:moveTo>
                      <a:cubicBezTo>
                        <a:pt x="157" y="0"/>
                        <a:pt x="0" y="157"/>
                        <a:pt x="0" y="351"/>
                      </a:cubicBezTo>
                      <a:cubicBezTo>
                        <a:pt x="0" y="463"/>
                        <a:pt x="52" y="562"/>
                        <a:pt x="134" y="627"/>
                      </a:cubicBezTo>
                      <a:cubicBezTo>
                        <a:pt x="165" y="718"/>
                        <a:pt x="165" y="718"/>
                        <a:pt x="165" y="718"/>
                      </a:cubicBezTo>
                      <a:cubicBezTo>
                        <a:pt x="266" y="718"/>
                        <a:pt x="266" y="718"/>
                        <a:pt x="266" y="718"/>
                      </a:cubicBezTo>
                      <a:cubicBezTo>
                        <a:pt x="266" y="718"/>
                        <a:pt x="266" y="718"/>
                        <a:pt x="266" y="718"/>
                      </a:cubicBezTo>
                      <a:cubicBezTo>
                        <a:pt x="434" y="718"/>
                        <a:pt x="434" y="718"/>
                        <a:pt x="434" y="718"/>
                      </a:cubicBezTo>
                      <a:cubicBezTo>
                        <a:pt x="419" y="760"/>
                        <a:pt x="419" y="760"/>
                        <a:pt x="419" y="760"/>
                      </a:cubicBezTo>
                      <a:cubicBezTo>
                        <a:pt x="284" y="760"/>
                        <a:pt x="284" y="760"/>
                        <a:pt x="284" y="760"/>
                      </a:cubicBezTo>
                      <a:cubicBezTo>
                        <a:pt x="284" y="760"/>
                        <a:pt x="284" y="760"/>
                        <a:pt x="284" y="760"/>
                      </a:cubicBezTo>
                      <a:cubicBezTo>
                        <a:pt x="179" y="760"/>
                        <a:pt x="179" y="760"/>
                        <a:pt x="179" y="760"/>
                      </a:cubicBezTo>
                      <a:cubicBezTo>
                        <a:pt x="212" y="860"/>
                        <a:pt x="212" y="860"/>
                        <a:pt x="212" y="860"/>
                      </a:cubicBezTo>
                      <a:cubicBezTo>
                        <a:pt x="212" y="860"/>
                        <a:pt x="212" y="860"/>
                        <a:pt x="212" y="860"/>
                      </a:cubicBezTo>
                      <a:cubicBezTo>
                        <a:pt x="216" y="860"/>
                        <a:pt x="216" y="860"/>
                        <a:pt x="216" y="860"/>
                      </a:cubicBezTo>
                      <a:cubicBezTo>
                        <a:pt x="488" y="860"/>
                        <a:pt x="488" y="860"/>
                        <a:pt x="488" y="860"/>
                      </a:cubicBezTo>
                      <a:cubicBezTo>
                        <a:pt x="491" y="860"/>
                        <a:pt x="491" y="860"/>
                        <a:pt x="491" y="860"/>
                      </a:cubicBezTo>
                      <a:cubicBezTo>
                        <a:pt x="570" y="625"/>
                        <a:pt x="570" y="625"/>
                        <a:pt x="570" y="625"/>
                      </a:cubicBezTo>
                      <a:cubicBezTo>
                        <a:pt x="651" y="560"/>
                        <a:pt x="702" y="461"/>
                        <a:pt x="702" y="351"/>
                      </a:cubicBezTo>
                      <a:cubicBezTo>
                        <a:pt x="702" y="157"/>
                        <a:pt x="545" y="0"/>
                        <a:pt x="351" y="0"/>
                      </a:cubicBezTo>
                      <a:close/>
                      <a:moveTo>
                        <a:pt x="587" y="438"/>
                      </a:moveTo>
                      <a:cubicBezTo>
                        <a:pt x="568" y="490"/>
                        <a:pt x="531" y="534"/>
                        <a:pt x="485" y="563"/>
                      </a:cubicBezTo>
                      <a:cubicBezTo>
                        <a:pt x="454" y="658"/>
                        <a:pt x="454" y="658"/>
                        <a:pt x="454" y="658"/>
                      </a:cubicBezTo>
                      <a:cubicBezTo>
                        <a:pt x="250" y="658"/>
                        <a:pt x="250" y="658"/>
                        <a:pt x="250" y="658"/>
                      </a:cubicBezTo>
                      <a:cubicBezTo>
                        <a:pt x="219" y="565"/>
                        <a:pt x="219" y="565"/>
                        <a:pt x="219" y="565"/>
                      </a:cubicBezTo>
                      <a:cubicBezTo>
                        <a:pt x="172" y="536"/>
                        <a:pt x="135" y="491"/>
                        <a:pt x="115" y="439"/>
                      </a:cubicBezTo>
                      <a:cubicBezTo>
                        <a:pt x="105" y="411"/>
                        <a:pt x="99" y="382"/>
                        <a:pt x="99" y="351"/>
                      </a:cubicBezTo>
                      <a:cubicBezTo>
                        <a:pt x="99" y="212"/>
                        <a:pt x="212" y="99"/>
                        <a:pt x="351" y="99"/>
                      </a:cubicBezTo>
                      <a:cubicBezTo>
                        <a:pt x="490" y="99"/>
                        <a:pt x="603" y="212"/>
                        <a:pt x="603" y="351"/>
                      </a:cubicBezTo>
                      <a:cubicBezTo>
                        <a:pt x="603" y="381"/>
                        <a:pt x="597" y="411"/>
                        <a:pt x="587" y="438"/>
                      </a:cubicBezTo>
                      <a:close/>
                    </a:path>
                  </a:pathLst>
                </a:custGeom>
                <a:grpFill/>
                <a:ln>
                  <a:noFill/>
                </a:ln>
              </p:spPr>
              <p:txBody>
                <a:bodyPr vert="horz" wrap="square" lIns="91440" tIns="45720" rIns="91440" bIns="45720" numCol="1" anchor="t" anchorCtr="0" compatLnSpc="1">
                  <a:prstTxWarp prst="textNoShape"/>
                </a:bodyPr>
                <a:lstStyle/>
                <a:p>
                  <a:pPr marL="0" marR="0" lvl="0" indent="0" defTabSz="995467">
                    <a:lnSpc>
                      <a:spcPct val="100000"/>
                    </a:lnSpc>
                    <a:spcBef>
                      <a:spcPts val="0"/>
                    </a:spcBef>
                    <a:spcAft>
                      <a:spcPts val="0"/>
                    </a:spcAft>
                    <a:buClrTx/>
                    <a:buSzTx/>
                    <a:buFontTx/>
                    <a:buNone/>
                    <a:defRPr/>
                  </a:pPr>
                  <a:endParaRPr lang="en-GB" sz="300" b="0" i="0" u="none" strike="noStrike" cap="none" spc="0">
                    <a:ln>
                      <a:noFill/>
                    </a:ln>
                    <a:solidFill>
                      <a:srgbClr val="211F26"/>
                    </a:solidFill>
                    <a:latin typeface="Arial"/>
                  </a:endParaRPr>
                </a:p>
              </p:txBody>
            </p:sp>
          </p:grpSp>
          <p:sp>
            <p:nvSpPr>
              <p:cNvPr id="1386548269" name="Tekstvak 298"/>
              <p:cNvSpPr txBox="1">
                <a:spLocks noAdjustHandles="1" noChangeArrowheads="1" noChangeShapeType="1" noEditPoints="1" noGrp="1" noMove="1" noResize="1" noRot="1"/>
              </p:cNvSpPr>
              <p:nvPr userDrawn="1"/>
            </p:nvSpPr>
            <p:spPr bwMode="auto">
              <a:xfrm>
                <a:off x="-1753861" y="6420663"/>
                <a:ext cx="759634" cy="389908"/>
              </a:xfrm>
              <a:prstGeom prst="rect">
                <a:avLst/>
              </a:prstGeom>
              <a:noFill/>
            </p:spPr>
            <p:txBody>
              <a:bodyPr wrap="square" lIns="0" tIns="0" rIns="0" bIns="0" rtlCol="0" anchor="ctr">
                <a:noAutofit/>
              </a:bodyPr>
              <a:lstStyle/>
              <a:p>
                <a:pPr marL="0" marR="0" lvl="0" indent="0" algn="ctr" defTabSz="914400">
                  <a:lnSpc>
                    <a:spcPct val="90000"/>
                  </a:lnSpc>
                  <a:spcBef>
                    <a:spcPts val="599"/>
                  </a:spcBef>
                  <a:spcAft>
                    <a:spcPts val="599"/>
                  </a:spcAft>
                  <a:buClrTx/>
                  <a:buSzTx/>
                  <a:buFontTx/>
                  <a:buNone/>
                  <a:defRPr/>
                </a:pPr>
                <a:r>
                  <a:rPr lang="en-GB" sz="1000" b="0" i="0" u="none" strike="noStrike" cap="none" spc="0">
                    <a:ln>
                      <a:noFill/>
                    </a:ln>
                    <a:solidFill>
                      <a:srgbClr val="211F26"/>
                    </a:solidFill>
                    <a:latin typeface="Calibri"/>
                    <a:ea typeface="Arial"/>
                    <a:cs typeface="Calibri"/>
                  </a:rPr>
                  <a:t>Inspiration</a:t>
                </a:r>
                <a:endParaRPr/>
              </a:p>
            </p:txBody>
          </p:sp>
        </p:grpSp>
      </p:grpSp>
      <p:pic>
        <p:nvPicPr>
          <p:cNvPr id="1563955843" name=""/>
          <p:cNvPicPr>
            <a:picLocks noChangeAspect="1"/>
          </p:cNvPicPr>
          <p:nvPr/>
        </p:nvPicPr>
        <p:blipFill>
          <a:blip r:embed="rId3"/>
          <a:stretch/>
        </p:blipFill>
        <p:spPr bwMode="auto">
          <a:xfrm flipH="0" flipV="0">
            <a:off x="4950294" y="1302284"/>
            <a:ext cx="6519467" cy="5195717"/>
          </a:xfrm>
          <a:prstGeom prst="rect">
            <a:avLst/>
          </a:prstGeom>
        </p:spPr>
      </p:pic>
      <p:graphicFrame>
        <p:nvGraphicFramePr>
          <p:cNvPr id="1636650767" name=""/>
          <p:cNvGraphicFramePr>
            <a:graphicFrameLocks xmlns:a="http://schemas.openxmlformats.org/drawingml/2006/main"/>
          </p:cNvGraphicFramePr>
          <p:nvPr/>
        </p:nvGraphicFramePr>
        <p:xfrm>
          <a:off x="671585" y="4747750"/>
          <a:ext cx="4300797" cy="1475739"/>
        </p:xfrm>
        <a:graphic>
          <a:graphicData uri="http://schemas.openxmlformats.org/drawingml/2006/table">
            <a:tbl>
              <a:tblPr firstRow="1" firstCol="0" lastRow="0" lastCol="0" bandRow="1" bandCol="0">
                <a:tableStyleId>{5C22544A-7EE6-4342-B048-85BDC9FD1C3A}</a:tableStyleId>
              </a:tblPr>
              <a:tblGrid>
                <a:gridCol w="1429365"/>
                <a:gridCol w="1429365"/>
                <a:gridCol w="1429365"/>
              </a:tblGrid>
              <a:tr h="365760">
                <a:tc>
                  <a:txBody>
                    <a:bodyPr/>
                    <a:p>
                      <a:pPr>
                        <a:defRPr/>
                      </a:pPr>
                      <a:endParaRPr/>
                    </a:p>
                  </a:txBody>
                  <a:tcPr/>
                </a:tc>
                <a:tc>
                  <a:txBody>
                    <a:bodyPr/>
                    <a:p>
                      <a:pPr>
                        <a:defRPr/>
                      </a:pPr>
                      <a:r>
                        <a:rPr lang="en-US"/>
                        <a:t>Thrust</a:t>
                      </a:r>
                      <a:endParaRPr/>
                    </a:p>
                  </a:txBody>
                  <a:tcPr/>
                </a:tc>
                <a:tc>
                  <a:txBody>
                    <a:bodyPr/>
                    <a:p>
                      <a:pPr>
                        <a:defRPr/>
                      </a:pPr>
                      <a:r>
                        <a:rPr lang="en-US"/>
                        <a:t>Torque</a:t>
                      </a:r>
                      <a:endParaRPr/>
                    </a:p>
                  </a:txBody>
                  <a:tcPr/>
                </a:tc>
              </a:tr>
              <a:tr h="365760">
                <a:tc>
                  <a:txBody>
                    <a:bodyPr/>
                    <a:p>
                      <a:pPr>
                        <a:defRPr/>
                      </a:pPr>
                      <a:r>
                        <a:rPr lang="en-US"/>
                        <a:t>LLM</a:t>
                      </a:r>
                      <a:endParaRPr/>
                    </a:p>
                  </a:txBody>
                  <a:tcPr/>
                </a:tc>
                <a:tc>
                  <a:txBody>
                    <a:bodyPr/>
                    <a:p>
                      <a:pPr>
                        <a:defRPr/>
                      </a:pPr>
                      <a:r>
                        <a:rPr lang="en-US"/>
                        <a:t>57.8953</a:t>
                      </a:r>
                      <a:endParaRPr/>
                    </a:p>
                  </a:txBody>
                  <a:tcPr/>
                </a:tc>
                <a:tc>
                  <a:txBody>
                    <a:bodyPr/>
                    <a:p>
                      <a:pPr>
                        <a:defRPr/>
                      </a:pPr>
                      <a:r>
                        <a:rPr lang="en-US"/>
                        <a:t>4.4704</a:t>
                      </a:r>
                      <a:endParaRPr/>
                    </a:p>
                  </a:txBody>
                  <a:tcPr/>
                </a:tc>
              </a:tr>
              <a:tr h="365760">
                <a:tc>
                  <a:txBody>
                    <a:bodyPr/>
                    <a:p>
                      <a:pPr>
                        <a:defRPr/>
                      </a:pPr>
                      <a:r>
                        <a:rPr lang="en-US"/>
                        <a:t>CFD</a:t>
                      </a:r>
                      <a:endParaRPr/>
                    </a:p>
                  </a:txBody>
                  <a:tcPr/>
                </a:tc>
                <a:tc>
                  <a:txBody>
                    <a:bodyPr/>
                    <a:p>
                      <a:pPr>
                        <a:defRPr/>
                      </a:pPr>
                      <a:r>
                        <a:rPr lang="nl-NL" sz="1800" b="0" i="0" u="none" strike="noStrike" cap="none" spc="0">
                          <a:solidFill>
                            <a:schemeClr val="dk1"/>
                          </a:solidFill>
                          <a:latin typeface="Arial"/>
                          <a:ea typeface="Arial"/>
                          <a:cs typeface="Arial"/>
                        </a:rPr>
                        <a:t>72.1827</a:t>
                      </a:r>
                      <a:endParaRPr/>
                    </a:p>
                  </a:txBody>
                  <a:tcPr/>
                </a:tc>
                <a:tc>
                  <a:txBody>
                    <a:bodyPr/>
                    <a:p>
                      <a:pPr>
                        <a:defRPr/>
                      </a:pPr>
                      <a:r>
                        <a:rPr lang="nl-NL" sz="1800" b="0" i="0" u="none" strike="noStrike" cap="none" spc="0">
                          <a:solidFill>
                            <a:schemeClr val="dk1"/>
                          </a:solidFill>
                          <a:latin typeface="Arial"/>
                          <a:ea typeface="Arial"/>
                          <a:cs typeface="Arial"/>
                        </a:rPr>
                        <a:t>7.0519</a:t>
                      </a:r>
                      <a:endParaRPr/>
                    </a:p>
                  </a:txBody>
                  <a:tcPr/>
                </a:tc>
              </a:tr>
              <a:tr h="365760">
                <a:tc>
                  <a:txBody>
                    <a:bodyPr/>
                    <a:p>
                      <a:pPr>
                        <a:defRPr/>
                      </a:pPr>
                      <a:r>
                        <a:rPr lang="en-US"/>
                        <a:t>Rel error</a:t>
                      </a:r>
                      <a:endParaRPr lang="en-US"/>
                    </a:p>
                  </a:txBody>
                  <a:tcPr/>
                </a:tc>
                <a:tc>
                  <a:txBody>
                    <a:bodyPr/>
                    <a:p>
                      <a:pPr>
                        <a:defRPr/>
                      </a:pPr>
                      <a:r>
                        <a:rPr lang="en-US"/>
                        <a:t>19.79 %</a:t>
                      </a:r>
                      <a:endParaRPr/>
                    </a:p>
                  </a:txBody>
                  <a:tcPr/>
                </a:tc>
                <a:tc>
                  <a:txBody>
                    <a:bodyPr/>
                    <a:p>
                      <a:pPr>
                        <a:defRPr/>
                      </a:pPr>
                      <a:r>
                        <a:rPr lang="en-US"/>
                        <a:t> 36.3 %</a:t>
                      </a:r>
                      <a:endParaRPr/>
                    </a:p>
                  </a:txBody>
                  <a:tcPr/>
                </a:tc>
              </a:tr>
            </a:tbl>
          </a:graphicData>
        </a:graphic>
      </p:graphicFrame>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med" p14:dur="700" advClick="1">
        <p:fade thruBlk="0"/>
      </p:transition>
    </mc:Choice>
    <mc:Fallback>
      <p:transition spd="med" advClick="1">
        <p:fade thruBlk="0"/>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806360338" name="Tijdelijke aanduiding voor datum 4"/>
          <p:cNvSpPr>
            <a:spLocks noGrp="1"/>
          </p:cNvSpPr>
          <p:nvPr>
            <p:ph type="dt" sz="half" idx="18"/>
          </p:nvPr>
        </p:nvSpPr>
        <p:spPr bwMode="auto"/>
        <p:txBody>
          <a:bodyPr/>
          <a:lstStyle/>
          <a:p>
            <a:pPr>
              <a:defRPr/>
            </a:pPr>
            <a:fld id="{0A95F658-029A-D7E3-3EC0-3BE95A82D4A5}" type="datetime1">
              <a:rPr lang="nl-NL"/>
              <a:t/>
            </a:fld>
            <a:endParaRPr lang="en-GB"/>
          </a:p>
        </p:txBody>
      </p:sp>
      <p:sp>
        <p:nvSpPr>
          <p:cNvPr id="666877945" name="Titel 8"/>
          <p:cNvSpPr>
            <a:spLocks noGrp="1"/>
          </p:cNvSpPr>
          <p:nvPr>
            <p:ph type="title"/>
          </p:nvPr>
        </p:nvSpPr>
        <p:spPr bwMode="auto"/>
        <p:txBody>
          <a:bodyPr/>
          <a:lstStyle/>
          <a:p>
            <a:pPr>
              <a:defRPr/>
            </a:pPr>
            <a:r>
              <a:rPr lang="en-US"/>
              <a:t>LLM and CFD results comparison</a:t>
            </a:r>
            <a:r>
              <a:rPr lang="en-US"/>
              <a:t> (tip rotor)</a:t>
            </a:r>
            <a:endParaRPr/>
          </a:p>
        </p:txBody>
      </p:sp>
      <p:sp>
        <p:nvSpPr>
          <p:cNvPr id="1980129888" name="Tijdelijke aanduiding voor dianummer 1"/>
          <p:cNvSpPr>
            <a:spLocks noGrp="1"/>
          </p:cNvSpPr>
          <p:nvPr>
            <p:ph type="sldNum" sz="quarter" idx="20"/>
          </p:nvPr>
        </p:nvSpPr>
        <p:spPr bwMode="auto"/>
        <p:txBody>
          <a:bodyPr/>
          <a:lstStyle/>
          <a:p>
            <a:pPr>
              <a:defRPr/>
            </a:pPr>
            <a:fld id="{E2ECC556-F104-1034-666A-979E32D8917C}" type="slidenum">
              <a:rPr lang="en-GB"/>
              <a:t/>
            </a:fld>
            <a:endParaRPr lang="en-GB"/>
          </a:p>
        </p:txBody>
      </p:sp>
      <p:grpSp>
        <p:nvGrpSpPr>
          <p:cNvPr id="1815283543" name="INSTRUCTION"/>
          <p:cNvGrpSpPr>
            <a:grpSpLocks noGrp="1" noMove="1" noResize="1" noRot="1" noUngrp="1"/>
          </p:cNvGrpSpPr>
          <p:nvPr/>
        </p:nvGrpSpPr>
        <p:grpSpPr bwMode="auto">
          <a:xfrm>
            <a:off x="-3786436" y="0"/>
            <a:ext cx="3693385" cy="5359348"/>
            <a:chOff x="-3786436" y="0"/>
            <a:chExt cx="3693385" cy="5359348"/>
          </a:xfrm>
        </p:grpSpPr>
        <p:sp>
          <p:nvSpPr>
            <p:cNvPr id="1261116693" name="Rechthoek 273"/>
            <p:cNvSpPr>
              <a:spLocks noAdjustHandles="1" noChangeArrowheads="1" noChangeShapeType="1" noEditPoints="1" noGrp="1" noMove="1" noResize="1" noRot="1"/>
            </p:cNvSpPr>
            <p:nvPr userDrawn="1"/>
          </p:nvSpPr>
          <p:spPr bwMode="auto">
            <a:xfrm>
              <a:off x="-3786165" y="0"/>
              <a:ext cx="3593090" cy="4641337"/>
            </a:xfrm>
            <a:prstGeom prst="rect">
              <a:avLst/>
            </a:prstGeom>
            <a:solidFill>
              <a:srgbClr val="FFFFFF"/>
            </a:solidFill>
            <a:ln w="6350">
              <a:solidFill>
                <a:srgbClr val="ECECEC"/>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noAutofit/>
            </a:bodyPr>
            <a:lstStyle/>
            <a:p>
              <a:pPr algn="l">
                <a:lnSpc>
                  <a:spcPct val="90000"/>
                </a:lnSpc>
                <a:spcBef>
                  <a:spcPts val="599"/>
                </a:spcBef>
                <a:spcAft>
                  <a:spcPts val="599"/>
                </a:spcAft>
                <a:defRPr/>
              </a:pPr>
              <a:r>
                <a:rPr lang="en-GB" sz="1400" b="1" cap="all">
                  <a:solidFill>
                    <a:schemeClr val="accent1"/>
                  </a:solidFill>
                  <a:latin typeface="Calibri"/>
                  <a:cs typeface="Calibri"/>
                </a:rPr>
                <a:t>Choosing text levels</a:t>
              </a:r>
              <a:endParaRPr/>
            </a:p>
          </p:txBody>
        </p:sp>
        <p:sp>
          <p:nvSpPr>
            <p:cNvPr id="1050603434" name="Ovaal 274"/>
            <p:cNvSpPr>
              <a:spLocks noAdjustHandles="1" noChangeArrowheads="1" noChangeShapeType="1" noEditPoints="1" noGrp="1" noMove="1" noResize="1" noRot="1"/>
            </p:cNvSpPr>
            <p:nvPr userDrawn="1"/>
          </p:nvSpPr>
          <p:spPr bwMode="auto">
            <a:xfrm>
              <a:off x="-3604182" y="1837483"/>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1</a:t>
              </a:r>
              <a:endParaRPr/>
            </a:p>
          </p:txBody>
        </p:sp>
        <p:sp>
          <p:nvSpPr>
            <p:cNvPr id="2113067965" name="Rechthoek 275"/>
            <p:cNvSpPr>
              <a:spLocks noAdjustHandles="1" noChangeArrowheads="1" noChangeShapeType="1" noEditPoints="1" noGrp="1" noMove="1" noResize="1" noRot="1"/>
            </p:cNvSpPr>
            <p:nvPr userDrawn="1"/>
          </p:nvSpPr>
          <p:spPr bwMode="auto">
            <a:xfrm>
              <a:off x="-3319414" y="1837483"/>
              <a:ext cx="2949219" cy="180000"/>
            </a:xfrm>
            <a:prstGeom prst="rect">
              <a:avLst/>
            </a:prstGeom>
            <a:noFill/>
            <a:ln w="25400" cap="flat" cmpd="sng" algn="ctr">
              <a:noFill/>
              <a:prstDash val="solid"/>
            </a:ln>
            <a:effectLst/>
          </p:spPr>
          <p:txBody>
            <a:bodyPr lIns="0" tIns="0" rIns="0" bIns="0" rtlCol="0" anchor="ctr"/>
            <a:lstStyle/>
            <a:p>
              <a:pPr marL="357187" marR="0" lvl="0" indent="-357187" defTabSz="914400">
                <a:lnSpc>
                  <a:spcPct val="100000"/>
                </a:lnSpc>
                <a:spcBef>
                  <a:spcPts val="599"/>
                </a:spcBef>
                <a:spcAft>
                  <a:spcPts val="599"/>
                </a:spcAft>
                <a:buClr>
                  <a:schemeClr val="accent1"/>
                </a:buClr>
                <a:buSzTx/>
                <a:buFont typeface="Calibri"/>
                <a:buChar char="•"/>
                <a:defRPr/>
              </a:pPr>
              <a:r>
                <a:rPr lang="en-GB" sz="1400" b="0" i="0" u="none" strike="noStrike" cap="none" spc="0">
                  <a:ln>
                    <a:noFill/>
                  </a:ln>
                  <a:solidFill>
                    <a:srgbClr val="000000"/>
                  </a:solidFill>
                  <a:latin typeface="Arial"/>
                  <a:cs typeface="Calibri"/>
                </a:rPr>
                <a:t>Bullet</a:t>
              </a:r>
              <a:endParaRPr/>
            </a:p>
          </p:txBody>
        </p:sp>
        <p:sp>
          <p:nvSpPr>
            <p:cNvPr id="586624048" name="Ovaal 276"/>
            <p:cNvSpPr>
              <a:spLocks noAdjustHandles="1" noChangeArrowheads="1" noChangeShapeType="1" noEditPoints="1" noGrp="1" noMove="1" noResize="1" noRot="1"/>
            </p:cNvSpPr>
            <p:nvPr userDrawn="1"/>
          </p:nvSpPr>
          <p:spPr bwMode="auto">
            <a:xfrm>
              <a:off x="-3604182" y="2128767"/>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2</a:t>
              </a:r>
              <a:endParaRPr/>
            </a:p>
          </p:txBody>
        </p:sp>
        <p:sp>
          <p:nvSpPr>
            <p:cNvPr id="556003909" name="Rechthoek 277"/>
            <p:cNvSpPr>
              <a:spLocks noAdjustHandles="1" noChangeArrowheads="1" noChangeShapeType="1" noEditPoints="1" noGrp="1" noMove="1" noResize="1" noRot="1"/>
            </p:cNvSpPr>
            <p:nvPr userDrawn="1"/>
          </p:nvSpPr>
          <p:spPr bwMode="auto">
            <a:xfrm>
              <a:off x="-3604182" y="1196112"/>
              <a:ext cx="3229047" cy="459225"/>
            </a:xfrm>
            <a:prstGeom prst="rect">
              <a:avLst/>
            </a:prstGeom>
            <a:noFill/>
            <a:ln w="25400" cap="flat" cmpd="sng" algn="ctr">
              <a:noFill/>
              <a:prstDash val="solid"/>
            </a:ln>
            <a:effectLst/>
          </p:spPr>
          <p:txBody>
            <a:bodyPr lIns="0" tIns="0" rIns="0" bIns="0" rtlCol="0" anchor="t"/>
            <a:lstStyle/>
            <a:p>
              <a:pPr marL="0" marR="0" lvl="0" indent="0" defTabSz="914400">
                <a:lnSpc>
                  <a:spcPct val="90000"/>
                </a:lnSpc>
                <a:spcBef>
                  <a:spcPts val="599"/>
                </a:spcBef>
                <a:spcAft>
                  <a:spcPts val="599"/>
                </a:spcAft>
                <a:buClrTx/>
                <a:buSzTx/>
                <a:buFontTx/>
                <a:buNone/>
                <a:defRPr/>
              </a:pPr>
              <a:r>
                <a:rPr lang="en-GB" sz="1200" b="0" i="0" u="none" strike="noStrike" cap="none" spc="0">
                  <a:ln>
                    <a:noFill/>
                  </a:ln>
                  <a:solidFill>
                    <a:srgbClr val="000000"/>
                  </a:solidFill>
                  <a:latin typeface="Calibri"/>
                  <a:cs typeface="Calibri"/>
                </a:rPr>
                <a:t>Under the tab </a:t>
              </a:r>
              <a:r>
                <a:rPr lang="en-GB" sz="1200" b="1" i="0" u="none" strike="noStrike" cap="none" spc="0">
                  <a:ln>
                    <a:noFill/>
                  </a:ln>
                  <a:solidFill>
                    <a:srgbClr val="000000"/>
                  </a:solidFill>
                  <a:latin typeface="Calibri"/>
                  <a:cs typeface="Calibri"/>
                </a:rPr>
                <a:t>‘Home’</a:t>
              </a:r>
              <a:r>
                <a:rPr lang="en-GB" sz="1200" b="0" i="0" u="none" strike="noStrike" cap="none" spc="0">
                  <a:ln>
                    <a:noFill/>
                  </a:ln>
                  <a:solidFill>
                    <a:srgbClr val="000000"/>
                  </a:solidFill>
                  <a:latin typeface="Calibri"/>
                  <a:cs typeface="Calibri"/>
                </a:rPr>
                <a:t>, use the </a:t>
              </a:r>
              <a:r>
                <a:rPr lang="en-GB" sz="1200" b="1" i="0" u="none" strike="noStrike" cap="none" spc="0">
                  <a:ln>
                    <a:noFill/>
                  </a:ln>
                  <a:solidFill>
                    <a:srgbClr val="000000"/>
                  </a:solidFill>
                  <a:latin typeface="Calibri"/>
                  <a:cs typeface="Calibri"/>
                </a:rPr>
                <a:t>list level-buttons</a:t>
              </a:r>
              <a:r>
                <a:rPr lang="en-GB" sz="1200" b="0" i="0" u="none" strike="noStrike" cap="none" spc="0">
                  <a:ln>
                    <a:noFill/>
                  </a:ln>
                  <a:solidFill>
                    <a:srgbClr val="000000"/>
                  </a:solidFill>
                  <a:latin typeface="Calibri"/>
                  <a:cs typeface="Calibri"/>
                </a:rPr>
                <a:t> to choose a text level. </a:t>
              </a:r>
              <a:br>
                <a:rPr lang="en-GB" sz="1200" b="0" i="0" u="none" strike="noStrike" cap="none" spc="0">
                  <a:ln>
                    <a:noFill/>
                  </a:ln>
                  <a:solidFill>
                    <a:srgbClr val="000000"/>
                  </a:solidFill>
                  <a:latin typeface="Calibri"/>
                  <a:cs typeface="Calibri"/>
                </a:rPr>
              </a:br>
              <a:r>
                <a:rPr lang="en-GB" sz="1200" b="0" i="0" u="none" strike="noStrike" cap="none" spc="0">
                  <a:ln>
                    <a:noFill/>
                  </a:ln>
                  <a:solidFill>
                    <a:srgbClr val="000000"/>
                  </a:solidFill>
                  <a:latin typeface="Calibri"/>
                  <a:cs typeface="Calibri"/>
                </a:rPr>
                <a:t>Choose from:</a:t>
              </a:r>
              <a:endParaRPr/>
            </a:p>
          </p:txBody>
        </p:sp>
        <p:sp>
          <p:nvSpPr>
            <p:cNvPr id="185028046" name="Rechthoek 278"/>
            <p:cNvSpPr>
              <a:spLocks noAdjustHandles="1" noChangeArrowheads="1" noChangeShapeType="1" noEditPoints="1" noGrp="1" noMove="1" noResize="1" noRot="1"/>
            </p:cNvSpPr>
            <p:nvPr userDrawn="1"/>
          </p:nvSpPr>
          <p:spPr bwMode="auto">
            <a:xfrm>
              <a:off x="-3319414" y="2128872"/>
              <a:ext cx="2949219" cy="180000"/>
            </a:xfrm>
            <a:prstGeom prst="rect">
              <a:avLst/>
            </a:prstGeom>
            <a:noFill/>
            <a:ln w="25400" cap="flat" cmpd="sng" algn="ctr">
              <a:noFill/>
              <a:prstDash val="solid"/>
            </a:ln>
            <a:effectLst/>
          </p:spPr>
          <p:txBody>
            <a:bodyPr lIns="0" tIns="0" rIns="0" bIns="0" rtlCol="0" anchor="ctr"/>
            <a:lstStyle/>
            <a:p>
              <a:pPr marL="715962" marR="0" lvl="0" indent="-358774" defTabSz="914400">
                <a:lnSpc>
                  <a:spcPct val="100000"/>
                </a:lnSpc>
                <a:spcBef>
                  <a:spcPts val="599"/>
                </a:spcBef>
                <a:spcAft>
                  <a:spcPts val="599"/>
                </a:spcAft>
                <a:buClr>
                  <a:schemeClr val="accent1"/>
                </a:buClr>
                <a:buSzTx/>
                <a:buFont typeface="Calibri"/>
                <a:buChar char="•"/>
                <a:defRPr/>
              </a:pPr>
              <a:r>
                <a:rPr lang="en-GB" sz="1400" b="0" i="0" u="none" strike="noStrike" cap="none" spc="0">
                  <a:ln>
                    <a:noFill/>
                  </a:ln>
                  <a:solidFill>
                    <a:srgbClr val="000000"/>
                  </a:solidFill>
                  <a:latin typeface="Arial"/>
                  <a:cs typeface="Calibri"/>
                </a:rPr>
                <a:t>Sub-bullet </a:t>
              </a:r>
              <a:endParaRPr/>
            </a:p>
          </p:txBody>
        </p:sp>
        <p:sp>
          <p:nvSpPr>
            <p:cNvPr id="1969865837" name="Ovaal 279"/>
            <p:cNvSpPr>
              <a:spLocks noAdjustHandles="1" noChangeArrowheads="1" noChangeShapeType="1" noEditPoints="1" noGrp="1" noMove="1" noResize="1" noRot="1"/>
            </p:cNvSpPr>
            <p:nvPr userDrawn="1"/>
          </p:nvSpPr>
          <p:spPr bwMode="auto">
            <a:xfrm>
              <a:off x="-3604182" y="2420051"/>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3</a:t>
              </a:r>
              <a:endParaRPr/>
            </a:p>
          </p:txBody>
        </p:sp>
        <p:sp>
          <p:nvSpPr>
            <p:cNvPr id="654548658" name="Rechthoek 280"/>
            <p:cNvSpPr>
              <a:spLocks noAdjustHandles="1" noChangeArrowheads="1" noChangeShapeType="1" noEditPoints="1" noGrp="1" noMove="1" noResize="1" noRot="1"/>
            </p:cNvSpPr>
            <p:nvPr userDrawn="1"/>
          </p:nvSpPr>
          <p:spPr bwMode="auto">
            <a:xfrm>
              <a:off x="-3319414" y="2420262"/>
              <a:ext cx="2949219" cy="180000"/>
            </a:xfrm>
            <a:prstGeom prst="rect">
              <a:avLst/>
            </a:prstGeom>
            <a:noFill/>
            <a:ln w="25400" cap="flat" cmpd="sng" algn="ctr">
              <a:noFill/>
              <a:prstDash val="solid"/>
            </a:ln>
            <a:effectLst/>
          </p:spPr>
          <p:txBody>
            <a:bodyPr lIns="0" tIns="0" rIns="0" bIns="0" rtlCol="0" anchor="ctr"/>
            <a:lstStyle/>
            <a:p>
              <a:pPr marL="0" marR="0" lvl="0" indent="0" defTabSz="914400">
                <a:lnSpc>
                  <a:spcPct val="100000"/>
                </a:lnSpc>
                <a:spcBef>
                  <a:spcPts val="599"/>
                </a:spcBef>
                <a:spcAft>
                  <a:spcPts val="599"/>
                </a:spcAft>
                <a:buClr>
                  <a:schemeClr val="accent1"/>
                </a:buClr>
                <a:buSzTx/>
                <a:buFont typeface="Calibri"/>
                <a:buNone/>
                <a:defRPr/>
              </a:pPr>
              <a:r>
                <a:rPr lang="en-GB" sz="1400" b="0" i="0" u="none" strike="noStrike" cap="none" spc="0">
                  <a:ln>
                    <a:noFill/>
                  </a:ln>
                  <a:solidFill>
                    <a:srgbClr val="000000"/>
                  </a:solidFill>
                  <a:latin typeface="Arial"/>
                  <a:cs typeface="Calibri"/>
                </a:rPr>
                <a:t>Default text</a:t>
              </a:r>
              <a:endParaRPr/>
            </a:p>
          </p:txBody>
        </p:sp>
        <p:sp>
          <p:nvSpPr>
            <p:cNvPr id="1583692174" name="Ovaal 281"/>
            <p:cNvSpPr>
              <a:spLocks noAdjustHandles="1" noChangeArrowheads="1" noChangeShapeType="1" noEditPoints="1" noGrp="1" noMove="1" noResize="1" noRot="1"/>
            </p:cNvSpPr>
            <p:nvPr userDrawn="1"/>
          </p:nvSpPr>
          <p:spPr bwMode="auto">
            <a:xfrm>
              <a:off x="-3604182" y="2711335"/>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4</a:t>
              </a:r>
              <a:endParaRPr/>
            </a:p>
          </p:txBody>
        </p:sp>
        <p:sp>
          <p:nvSpPr>
            <p:cNvPr id="755185573" name="Rechthoek 282"/>
            <p:cNvSpPr>
              <a:spLocks noAdjustHandles="1" noChangeArrowheads="1" noChangeShapeType="1" noEditPoints="1" noGrp="1" noMove="1" noResize="1" noRot="1"/>
            </p:cNvSpPr>
            <p:nvPr userDrawn="1"/>
          </p:nvSpPr>
          <p:spPr bwMode="auto">
            <a:xfrm>
              <a:off x="-3319414" y="2711650"/>
              <a:ext cx="2949219" cy="180000"/>
            </a:xfrm>
            <a:prstGeom prst="rect">
              <a:avLst/>
            </a:prstGeom>
            <a:noFill/>
            <a:ln w="25400" cap="flat" cmpd="sng" algn="ctr">
              <a:noFill/>
              <a:prstDash val="solid"/>
            </a:ln>
            <a:effectLst/>
          </p:spPr>
          <p:txBody>
            <a:bodyPr lIns="0" tIns="0" rIns="0" bIns="0" rtlCol="0" anchor="ctr"/>
            <a:lstStyle/>
            <a:p>
              <a:pPr marL="0" marR="0" lvl="0" indent="0" defTabSz="914400">
                <a:lnSpc>
                  <a:spcPct val="100000"/>
                </a:lnSpc>
                <a:spcBef>
                  <a:spcPts val="599"/>
                </a:spcBef>
                <a:spcAft>
                  <a:spcPts val="599"/>
                </a:spcAft>
                <a:buClr>
                  <a:schemeClr val="accent1"/>
                </a:buClr>
                <a:buSzTx/>
                <a:buFont typeface="Calibri"/>
                <a:buNone/>
                <a:defRPr/>
              </a:pPr>
              <a:r>
                <a:rPr lang="en-GB" sz="2400" b="1" i="0" u="none" strike="noStrike" cap="none" spc="0">
                  <a:ln>
                    <a:noFill/>
                  </a:ln>
                  <a:solidFill>
                    <a:schemeClr val="tx1"/>
                  </a:solidFill>
                  <a:latin typeface="Arial"/>
                  <a:cs typeface="Calibri"/>
                </a:rPr>
                <a:t>Title/Quote</a:t>
              </a:r>
              <a:endParaRPr/>
            </a:p>
          </p:txBody>
        </p:sp>
        <p:sp>
          <p:nvSpPr>
            <p:cNvPr id="1518849547" name="Ovaal 283"/>
            <p:cNvSpPr>
              <a:spLocks noAdjustHandles="1" noChangeArrowheads="1" noChangeShapeType="1" noEditPoints="1" noGrp="1" noMove="1" noResize="1" noRot="1"/>
            </p:cNvSpPr>
            <p:nvPr userDrawn="1"/>
          </p:nvSpPr>
          <p:spPr bwMode="auto">
            <a:xfrm>
              <a:off x="-3604182" y="3002619"/>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5</a:t>
              </a:r>
              <a:endParaRPr/>
            </a:p>
          </p:txBody>
        </p:sp>
        <p:sp>
          <p:nvSpPr>
            <p:cNvPr id="2125219099" name="Rechthoek 284"/>
            <p:cNvSpPr>
              <a:spLocks noAdjustHandles="1" noChangeArrowheads="1" noChangeShapeType="1" noEditPoints="1" noGrp="1" noMove="1" noResize="1" noRot="1"/>
            </p:cNvSpPr>
            <p:nvPr userDrawn="1"/>
          </p:nvSpPr>
          <p:spPr bwMode="auto">
            <a:xfrm>
              <a:off x="-3319414" y="3003039"/>
              <a:ext cx="2949219" cy="180000"/>
            </a:xfrm>
            <a:prstGeom prst="rect">
              <a:avLst/>
            </a:prstGeom>
            <a:noFill/>
            <a:ln w="25400" cap="flat" cmpd="sng" algn="ctr">
              <a:noFill/>
              <a:prstDash val="solid"/>
            </a:ln>
            <a:effectLst/>
          </p:spPr>
          <p:txBody>
            <a:bodyPr lIns="0" tIns="0" rIns="0" bIns="0" rtlCol="0" anchor="ctr"/>
            <a:lstStyle/>
            <a:p>
              <a:pPr marL="0" marR="0" lvl="0" indent="0" defTabSz="914400">
                <a:lnSpc>
                  <a:spcPct val="100000"/>
                </a:lnSpc>
                <a:spcBef>
                  <a:spcPts val="599"/>
                </a:spcBef>
                <a:spcAft>
                  <a:spcPts val="599"/>
                </a:spcAft>
                <a:buClr>
                  <a:schemeClr val="accent1"/>
                </a:buClr>
                <a:buSzTx/>
                <a:buFont typeface="Calibri"/>
                <a:buNone/>
                <a:defRPr/>
              </a:pPr>
              <a:r>
                <a:rPr lang="en-GB" sz="1800" b="0" i="0" u="none" strike="noStrike" cap="none" spc="0">
                  <a:ln>
                    <a:noFill/>
                  </a:ln>
                  <a:solidFill>
                    <a:schemeClr val="accent1"/>
                  </a:solidFill>
                  <a:latin typeface="Arial"/>
                  <a:cs typeface="Calibri"/>
                </a:rPr>
                <a:t>Subtitle</a:t>
              </a:r>
              <a:endParaRPr/>
            </a:p>
          </p:txBody>
        </p:sp>
        <p:sp>
          <p:nvSpPr>
            <p:cNvPr id="1097174046" name="Ovaal 285"/>
            <p:cNvSpPr>
              <a:spLocks noAdjustHandles="1" noChangeArrowheads="1" noChangeShapeType="1" noEditPoints="1" noGrp="1" noMove="1" noResize="1" noRot="1"/>
            </p:cNvSpPr>
            <p:nvPr userDrawn="1"/>
          </p:nvSpPr>
          <p:spPr bwMode="auto">
            <a:xfrm>
              <a:off x="-3604182" y="3293903"/>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6</a:t>
              </a:r>
              <a:endParaRPr/>
            </a:p>
          </p:txBody>
        </p:sp>
        <p:sp>
          <p:nvSpPr>
            <p:cNvPr id="604385160" name="Rechthoek 286"/>
            <p:cNvSpPr>
              <a:spLocks noAdjustHandles="1" noChangeArrowheads="1" noChangeShapeType="1" noEditPoints="1" noGrp="1" noMove="1" noResize="1" noRot="1"/>
            </p:cNvSpPr>
            <p:nvPr userDrawn="1"/>
          </p:nvSpPr>
          <p:spPr bwMode="auto">
            <a:xfrm>
              <a:off x="-3319414" y="3585817"/>
              <a:ext cx="2949219" cy="180000"/>
            </a:xfrm>
            <a:prstGeom prst="rect">
              <a:avLst/>
            </a:prstGeom>
            <a:noFill/>
            <a:ln w="25400" cap="flat" cmpd="sng" algn="ctr">
              <a:noFill/>
              <a:prstDash val="solid"/>
            </a:ln>
            <a:effectLst/>
          </p:spPr>
          <p:txBody>
            <a:bodyPr lIns="0" tIns="0" rIns="0" bIns="0" rtlCol="0" anchor="ctr"/>
            <a:lstStyle/>
            <a:p>
              <a:pPr marL="357187" marR="0" lvl="0" indent="-357187" defTabSz="914400">
                <a:lnSpc>
                  <a:spcPct val="100000"/>
                </a:lnSpc>
                <a:spcBef>
                  <a:spcPts val="599"/>
                </a:spcBef>
                <a:spcAft>
                  <a:spcPts val="599"/>
                </a:spcAft>
                <a:buClr>
                  <a:schemeClr val="accent1"/>
                </a:buClr>
                <a:buSzTx/>
                <a:buFont typeface="+mj-lt"/>
                <a:buAutoNum type="arabicPeriod"/>
                <a:defRPr/>
              </a:pPr>
              <a:r>
                <a:rPr lang="en-GB" sz="1400" b="0" i="0" u="none" strike="noStrike" cap="none" spc="0">
                  <a:ln>
                    <a:noFill/>
                  </a:ln>
                  <a:solidFill>
                    <a:schemeClr val="tx1"/>
                  </a:solidFill>
                  <a:latin typeface="Arial"/>
                  <a:cs typeface="Calibri"/>
                </a:rPr>
                <a:t>Numerical bullet</a:t>
              </a:r>
              <a:endParaRPr/>
            </a:p>
          </p:txBody>
        </p:sp>
        <p:sp>
          <p:nvSpPr>
            <p:cNvPr id="656638796" name="Ovaal 287"/>
            <p:cNvSpPr>
              <a:spLocks noAdjustHandles="1" noChangeArrowheads="1" noChangeShapeType="1" noEditPoints="1" noGrp="1" noMove="1" noResize="1" noRot="1"/>
            </p:cNvSpPr>
            <p:nvPr userDrawn="1"/>
          </p:nvSpPr>
          <p:spPr bwMode="auto">
            <a:xfrm>
              <a:off x="-3604182" y="3585187"/>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7</a:t>
              </a:r>
              <a:endParaRPr/>
            </a:p>
          </p:txBody>
        </p:sp>
        <p:sp>
          <p:nvSpPr>
            <p:cNvPr id="779264254" name="Rechthoek 288"/>
            <p:cNvSpPr>
              <a:spLocks noAdjustHandles="1" noChangeArrowheads="1" noChangeShapeType="1" noEditPoints="1" noGrp="1" noMove="1" noResize="1" noRot="1"/>
            </p:cNvSpPr>
            <p:nvPr userDrawn="1"/>
          </p:nvSpPr>
          <p:spPr bwMode="auto">
            <a:xfrm>
              <a:off x="-3325829" y="3877206"/>
              <a:ext cx="2949219" cy="180000"/>
            </a:xfrm>
            <a:prstGeom prst="rect">
              <a:avLst/>
            </a:prstGeom>
            <a:noFill/>
            <a:ln w="25400" cap="flat" cmpd="sng" algn="ctr">
              <a:noFill/>
              <a:prstDash val="solid"/>
            </a:ln>
            <a:effectLst/>
          </p:spPr>
          <p:txBody>
            <a:bodyPr lIns="0" tIns="0" rIns="0" bIns="0" rtlCol="0" anchor="ctr"/>
            <a:lstStyle/>
            <a:p>
              <a:pPr marL="342900" marR="0" lvl="0" indent="-342900" defTabSz="914400">
                <a:lnSpc>
                  <a:spcPct val="100000"/>
                </a:lnSpc>
                <a:spcBef>
                  <a:spcPts val="599"/>
                </a:spcBef>
                <a:spcAft>
                  <a:spcPts val="599"/>
                </a:spcAft>
                <a:buClr>
                  <a:schemeClr val="accent1"/>
                </a:buClr>
                <a:buSzTx/>
                <a:buFont typeface="+mj-lt"/>
                <a:buAutoNum type="alphaLcPeriod"/>
                <a:defRPr/>
              </a:pPr>
              <a:r>
                <a:rPr lang="en-GB" sz="1400" b="0" i="0" u="none" strike="noStrike" cap="none" spc="0">
                  <a:ln>
                    <a:noFill/>
                  </a:ln>
                  <a:solidFill>
                    <a:schemeClr val="tx1"/>
                  </a:solidFill>
                  <a:latin typeface="Arial"/>
                  <a:cs typeface="Calibri"/>
                </a:rPr>
                <a:t>Alphabetical bullet</a:t>
              </a:r>
              <a:endParaRPr/>
            </a:p>
          </p:txBody>
        </p:sp>
        <p:sp>
          <p:nvSpPr>
            <p:cNvPr id="1197864352" name="Ovaal 289"/>
            <p:cNvSpPr>
              <a:spLocks noAdjustHandles="1" noChangeArrowheads="1" noChangeShapeType="1" noEditPoints="1" noGrp="1" noMove="1" noResize="1" noRot="1"/>
            </p:cNvSpPr>
            <p:nvPr userDrawn="1"/>
          </p:nvSpPr>
          <p:spPr bwMode="auto">
            <a:xfrm>
              <a:off x="-3604182" y="3876471"/>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8</a:t>
              </a:r>
              <a:endParaRPr/>
            </a:p>
          </p:txBody>
        </p:sp>
        <p:sp>
          <p:nvSpPr>
            <p:cNvPr id="775378554" name="Rechthoek 290"/>
            <p:cNvSpPr>
              <a:spLocks noAdjustHandles="1" noChangeArrowheads="1" noChangeShapeType="1" noEditPoints="1" noGrp="1" noMove="1" noResize="1" noRot="1"/>
            </p:cNvSpPr>
            <p:nvPr userDrawn="1"/>
          </p:nvSpPr>
          <p:spPr bwMode="auto">
            <a:xfrm>
              <a:off x="-3319414" y="4168593"/>
              <a:ext cx="2949219" cy="180000"/>
            </a:xfrm>
            <a:prstGeom prst="rect">
              <a:avLst/>
            </a:prstGeom>
            <a:noFill/>
            <a:ln w="25400" cap="flat" cmpd="sng" algn="ctr">
              <a:noFill/>
              <a:prstDash val="solid"/>
            </a:ln>
            <a:effectLst/>
          </p:spPr>
          <p:txBody>
            <a:bodyPr lIns="0" tIns="0" rIns="0" bIns="0" rtlCol="0" anchor="ctr"/>
            <a:lstStyle/>
            <a:p>
              <a:pPr marL="0" marR="0" lvl="0" indent="0" defTabSz="914400">
                <a:lnSpc>
                  <a:spcPct val="100000"/>
                </a:lnSpc>
                <a:spcBef>
                  <a:spcPts val="599"/>
                </a:spcBef>
                <a:spcAft>
                  <a:spcPts val="599"/>
                </a:spcAft>
                <a:buClr>
                  <a:schemeClr val="tx1"/>
                </a:buClr>
                <a:buSzTx/>
                <a:buFont typeface="Calibri"/>
                <a:buNone/>
                <a:defRPr/>
              </a:pPr>
              <a:r>
                <a:rPr lang="en-GB" sz="1200" b="0" i="1" u="none" strike="noStrike" cap="none" spc="0">
                  <a:ln>
                    <a:noFill/>
                  </a:ln>
                  <a:solidFill>
                    <a:srgbClr val="000000"/>
                  </a:solidFill>
                  <a:latin typeface="Arial"/>
                  <a:cs typeface="Calibri"/>
                </a:rPr>
                <a:t>Source</a:t>
              </a:r>
              <a:endParaRPr/>
            </a:p>
          </p:txBody>
        </p:sp>
        <p:sp>
          <p:nvSpPr>
            <p:cNvPr id="1156344967" name="Ovaal 291"/>
            <p:cNvSpPr>
              <a:spLocks noAdjustHandles="1" noChangeArrowheads="1" noChangeShapeType="1" noEditPoints="1" noGrp="1" noMove="1" noResize="1" noRot="1"/>
            </p:cNvSpPr>
            <p:nvPr userDrawn="1"/>
          </p:nvSpPr>
          <p:spPr bwMode="auto">
            <a:xfrm>
              <a:off x="-3604182" y="4168593"/>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9</a:t>
              </a:r>
              <a:endParaRPr/>
            </a:p>
          </p:txBody>
        </p:sp>
        <p:sp>
          <p:nvSpPr>
            <p:cNvPr id="955748505" name="Rechthoek 292"/>
            <p:cNvSpPr>
              <a:spLocks noAdjustHandles="1" noChangeArrowheads="1" noChangeShapeType="1" noEditPoints="1" noGrp="1" noMove="1" noResize="1" noRot="1"/>
            </p:cNvSpPr>
            <p:nvPr userDrawn="1"/>
          </p:nvSpPr>
          <p:spPr bwMode="auto">
            <a:xfrm>
              <a:off x="-3319414" y="3294428"/>
              <a:ext cx="2949219" cy="180000"/>
            </a:xfrm>
            <a:prstGeom prst="rect">
              <a:avLst/>
            </a:prstGeom>
            <a:noFill/>
            <a:ln w="25400" cap="flat" cmpd="sng" algn="ctr">
              <a:noFill/>
              <a:prstDash val="solid"/>
            </a:ln>
            <a:effectLst/>
          </p:spPr>
          <p:txBody>
            <a:bodyPr lIns="0" tIns="0" rIns="0" bIns="0" rtlCol="0" anchor="ctr"/>
            <a:lstStyle/>
            <a:p>
              <a:pPr marL="0" marR="0" lvl="0" indent="0" defTabSz="914400">
                <a:lnSpc>
                  <a:spcPct val="100000"/>
                </a:lnSpc>
                <a:spcBef>
                  <a:spcPts val="599"/>
                </a:spcBef>
                <a:spcAft>
                  <a:spcPts val="599"/>
                </a:spcAft>
                <a:buClr>
                  <a:schemeClr val="accent1"/>
                </a:buClr>
                <a:buSzTx/>
                <a:buFont typeface="Calibri"/>
                <a:buNone/>
                <a:defRPr/>
              </a:pPr>
              <a:r>
                <a:rPr lang="en-GB" sz="1400" b="0" i="0" u="none" strike="noStrike" cap="none" spc="0">
                  <a:ln>
                    <a:noFill/>
                  </a:ln>
                  <a:solidFill>
                    <a:srgbClr val="000000"/>
                  </a:solidFill>
                  <a:latin typeface="Arial"/>
                  <a:cs typeface="Calibri"/>
                </a:rPr>
                <a:t>Default text</a:t>
              </a:r>
              <a:endParaRPr/>
            </a:p>
          </p:txBody>
        </p:sp>
        <p:sp>
          <p:nvSpPr>
            <p:cNvPr id="155870322" name="Rechthoek 293"/>
            <p:cNvSpPr>
              <a:spLocks noAdjustHandles="1" noChangeArrowheads="1" noChangeShapeType="1" noEditPoints="1" noGrp="1" noMove="1" noResize="1" noRot="1"/>
            </p:cNvSpPr>
            <p:nvPr userDrawn="1"/>
          </p:nvSpPr>
          <p:spPr bwMode="auto">
            <a:xfrm>
              <a:off x="-3786436" y="4531348"/>
              <a:ext cx="3593637" cy="828000"/>
            </a:xfrm>
            <a:prstGeom prst="rect">
              <a:avLst/>
            </a:prstGeom>
            <a:solidFill>
              <a:srgbClr val="ECECEC"/>
            </a:solidFill>
            <a:ln w="6350">
              <a:solidFill>
                <a:srgbClr val="ECECEC"/>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ctr" anchorCtr="0" forceAA="0" compatLnSpc="1">
              <a:prstTxWarp prst="textNoShape"/>
              <a:noAutofit/>
            </a:bodyPr>
            <a:lstStyle/>
            <a:p>
              <a:pPr algn="l">
                <a:lnSpc>
                  <a:spcPct val="90000"/>
                </a:lnSpc>
                <a:spcBef>
                  <a:spcPts val="599"/>
                </a:spcBef>
                <a:spcAft>
                  <a:spcPts val="599"/>
                </a:spcAft>
                <a:defRPr/>
              </a:pPr>
              <a:r>
                <a:rPr lang="en-GB" sz="1200" b="1" cap="all">
                  <a:solidFill>
                    <a:srgbClr val="211F26"/>
                  </a:solidFill>
                  <a:latin typeface="Calibri"/>
                  <a:cs typeface="Calibri"/>
                </a:rPr>
                <a:t>Want to know more?</a:t>
              </a:r>
              <a:br>
                <a:rPr lang="en-GB" sz="1200" b="1" cap="all">
                  <a:solidFill>
                    <a:srgbClr val="211F26"/>
                  </a:solidFill>
                  <a:latin typeface="Calibri"/>
                  <a:cs typeface="Calibri"/>
                </a:rPr>
              </a:br>
              <a:r>
                <a:rPr lang="en-GB" sz="1200" cap="none">
                  <a:solidFill>
                    <a:srgbClr val="211F26"/>
                  </a:solidFill>
                  <a:latin typeface="Calibri"/>
                  <a:cs typeface="Calibri"/>
                </a:rPr>
                <a:t>Go to the </a:t>
              </a:r>
              <a:r>
                <a:rPr lang="en-GB" sz="1200" cap="none">
                  <a:solidFill>
                    <a:srgbClr val="211F26"/>
                  </a:solidFill>
                  <a:latin typeface="Calibri"/>
                  <a:ea typeface="Arial"/>
                  <a:cs typeface="Calibri"/>
                </a:rPr>
                <a:t>tab</a:t>
              </a:r>
              <a:r>
                <a:rPr lang="en-GB" sz="1200" b="1" cap="all">
                  <a:solidFill>
                    <a:srgbClr val="211F26"/>
                  </a:solidFill>
                  <a:latin typeface="Calibri"/>
                  <a:cs typeface="Calibri"/>
                </a:rPr>
                <a:t> 'SLIDEBUILDER’ </a:t>
              </a:r>
              <a:r>
                <a:rPr lang="en-GB" sz="1200" cap="none">
                  <a:solidFill>
                    <a:srgbClr val="211F26"/>
                  </a:solidFill>
                  <a:latin typeface="Calibri"/>
                  <a:ea typeface="Arial"/>
                  <a:cs typeface="Calibri"/>
                </a:rPr>
                <a:t>and click</a:t>
              </a:r>
              <a:br>
                <a:rPr lang="en-GB" sz="1200" cap="none">
                  <a:solidFill>
                    <a:srgbClr val="211F26"/>
                  </a:solidFill>
                  <a:latin typeface="Calibri"/>
                  <a:ea typeface="Arial"/>
                  <a:cs typeface="Calibri"/>
                </a:rPr>
              </a:br>
              <a:r>
                <a:rPr lang="en-GB" sz="1200" cap="none">
                  <a:solidFill>
                    <a:srgbClr val="211F26"/>
                  </a:solidFill>
                  <a:latin typeface="Calibri"/>
                  <a:ea typeface="Arial"/>
                  <a:cs typeface="Calibri"/>
                </a:rPr>
                <a:t>on the button </a:t>
              </a:r>
              <a:r>
                <a:rPr lang="en-GB" sz="1200" b="1" cap="all">
                  <a:solidFill>
                    <a:srgbClr val="211F26"/>
                  </a:solidFill>
                  <a:latin typeface="Calibri"/>
                  <a:cs typeface="Calibri"/>
                </a:rPr>
                <a:t>‘Inspiration'</a:t>
              </a:r>
              <a:endParaRPr/>
            </a:p>
          </p:txBody>
        </p:sp>
        <p:grpSp>
          <p:nvGrpSpPr>
            <p:cNvPr id="1975458058" name="ICOON_info"/>
            <p:cNvGrpSpPr>
              <a:grpSpLocks noGrp="1" noMove="1" noResize="1" noRot="1" noUngrp="1"/>
            </p:cNvGrpSpPr>
            <p:nvPr userDrawn="1"/>
          </p:nvGrpSpPr>
          <p:grpSpPr bwMode="auto">
            <a:xfrm>
              <a:off x="-376734" y="4400185"/>
              <a:ext cx="283684" cy="283684"/>
              <a:chOff x="-510741" y="5913712"/>
              <a:chExt cx="267554" cy="267554"/>
            </a:xfrm>
          </p:grpSpPr>
          <p:sp>
            <p:nvSpPr>
              <p:cNvPr id="843584363" name="Ovaal 342"/>
              <p:cNvSpPr>
                <a:spLocks noAdjustHandles="1" noChangeArrowheads="1" noChangeShapeType="1" noEditPoints="1" noGrp="1" noMove="1" noResize="1" noRot="1"/>
              </p:cNvSpPr>
              <p:nvPr userDrawn="1"/>
            </p:nvSpPr>
            <p:spPr bwMode="auto">
              <a:xfrm>
                <a:off x="-491852" y="5932071"/>
                <a:ext cx="230834" cy="230834"/>
              </a:xfrm>
              <a:prstGeom prst="ellipse">
                <a:avLst/>
              </a:prstGeom>
              <a:solidFill>
                <a:srgbClr val="211F2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noAutofit/>
              </a:bodyPr>
              <a:lstStyle/>
              <a:p>
                <a:pPr algn="ctr">
                  <a:lnSpc>
                    <a:spcPct val="90000"/>
                  </a:lnSpc>
                  <a:spcBef>
                    <a:spcPts val="599"/>
                  </a:spcBef>
                  <a:spcAft>
                    <a:spcPts val="599"/>
                  </a:spcAft>
                  <a:defRPr/>
                </a:pPr>
                <a:endParaRPr lang="en-GB" sz="1600" cap="all">
                  <a:latin typeface="Calibri"/>
                  <a:cs typeface="Calibri"/>
                </a:endParaRPr>
              </a:p>
            </p:txBody>
          </p:sp>
          <p:sp>
            <p:nvSpPr>
              <p:cNvPr id="855158837" name="Graphic 163" descr="Informatie"/>
              <p:cNvSpPr>
                <a:spLocks noAdjustHandles="1" noChangeArrowheads="1" noChangeShapeType="1" noEditPoints="1" noGrp="1" noMove="1" noResize="1" noRot="1"/>
              </p:cNvSpPr>
              <p:nvPr/>
            </p:nvSpPr>
            <p:spPr bwMode="auto">
              <a:xfrm>
                <a:off x="-510741" y="5913712"/>
                <a:ext cx="267554" cy="267554"/>
              </a:xfrm>
              <a:custGeom>
                <a:avLst/>
                <a:gdLst>
                  <a:gd name="connsiteX0" fmla="*/ 145860 w 291719"/>
                  <a:gd name="connsiteY0" fmla="*/ 0 h 291719"/>
                  <a:gd name="connsiteX1" fmla="*/ 0 w 291719"/>
                  <a:gd name="connsiteY1" fmla="*/ 145860 h 291719"/>
                  <a:gd name="connsiteX2" fmla="*/ 145860 w 291719"/>
                  <a:gd name="connsiteY2" fmla="*/ 291720 h 291719"/>
                  <a:gd name="connsiteX3" fmla="*/ 291720 w 291719"/>
                  <a:gd name="connsiteY3" fmla="*/ 145860 h 291719"/>
                  <a:gd name="connsiteX4" fmla="*/ 145860 w 291719"/>
                  <a:gd name="connsiteY4" fmla="*/ 0 h 291719"/>
                  <a:gd name="connsiteX5" fmla="*/ 138183 w 291719"/>
                  <a:gd name="connsiteY5" fmla="*/ 38384 h 291719"/>
                  <a:gd name="connsiteX6" fmla="*/ 157375 w 291719"/>
                  <a:gd name="connsiteY6" fmla="*/ 57576 h 291719"/>
                  <a:gd name="connsiteX7" fmla="*/ 138183 w 291719"/>
                  <a:gd name="connsiteY7" fmla="*/ 76768 h 291719"/>
                  <a:gd name="connsiteX8" fmla="*/ 118991 w 291719"/>
                  <a:gd name="connsiteY8" fmla="*/ 57576 h 291719"/>
                  <a:gd name="connsiteX9" fmla="*/ 138183 w 291719"/>
                  <a:gd name="connsiteY9" fmla="*/ 38384 h 291719"/>
                  <a:gd name="connsiteX10" fmla="*/ 184244 w 291719"/>
                  <a:gd name="connsiteY10" fmla="*/ 253336 h 291719"/>
                  <a:gd name="connsiteX11" fmla="*/ 107476 w 291719"/>
                  <a:gd name="connsiteY11" fmla="*/ 253336 h 291719"/>
                  <a:gd name="connsiteX12" fmla="*/ 107476 w 291719"/>
                  <a:gd name="connsiteY12" fmla="*/ 230305 h 291719"/>
                  <a:gd name="connsiteX13" fmla="*/ 134345 w 291719"/>
                  <a:gd name="connsiteY13" fmla="*/ 230305 h 291719"/>
                  <a:gd name="connsiteX14" fmla="*/ 134345 w 291719"/>
                  <a:gd name="connsiteY14" fmla="*/ 115153 h 291719"/>
                  <a:gd name="connsiteX15" fmla="*/ 111314 w 291719"/>
                  <a:gd name="connsiteY15" fmla="*/ 115153 h 291719"/>
                  <a:gd name="connsiteX16" fmla="*/ 111314 w 291719"/>
                  <a:gd name="connsiteY16" fmla="*/ 92122 h 291719"/>
                  <a:gd name="connsiteX17" fmla="*/ 157375 w 291719"/>
                  <a:gd name="connsiteY17" fmla="*/ 92122 h 291719"/>
                  <a:gd name="connsiteX18" fmla="*/ 157375 w 291719"/>
                  <a:gd name="connsiteY18" fmla="*/ 115153 h 291719"/>
                  <a:gd name="connsiteX19" fmla="*/ 157375 w 291719"/>
                  <a:gd name="connsiteY19" fmla="*/ 230305 h 291719"/>
                  <a:gd name="connsiteX20" fmla="*/ 184244 w 291719"/>
                  <a:gd name="connsiteY20" fmla="*/ 230305 h 291719"/>
                  <a:gd name="connsiteX21" fmla="*/ 184244 w 291719"/>
                  <a:gd name="connsiteY21" fmla="*/ 253336 h 291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1719" h="291719" fill="norm" stroke="1" extrusionOk="0">
                    <a:moveTo>
                      <a:pt x="145860" y="0"/>
                    </a:moveTo>
                    <a:cubicBezTo>
                      <a:pt x="65253" y="0"/>
                      <a:pt x="0" y="65253"/>
                      <a:pt x="0" y="145860"/>
                    </a:cubicBezTo>
                    <a:cubicBezTo>
                      <a:pt x="0" y="226467"/>
                      <a:pt x="65253" y="291720"/>
                      <a:pt x="145860" y="291720"/>
                    </a:cubicBezTo>
                    <a:cubicBezTo>
                      <a:pt x="226467" y="291720"/>
                      <a:pt x="291720" y="226467"/>
                      <a:pt x="291720" y="145860"/>
                    </a:cubicBezTo>
                    <a:cubicBezTo>
                      <a:pt x="291720" y="65253"/>
                      <a:pt x="226467" y="0"/>
                      <a:pt x="145860" y="0"/>
                    </a:cubicBezTo>
                    <a:close/>
                    <a:moveTo>
                      <a:pt x="138183" y="38384"/>
                    </a:moveTo>
                    <a:cubicBezTo>
                      <a:pt x="148931" y="38384"/>
                      <a:pt x="157375" y="46829"/>
                      <a:pt x="157375" y="57576"/>
                    </a:cubicBezTo>
                    <a:cubicBezTo>
                      <a:pt x="157375" y="68324"/>
                      <a:pt x="148931" y="76768"/>
                      <a:pt x="138183" y="76768"/>
                    </a:cubicBezTo>
                    <a:cubicBezTo>
                      <a:pt x="127435" y="76768"/>
                      <a:pt x="118991" y="68324"/>
                      <a:pt x="118991" y="57576"/>
                    </a:cubicBezTo>
                    <a:cubicBezTo>
                      <a:pt x="118991" y="46829"/>
                      <a:pt x="127435" y="38384"/>
                      <a:pt x="138183" y="38384"/>
                    </a:cubicBezTo>
                    <a:close/>
                    <a:moveTo>
                      <a:pt x="184244" y="253336"/>
                    </a:moveTo>
                    <a:lnTo>
                      <a:pt x="107476" y="253336"/>
                    </a:lnTo>
                    <a:lnTo>
                      <a:pt x="107476" y="230305"/>
                    </a:lnTo>
                    <a:lnTo>
                      <a:pt x="134345" y="230305"/>
                    </a:lnTo>
                    <a:lnTo>
                      <a:pt x="134345" y="115153"/>
                    </a:lnTo>
                    <a:lnTo>
                      <a:pt x="111314" y="115153"/>
                    </a:lnTo>
                    <a:lnTo>
                      <a:pt x="111314" y="92122"/>
                    </a:lnTo>
                    <a:lnTo>
                      <a:pt x="157375" y="92122"/>
                    </a:lnTo>
                    <a:lnTo>
                      <a:pt x="157375" y="115153"/>
                    </a:lnTo>
                    <a:lnTo>
                      <a:pt x="157375" y="230305"/>
                    </a:lnTo>
                    <a:lnTo>
                      <a:pt x="184244" y="230305"/>
                    </a:lnTo>
                    <a:lnTo>
                      <a:pt x="184244" y="253336"/>
                    </a:lnTo>
                    <a:close/>
                  </a:path>
                </a:pathLst>
              </a:custGeom>
              <a:solidFill>
                <a:srgbClr val="1FF524"/>
              </a:solidFill>
              <a:ln w="3770" cap="flat">
                <a:noFill/>
                <a:prstDash val="solid"/>
                <a:miter/>
              </a:ln>
            </p:spPr>
            <p:txBody>
              <a:bodyPr rtlCol="0" anchor="ctr"/>
              <a:lstStyle/>
              <a:p>
                <a:pPr>
                  <a:defRPr/>
                </a:pPr>
                <a:endParaRPr lang="en-GB" sz="2000">
                  <a:solidFill>
                    <a:srgbClr val="211F26"/>
                  </a:solidFill>
                  <a:latin typeface="Calibri"/>
                  <a:cs typeface="Calibri"/>
                </a:endParaRPr>
              </a:p>
            </p:txBody>
          </p:sp>
        </p:grpSp>
        <p:grpSp>
          <p:nvGrpSpPr>
            <p:cNvPr id="122298815" name="VOORBEELD"/>
            <p:cNvGrpSpPr>
              <a:grpSpLocks noGrp="1" noMove="1" noResize="1" noRot="1" noUngrp="1"/>
            </p:cNvGrpSpPr>
            <p:nvPr userDrawn="1"/>
          </p:nvGrpSpPr>
          <p:grpSpPr bwMode="auto">
            <a:xfrm>
              <a:off x="-3605171" y="458673"/>
              <a:ext cx="3234310" cy="558874"/>
              <a:chOff x="-3605171" y="458673"/>
              <a:chExt cx="3234310" cy="558874"/>
            </a:xfrm>
          </p:grpSpPr>
          <p:sp>
            <p:nvSpPr>
              <p:cNvPr id="171451738" name="Rechthoek 302"/>
              <p:cNvSpPr>
                <a:spLocks noAdjustHandles="1" noChangeArrowheads="1" noChangeShapeType="1" noEditPoints="1" noGrp="1" noMove="1" noResize="1" noRot="1"/>
              </p:cNvSpPr>
              <p:nvPr userDrawn="1"/>
            </p:nvSpPr>
            <p:spPr bwMode="auto">
              <a:xfrm>
                <a:off x="-3604182" y="458673"/>
                <a:ext cx="393458" cy="184057"/>
              </a:xfrm>
              <a:prstGeom prst="rect">
                <a:avLst/>
              </a:prstGeom>
              <a:solidFill>
                <a:srgbClr val="F8F8F8"/>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18000" rIns="0" bIns="0" numCol="1" spcCol="0" rtlCol="0" fromWordArt="0" anchor="t" anchorCtr="0" forceAA="0" compatLnSpc="1">
                <a:prstTxWarp prst="textNoShape"/>
                <a:noAutofit/>
              </a:bodyPr>
              <a:lstStyle/>
              <a:p>
                <a:pPr algn="ctr">
                  <a:defRPr/>
                </a:pPr>
                <a:r>
                  <a:rPr lang="en-GB" sz="900" b="1">
                    <a:solidFill>
                      <a:srgbClr val="211F26"/>
                    </a:solidFill>
                    <a:latin typeface="Calibri"/>
                    <a:cs typeface="Calibri"/>
                  </a:rPr>
                  <a:t>Home</a:t>
                </a:r>
                <a:endParaRPr/>
              </a:p>
            </p:txBody>
          </p:sp>
          <p:sp>
            <p:nvSpPr>
              <p:cNvPr id="1331142138" name="Rechthoek 303"/>
              <p:cNvSpPr>
                <a:spLocks noAdjustHandles="1" noChangeArrowheads="1" noChangeShapeType="1" noEditPoints="1" noGrp="1" noMove="1" noResize="1" noRot="1"/>
              </p:cNvSpPr>
              <p:nvPr userDrawn="1"/>
            </p:nvSpPr>
            <p:spPr bwMode="auto">
              <a:xfrm>
                <a:off x="-3599183" y="621344"/>
                <a:ext cx="383781" cy="27171"/>
              </a:xfrm>
              <a:prstGeom prst="rect">
                <a:avLst/>
              </a:prstGeom>
              <a:solidFill>
                <a:srgbClr val="B7462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noAutofit/>
              </a:bodyPr>
              <a:lstStyle/>
              <a:p>
                <a:pPr algn="l">
                  <a:defRPr/>
                </a:pPr>
                <a:endParaRPr lang="en-GB" sz="1000" b="1">
                  <a:solidFill>
                    <a:srgbClr val="211F26"/>
                  </a:solidFill>
                  <a:latin typeface="Calibri"/>
                  <a:cs typeface="Calibri"/>
                </a:endParaRPr>
              </a:p>
            </p:txBody>
          </p:sp>
          <p:grpSp>
            <p:nvGrpSpPr>
              <p:cNvPr id="1202695771" name="Groep 304"/>
              <p:cNvGrpSpPr>
                <a:grpSpLocks noGrp="1" noMove="1" noResize="1" noRot="1" noUngrp="1"/>
              </p:cNvGrpSpPr>
              <p:nvPr userDrawn="1"/>
            </p:nvGrpSpPr>
            <p:grpSpPr bwMode="auto">
              <a:xfrm>
                <a:off x="-3386246" y="830871"/>
                <a:ext cx="139422" cy="109566"/>
                <a:chOff x="-2866743" y="827069"/>
                <a:chExt cx="168700" cy="132574"/>
              </a:xfrm>
            </p:grpSpPr>
            <p:grpSp>
              <p:nvGrpSpPr>
                <p:cNvPr id="1839113670" name="Groep 335"/>
                <p:cNvGrpSpPr>
                  <a:grpSpLocks noGrp="1" noMove="1" noResize="1" noRot="1" noUngrp="1"/>
                </p:cNvGrpSpPr>
                <p:nvPr userDrawn="1"/>
              </p:nvGrpSpPr>
              <p:grpSpPr bwMode="auto">
                <a:xfrm>
                  <a:off x="-2866743" y="827069"/>
                  <a:ext cx="168700" cy="132574"/>
                  <a:chOff x="-2866743" y="827069"/>
                  <a:chExt cx="168700" cy="132574"/>
                </a:xfrm>
              </p:grpSpPr>
              <p:cxnSp>
                <p:nvCxnSpPr>
                  <p:cNvPr id="1636216932" name="Rechte verbindingslijn 337"/>
                  <p:cNvCxnSpPr>
                    <a:cxnSpLocks noAdjustHandles="1" noChangeArrowheads="1" noChangeShapeType="1" noEditPoints="1" noGrp="1" noMove="1" noResize="1" noRot="1"/>
                  </p:cNvCxnSpPr>
                  <p:nvPr userDrawn="1"/>
                </p:nvCxnSpPr>
                <p:spPr bwMode="auto">
                  <a:xfrm>
                    <a:off x="-2866743" y="827069"/>
                    <a:ext cx="168700" cy="0"/>
                  </a:xfrm>
                  <a:prstGeom prst="line">
                    <a:avLst/>
                  </a:prstGeom>
                  <a:solidFill>
                    <a:schemeClr val="bg1"/>
                  </a:solidFill>
                  <a:ln w="12700" cap="flat" cmpd="sng" algn="ctr">
                    <a:solidFill>
                      <a:srgbClr val="9D9FA1"/>
                    </a:solidFill>
                    <a:prstDash val="solid"/>
                  </a:ln>
                  <a:effectLst/>
                </p:spPr>
              </p:cxnSp>
              <p:cxnSp>
                <p:nvCxnSpPr>
                  <p:cNvPr id="2107585448" name="Rechte verbindingslijn 338"/>
                  <p:cNvCxnSpPr>
                    <a:cxnSpLocks noAdjustHandles="1" noChangeArrowheads="1" noChangeShapeType="1" noEditPoints="1" noGrp="1" noMove="1" noResize="1" noRot="1"/>
                  </p:cNvCxnSpPr>
                  <p:nvPr userDrawn="1"/>
                </p:nvCxnSpPr>
                <p:spPr bwMode="auto">
                  <a:xfrm>
                    <a:off x="-2866743" y="959645"/>
                    <a:ext cx="168700" cy="0"/>
                  </a:xfrm>
                  <a:prstGeom prst="line">
                    <a:avLst/>
                  </a:prstGeom>
                  <a:solidFill>
                    <a:schemeClr val="bg1"/>
                  </a:solidFill>
                  <a:ln w="12700" cap="flat" cmpd="sng" algn="ctr">
                    <a:solidFill>
                      <a:srgbClr val="9D9FA1"/>
                    </a:solidFill>
                    <a:prstDash val="solid"/>
                  </a:ln>
                  <a:effectLst/>
                </p:spPr>
              </p:cxnSp>
              <p:cxnSp>
                <p:nvCxnSpPr>
                  <p:cNvPr id="1278272444" name="Rechte verbindingslijn 339"/>
                  <p:cNvCxnSpPr>
                    <a:cxnSpLocks noAdjustHandles="1" noChangeArrowheads="1" noChangeShapeType="1" noEditPoints="1" noGrp="1" noMove="1" noResize="1" noRot="1"/>
                  </p:cNvCxnSpPr>
                  <p:nvPr userDrawn="1"/>
                </p:nvCxnSpPr>
                <p:spPr bwMode="auto">
                  <a:xfrm>
                    <a:off x="-2773989" y="926502"/>
                    <a:ext cx="75946" cy="0"/>
                  </a:xfrm>
                  <a:prstGeom prst="line">
                    <a:avLst/>
                  </a:prstGeom>
                  <a:solidFill>
                    <a:schemeClr val="bg1"/>
                  </a:solidFill>
                  <a:ln w="12700" cap="flat" cmpd="sng" algn="ctr">
                    <a:solidFill>
                      <a:srgbClr val="9D9FA1"/>
                    </a:solidFill>
                    <a:prstDash val="solid"/>
                  </a:ln>
                  <a:effectLst/>
                </p:spPr>
              </p:cxnSp>
              <p:cxnSp>
                <p:nvCxnSpPr>
                  <p:cNvPr id="1782103531" name="Rechte verbindingslijn 340"/>
                  <p:cNvCxnSpPr>
                    <a:cxnSpLocks noAdjustHandles="1" noChangeArrowheads="1" noChangeShapeType="1" noEditPoints="1" noGrp="1" noMove="1" noResize="1" noRot="1"/>
                  </p:cNvCxnSpPr>
                  <p:nvPr userDrawn="1"/>
                </p:nvCxnSpPr>
                <p:spPr bwMode="auto">
                  <a:xfrm>
                    <a:off x="-2773989" y="893358"/>
                    <a:ext cx="75946" cy="0"/>
                  </a:xfrm>
                  <a:prstGeom prst="line">
                    <a:avLst/>
                  </a:prstGeom>
                  <a:solidFill>
                    <a:schemeClr val="bg1"/>
                  </a:solidFill>
                  <a:ln w="12700" cap="flat" cmpd="sng" algn="ctr">
                    <a:solidFill>
                      <a:srgbClr val="9D9FA1"/>
                    </a:solidFill>
                    <a:prstDash val="solid"/>
                  </a:ln>
                  <a:effectLst/>
                </p:spPr>
              </p:cxnSp>
              <p:cxnSp>
                <p:nvCxnSpPr>
                  <p:cNvPr id="792054211" name="Rechte verbindingslijn 341"/>
                  <p:cNvCxnSpPr>
                    <a:cxnSpLocks noAdjustHandles="1" noChangeArrowheads="1" noChangeShapeType="1" noEditPoints="1" noGrp="1" noMove="1" noResize="1" noRot="1"/>
                  </p:cNvCxnSpPr>
                  <p:nvPr userDrawn="1"/>
                </p:nvCxnSpPr>
                <p:spPr bwMode="auto">
                  <a:xfrm>
                    <a:off x="-2773989" y="860214"/>
                    <a:ext cx="75946" cy="0"/>
                  </a:xfrm>
                  <a:prstGeom prst="line">
                    <a:avLst/>
                  </a:prstGeom>
                  <a:solidFill>
                    <a:schemeClr val="bg1"/>
                  </a:solidFill>
                  <a:ln w="12700" cap="flat" cmpd="sng" algn="ctr">
                    <a:solidFill>
                      <a:srgbClr val="9D9FA1"/>
                    </a:solidFill>
                    <a:prstDash val="solid"/>
                  </a:ln>
                  <a:effectLst/>
                </p:spPr>
              </p:cxnSp>
            </p:grpSp>
            <p:sp>
              <p:nvSpPr>
                <p:cNvPr id="570440286" name="Pijl: rechts 336"/>
                <p:cNvSpPr>
                  <a:spLocks noAdjustHandles="1" noChangeArrowheads="1" noChangeShapeType="1" noEditPoints="1" noGrp="1" noMove="1" noResize="1" noRot="1"/>
                </p:cNvSpPr>
                <p:nvPr userDrawn="1"/>
              </p:nvSpPr>
              <p:spPr bwMode="auto">
                <a:xfrm>
                  <a:off x="-2866743" y="858736"/>
                  <a:ext cx="70675" cy="67901"/>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noAutofit/>
                </a:bodyPr>
                <a:lstStyle/>
                <a:p>
                  <a:pPr algn="l">
                    <a:defRPr/>
                  </a:pPr>
                  <a:endParaRPr lang="en-GB" sz="1000" b="1">
                    <a:solidFill>
                      <a:srgbClr val="211F26"/>
                    </a:solidFill>
                    <a:latin typeface="Calibri"/>
                    <a:cs typeface="Calibri"/>
                  </a:endParaRPr>
                </a:p>
              </p:txBody>
            </p:sp>
          </p:grpSp>
          <p:grpSp>
            <p:nvGrpSpPr>
              <p:cNvPr id="734785022" name="Groep 305"/>
              <p:cNvGrpSpPr>
                <a:grpSpLocks noGrp="1" noMove="1" noResize="1" noRot="1" noUngrp="1"/>
              </p:cNvGrpSpPr>
              <p:nvPr userDrawn="1"/>
            </p:nvGrpSpPr>
            <p:grpSpPr bwMode="auto">
              <a:xfrm>
                <a:off x="-3605171" y="830871"/>
                <a:ext cx="139422" cy="109566"/>
                <a:chOff x="-2866743" y="518073"/>
                <a:chExt cx="168700" cy="132574"/>
              </a:xfrm>
            </p:grpSpPr>
            <p:grpSp>
              <p:nvGrpSpPr>
                <p:cNvPr id="1470224953" name="Groep 328"/>
                <p:cNvGrpSpPr>
                  <a:grpSpLocks noGrp="1" noMove="1" noResize="1" noRot="1" noUngrp="1"/>
                </p:cNvGrpSpPr>
                <p:nvPr userDrawn="1"/>
              </p:nvGrpSpPr>
              <p:grpSpPr bwMode="auto">
                <a:xfrm>
                  <a:off x="-2866743" y="518073"/>
                  <a:ext cx="168700" cy="132574"/>
                  <a:chOff x="-2866743" y="518073"/>
                  <a:chExt cx="168700" cy="132574"/>
                </a:xfrm>
              </p:grpSpPr>
              <p:cxnSp>
                <p:nvCxnSpPr>
                  <p:cNvPr id="304660952" name="Rechte verbindingslijn 330"/>
                  <p:cNvCxnSpPr>
                    <a:cxnSpLocks noAdjustHandles="1" noChangeArrowheads="1" noChangeShapeType="1" noEditPoints="1" noGrp="1" noMove="1" noResize="1" noRot="1"/>
                  </p:cNvCxnSpPr>
                  <p:nvPr userDrawn="1"/>
                </p:nvCxnSpPr>
                <p:spPr bwMode="auto">
                  <a:xfrm>
                    <a:off x="-2866743" y="518073"/>
                    <a:ext cx="168700" cy="0"/>
                  </a:xfrm>
                  <a:prstGeom prst="line">
                    <a:avLst/>
                  </a:prstGeom>
                  <a:solidFill>
                    <a:schemeClr val="bg1"/>
                  </a:solidFill>
                  <a:ln w="12700" cap="flat" cmpd="sng" algn="ctr">
                    <a:solidFill>
                      <a:srgbClr val="9D9FA1"/>
                    </a:solidFill>
                    <a:prstDash val="solid"/>
                  </a:ln>
                  <a:effectLst/>
                </p:spPr>
              </p:cxnSp>
              <p:cxnSp>
                <p:nvCxnSpPr>
                  <p:cNvPr id="1477475822" name="Rechte verbindingslijn 331"/>
                  <p:cNvCxnSpPr>
                    <a:cxnSpLocks noAdjustHandles="1" noChangeArrowheads="1" noChangeShapeType="1" noEditPoints="1" noGrp="1" noMove="1" noResize="1" noRot="1"/>
                  </p:cNvCxnSpPr>
                  <p:nvPr userDrawn="1"/>
                </p:nvCxnSpPr>
                <p:spPr bwMode="auto">
                  <a:xfrm>
                    <a:off x="-2866743" y="650648"/>
                    <a:ext cx="168700" cy="0"/>
                  </a:xfrm>
                  <a:prstGeom prst="line">
                    <a:avLst/>
                  </a:prstGeom>
                  <a:solidFill>
                    <a:schemeClr val="bg1"/>
                  </a:solidFill>
                  <a:ln w="12700" cap="flat" cmpd="sng" algn="ctr">
                    <a:solidFill>
                      <a:srgbClr val="9D9FA1"/>
                    </a:solidFill>
                    <a:prstDash val="solid"/>
                  </a:ln>
                  <a:effectLst/>
                </p:spPr>
              </p:cxnSp>
              <p:cxnSp>
                <p:nvCxnSpPr>
                  <p:cNvPr id="1543003259" name="Rechte verbindingslijn 332"/>
                  <p:cNvCxnSpPr>
                    <a:cxnSpLocks noAdjustHandles="1" noChangeArrowheads="1" noChangeShapeType="1" noEditPoints="1" noGrp="1" noMove="1" noResize="1" noRot="1"/>
                  </p:cNvCxnSpPr>
                  <p:nvPr userDrawn="1"/>
                </p:nvCxnSpPr>
                <p:spPr bwMode="auto">
                  <a:xfrm>
                    <a:off x="-2773989" y="617505"/>
                    <a:ext cx="75946" cy="0"/>
                  </a:xfrm>
                  <a:prstGeom prst="line">
                    <a:avLst/>
                  </a:prstGeom>
                  <a:solidFill>
                    <a:schemeClr val="bg1"/>
                  </a:solidFill>
                  <a:ln w="12700" cap="flat" cmpd="sng" algn="ctr">
                    <a:solidFill>
                      <a:srgbClr val="9D9FA1"/>
                    </a:solidFill>
                    <a:prstDash val="solid"/>
                  </a:ln>
                  <a:effectLst/>
                </p:spPr>
              </p:cxnSp>
              <p:cxnSp>
                <p:nvCxnSpPr>
                  <p:cNvPr id="996184163" name="Rechte verbindingslijn 333"/>
                  <p:cNvCxnSpPr>
                    <a:cxnSpLocks noAdjustHandles="1" noChangeArrowheads="1" noChangeShapeType="1" noEditPoints="1" noGrp="1" noMove="1" noResize="1" noRot="1"/>
                  </p:cNvCxnSpPr>
                  <p:nvPr userDrawn="1"/>
                </p:nvCxnSpPr>
                <p:spPr bwMode="auto">
                  <a:xfrm>
                    <a:off x="-2773989" y="584361"/>
                    <a:ext cx="75946" cy="0"/>
                  </a:xfrm>
                  <a:prstGeom prst="line">
                    <a:avLst/>
                  </a:prstGeom>
                  <a:solidFill>
                    <a:schemeClr val="bg1"/>
                  </a:solidFill>
                  <a:ln w="12700" cap="flat" cmpd="sng" algn="ctr">
                    <a:solidFill>
                      <a:srgbClr val="9D9FA1"/>
                    </a:solidFill>
                    <a:prstDash val="solid"/>
                  </a:ln>
                  <a:effectLst/>
                </p:spPr>
              </p:cxnSp>
              <p:cxnSp>
                <p:nvCxnSpPr>
                  <p:cNvPr id="817947990" name="Rechte verbindingslijn 334"/>
                  <p:cNvCxnSpPr>
                    <a:cxnSpLocks noAdjustHandles="1" noChangeArrowheads="1" noChangeShapeType="1" noEditPoints="1" noGrp="1" noMove="1" noResize="1" noRot="1"/>
                  </p:cNvCxnSpPr>
                  <p:nvPr userDrawn="1"/>
                </p:nvCxnSpPr>
                <p:spPr bwMode="auto">
                  <a:xfrm>
                    <a:off x="-2773989" y="551217"/>
                    <a:ext cx="75946" cy="0"/>
                  </a:xfrm>
                  <a:prstGeom prst="line">
                    <a:avLst/>
                  </a:prstGeom>
                  <a:solidFill>
                    <a:schemeClr val="bg1"/>
                  </a:solidFill>
                  <a:ln w="12700" cap="flat" cmpd="sng" algn="ctr">
                    <a:solidFill>
                      <a:srgbClr val="9D9FA1"/>
                    </a:solidFill>
                    <a:prstDash val="solid"/>
                  </a:ln>
                  <a:effectLst/>
                </p:spPr>
              </p:cxnSp>
            </p:grpSp>
            <p:sp>
              <p:nvSpPr>
                <p:cNvPr id="746469799" name="Pijl: rechts 329"/>
                <p:cNvSpPr>
                  <a:spLocks noAdjustHandles="1" noChangeArrowheads="1" noChangeShapeType="1" noEditPoints="1" noGrp="1" noMove="1" noResize="1" noRot="1"/>
                </p:cNvSpPr>
                <p:nvPr userDrawn="1"/>
              </p:nvSpPr>
              <p:spPr bwMode="auto">
                <a:xfrm flipH="1">
                  <a:off x="-2866743" y="549739"/>
                  <a:ext cx="70675" cy="67901"/>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noAutofit/>
                </a:bodyPr>
                <a:lstStyle/>
                <a:p>
                  <a:pPr algn="l">
                    <a:defRPr/>
                  </a:pPr>
                  <a:endParaRPr lang="en-GB" sz="1000" b="1">
                    <a:solidFill>
                      <a:srgbClr val="211F26"/>
                    </a:solidFill>
                    <a:latin typeface="Calibri"/>
                    <a:cs typeface="Calibri"/>
                  </a:endParaRPr>
                </a:p>
              </p:txBody>
            </p:sp>
          </p:grpSp>
          <p:cxnSp>
            <p:nvCxnSpPr>
              <p:cNvPr id="355875880" name="Rechte verbindingslijn 306"/>
              <p:cNvCxnSpPr>
                <a:cxnSpLocks noAdjustHandles="1" noChangeArrowheads="1" noChangeShapeType="1" noEditPoints="1" noGrp="1" noMove="1" noResize="1" noRot="1"/>
              </p:cNvCxnSpPr>
              <p:nvPr userDrawn="1"/>
            </p:nvCxnSpPr>
            <p:spPr bwMode="auto">
              <a:xfrm flipV="1">
                <a:off x="-3459956" y="588168"/>
                <a:ext cx="547686" cy="219075"/>
              </a:xfrm>
              <a:prstGeom prst="line">
                <a:avLst/>
              </a:prstGeom>
              <a:noFill/>
              <a:ln w="19050" cap="rnd" cmpd="sng" algn="ctr">
                <a:solidFill>
                  <a:schemeClr val="accent1"/>
                </a:solidFill>
                <a:prstDash val="solid"/>
                <a:headEnd type="oval"/>
              </a:ln>
              <a:effectLst/>
            </p:spPr>
          </p:cxnSp>
          <p:cxnSp>
            <p:nvCxnSpPr>
              <p:cNvPr id="858362062" name="Rechte verbindingslijn 307"/>
              <p:cNvCxnSpPr>
                <a:cxnSpLocks noAdjustHandles="1" noChangeArrowheads="1" noChangeShapeType="1" noEditPoints="1" noGrp="1" noMove="1" noResize="1" noRot="1"/>
              </p:cNvCxnSpPr>
              <p:nvPr userDrawn="1"/>
            </p:nvCxnSpPr>
            <p:spPr bwMode="auto">
              <a:xfrm>
                <a:off x="-3224212" y="828675"/>
                <a:ext cx="319087" cy="0"/>
              </a:xfrm>
              <a:prstGeom prst="line">
                <a:avLst/>
              </a:prstGeom>
              <a:noFill/>
              <a:ln w="19050" cap="rnd" cmpd="sng" algn="ctr">
                <a:solidFill>
                  <a:schemeClr val="accent1"/>
                </a:solidFill>
                <a:prstDash val="solid"/>
                <a:headEnd type="oval"/>
              </a:ln>
              <a:effectLst/>
            </p:spPr>
          </p:cxnSp>
          <p:sp>
            <p:nvSpPr>
              <p:cNvPr id="870643091" name="Rechthoek 308"/>
              <p:cNvSpPr>
                <a:spLocks noAdjustHandles="1" noChangeArrowheads="1" noChangeShapeType="1" noEditPoints="1" noGrp="1" noMove="1" noResize="1" noRot="1"/>
              </p:cNvSpPr>
              <p:nvPr userDrawn="1"/>
            </p:nvSpPr>
            <p:spPr bwMode="auto">
              <a:xfrm>
                <a:off x="-2559902" y="512178"/>
                <a:ext cx="2189041" cy="151083"/>
              </a:xfrm>
              <a:prstGeom prst="rect">
                <a:avLst/>
              </a:prstGeom>
              <a:noFill/>
              <a:ln w="25400" cap="flat" cmpd="sng" algn="ctr">
                <a:noFill/>
                <a:prstDash val="solid"/>
              </a:ln>
              <a:effectLst/>
            </p:spPr>
            <p:txBody>
              <a:bodyPr lIns="0" tIns="0" rIns="0" bIns="0" rtlCol="0" anchor="ctr"/>
              <a:lstStyle/>
              <a:p>
                <a:pPr marL="0" marR="0" lvl="0" indent="0" defTabSz="914400">
                  <a:lnSpc>
                    <a:spcPct val="90000"/>
                  </a:lnSpc>
                  <a:spcBef>
                    <a:spcPts val="599"/>
                  </a:spcBef>
                  <a:spcAft>
                    <a:spcPts val="599"/>
                  </a:spcAft>
                  <a:buClrTx/>
                  <a:buSzTx/>
                  <a:buFontTx/>
                  <a:buNone/>
                  <a:defRPr/>
                </a:pPr>
                <a:r>
                  <a:rPr lang="en-GB" sz="1100" b="0" i="0" u="none" strike="noStrike" cap="none" spc="0">
                    <a:ln>
                      <a:noFill/>
                    </a:ln>
                    <a:solidFill>
                      <a:schemeClr val="tx1"/>
                    </a:solidFill>
                    <a:latin typeface="Calibri"/>
                    <a:cs typeface="Calibri"/>
                  </a:rPr>
                  <a:t>Text level down</a:t>
                </a:r>
                <a:endParaRPr/>
              </a:p>
            </p:txBody>
          </p:sp>
          <p:sp>
            <p:nvSpPr>
              <p:cNvPr id="1263632240" name="Rechthoek 309"/>
              <p:cNvSpPr>
                <a:spLocks noAdjustHandles="1" noChangeArrowheads="1" noChangeShapeType="1" noEditPoints="1" noGrp="1" noMove="1" noResize="1" noRot="1"/>
              </p:cNvSpPr>
              <p:nvPr userDrawn="1"/>
            </p:nvSpPr>
            <p:spPr bwMode="auto">
              <a:xfrm>
                <a:off x="-2559902" y="819560"/>
                <a:ext cx="2189043" cy="142201"/>
              </a:xfrm>
              <a:prstGeom prst="rect">
                <a:avLst/>
              </a:prstGeom>
              <a:noFill/>
              <a:ln w="25400" cap="flat" cmpd="sng" algn="ctr">
                <a:noFill/>
                <a:prstDash val="solid"/>
              </a:ln>
              <a:effectLst/>
            </p:spPr>
            <p:txBody>
              <a:bodyPr lIns="0" tIns="0" rIns="0" bIns="0" rtlCol="0" anchor="ctr"/>
              <a:lstStyle/>
              <a:p>
                <a:pPr marL="0" marR="0" lvl="0" indent="0" defTabSz="914400">
                  <a:lnSpc>
                    <a:spcPct val="90000"/>
                  </a:lnSpc>
                  <a:spcBef>
                    <a:spcPts val="599"/>
                  </a:spcBef>
                  <a:spcAft>
                    <a:spcPts val="599"/>
                  </a:spcAft>
                  <a:buClrTx/>
                  <a:buSzTx/>
                  <a:buFontTx/>
                  <a:buNone/>
                  <a:defRPr/>
                </a:pPr>
                <a:r>
                  <a:rPr lang="en-GB" sz="1100" b="0" i="0" u="none" strike="noStrike" cap="none" spc="0">
                    <a:ln>
                      <a:noFill/>
                    </a:ln>
                    <a:solidFill>
                      <a:schemeClr val="tx1"/>
                    </a:solidFill>
                    <a:latin typeface="Calibri"/>
                    <a:cs typeface="Calibri"/>
                  </a:rPr>
                  <a:t>Text level up</a:t>
                </a:r>
                <a:endParaRPr/>
              </a:p>
            </p:txBody>
          </p:sp>
          <p:grpSp>
            <p:nvGrpSpPr>
              <p:cNvPr id="440721948" name="Groep 310"/>
              <p:cNvGrpSpPr>
                <a:grpSpLocks noGrp="1" noMove="1" noResize="1" noRot="1" noUngrp="1"/>
              </p:cNvGrpSpPr>
              <p:nvPr userDrawn="1"/>
            </p:nvGrpSpPr>
            <p:grpSpPr bwMode="auto">
              <a:xfrm>
                <a:off x="-2916762" y="769167"/>
                <a:ext cx="268737" cy="248380"/>
                <a:chOff x="-2916762" y="769167"/>
                <a:chExt cx="268737" cy="248380"/>
              </a:xfrm>
            </p:grpSpPr>
            <p:sp>
              <p:nvSpPr>
                <p:cNvPr id="622456585" name="Rechthoek 320"/>
                <p:cNvSpPr>
                  <a:spLocks noAdjustHandles="1" noChangeArrowheads="1" noChangeShapeType="1" noEditPoints="1" noGrp="1" noMove="1" noResize="1" noRot="1"/>
                </p:cNvSpPr>
                <p:nvPr userDrawn="1"/>
              </p:nvSpPr>
              <p:spPr bwMode="auto">
                <a:xfrm>
                  <a:off x="-2916762" y="769167"/>
                  <a:ext cx="268737" cy="248380"/>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noAutofit/>
                </a:bodyPr>
                <a:lstStyle/>
                <a:p>
                  <a:pPr algn="ctr">
                    <a:defRPr/>
                  </a:pPr>
                  <a:endParaRPr lang="en-GB" sz="1050" b="0">
                    <a:solidFill>
                      <a:srgbClr val="211F26"/>
                    </a:solidFill>
                    <a:latin typeface="Calibri"/>
                    <a:cs typeface="Calibri"/>
                  </a:endParaRPr>
                </a:p>
              </p:txBody>
            </p:sp>
            <p:grpSp>
              <p:nvGrpSpPr>
                <p:cNvPr id="1094432978" name="Groep 321"/>
                <p:cNvGrpSpPr>
                  <a:grpSpLocks noGrp="1" noMove="1" noResize="1" noRot="1" noUngrp="1"/>
                </p:cNvGrpSpPr>
                <p:nvPr userDrawn="1"/>
              </p:nvGrpSpPr>
              <p:grpSpPr bwMode="auto">
                <a:xfrm>
                  <a:off x="-2866743" y="827069"/>
                  <a:ext cx="168700" cy="132574"/>
                  <a:chOff x="-2866743" y="827069"/>
                  <a:chExt cx="168700" cy="132574"/>
                </a:xfrm>
              </p:grpSpPr>
              <p:cxnSp>
                <p:nvCxnSpPr>
                  <p:cNvPr id="1750270951" name="Rechte verbindingslijn 323"/>
                  <p:cNvCxnSpPr>
                    <a:cxnSpLocks noAdjustHandles="1" noChangeArrowheads="1" noChangeShapeType="1" noEditPoints="1" noGrp="1" noMove="1" noResize="1" noRot="1"/>
                  </p:cNvCxnSpPr>
                  <p:nvPr userDrawn="1"/>
                </p:nvCxnSpPr>
                <p:spPr bwMode="auto">
                  <a:xfrm>
                    <a:off x="-2866743" y="827069"/>
                    <a:ext cx="168700" cy="0"/>
                  </a:xfrm>
                  <a:prstGeom prst="line">
                    <a:avLst/>
                  </a:prstGeom>
                  <a:solidFill>
                    <a:schemeClr val="bg1"/>
                  </a:solidFill>
                  <a:ln w="12700" cap="flat" cmpd="sng" algn="ctr">
                    <a:solidFill>
                      <a:srgbClr val="9D9FA1"/>
                    </a:solidFill>
                    <a:prstDash val="solid"/>
                  </a:ln>
                  <a:effectLst/>
                </p:spPr>
              </p:cxnSp>
              <p:cxnSp>
                <p:nvCxnSpPr>
                  <p:cNvPr id="2066746793" name="Rechte verbindingslijn 324"/>
                  <p:cNvCxnSpPr>
                    <a:cxnSpLocks noAdjustHandles="1" noChangeArrowheads="1" noChangeShapeType="1" noEditPoints="1" noGrp="1" noMove="1" noResize="1" noRot="1"/>
                  </p:cNvCxnSpPr>
                  <p:nvPr userDrawn="1"/>
                </p:nvCxnSpPr>
                <p:spPr bwMode="auto">
                  <a:xfrm>
                    <a:off x="-2866743" y="959645"/>
                    <a:ext cx="168700" cy="0"/>
                  </a:xfrm>
                  <a:prstGeom prst="line">
                    <a:avLst/>
                  </a:prstGeom>
                  <a:solidFill>
                    <a:schemeClr val="bg1"/>
                  </a:solidFill>
                  <a:ln w="12700" cap="flat" cmpd="sng" algn="ctr">
                    <a:solidFill>
                      <a:srgbClr val="9D9FA1"/>
                    </a:solidFill>
                    <a:prstDash val="solid"/>
                  </a:ln>
                  <a:effectLst/>
                </p:spPr>
              </p:cxnSp>
              <p:cxnSp>
                <p:nvCxnSpPr>
                  <p:cNvPr id="269505426" name="Rechte verbindingslijn 325"/>
                  <p:cNvCxnSpPr>
                    <a:cxnSpLocks noAdjustHandles="1" noChangeArrowheads="1" noChangeShapeType="1" noEditPoints="1" noGrp="1" noMove="1" noResize="1" noRot="1"/>
                  </p:cNvCxnSpPr>
                  <p:nvPr userDrawn="1"/>
                </p:nvCxnSpPr>
                <p:spPr bwMode="auto">
                  <a:xfrm>
                    <a:off x="-2773989" y="926502"/>
                    <a:ext cx="75946" cy="0"/>
                  </a:xfrm>
                  <a:prstGeom prst="line">
                    <a:avLst/>
                  </a:prstGeom>
                  <a:solidFill>
                    <a:schemeClr val="bg1"/>
                  </a:solidFill>
                  <a:ln w="12700" cap="flat" cmpd="sng" algn="ctr">
                    <a:solidFill>
                      <a:srgbClr val="9D9FA1"/>
                    </a:solidFill>
                    <a:prstDash val="solid"/>
                  </a:ln>
                  <a:effectLst/>
                </p:spPr>
              </p:cxnSp>
              <p:cxnSp>
                <p:nvCxnSpPr>
                  <p:cNvPr id="743732724" name="Rechte verbindingslijn 326"/>
                  <p:cNvCxnSpPr>
                    <a:cxnSpLocks noAdjustHandles="1" noChangeArrowheads="1" noChangeShapeType="1" noEditPoints="1" noGrp="1" noMove="1" noResize="1" noRot="1"/>
                  </p:cNvCxnSpPr>
                  <p:nvPr userDrawn="1"/>
                </p:nvCxnSpPr>
                <p:spPr bwMode="auto">
                  <a:xfrm>
                    <a:off x="-2773989" y="893358"/>
                    <a:ext cx="75946" cy="0"/>
                  </a:xfrm>
                  <a:prstGeom prst="line">
                    <a:avLst/>
                  </a:prstGeom>
                  <a:solidFill>
                    <a:schemeClr val="bg1"/>
                  </a:solidFill>
                  <a:ln w="12700" cap="flat" cmpd="sng" algn="ctr">
                    <a:solidFill>
                      <a:srgbClr val="9D9FA1"/>
                    </a:solidFill>
                    <a:prstDash val="solid"/>
                  </a:ln>
                  <a:effectLst/>
                </p:spPr>
              </p:cxnSp>
              <p:cxnSp>
                <p:nvCxnSpPr>
                  <p:cNvPr id="1035210307" name="Rechte verbindingslijn 327"/>
                  <p:cNvCxnSpPr>
                    <a:cxnSpLocks noAdjustHandles="1" noChangeArrowheads="1" noChangeShapeType="1" noEditPoints="1" noGrp="1" noMove="1" noResize="1" noRot="1"/>
                  </p:cNvCxnSpPr>
                  <p:nvPr userDrawn="1"/>
                </p:nvCxnSpPr>
                <p:spPr bwMode="auto">
                  <a:xfrm>
                    <a:off x="-2773989" y="860214"/>
                    <a:ext cx="75946" cy="0"/>
                  </a:xfrm>
                  <a:prstGeom prst="line">
                    <a:avLst/>
                  </a:prstGeom>
                  <a:solidFill>
                    <a:schemeClr val="bg1"/>
                  </a:solidFill>
                  <a:ln w="12700" cap="flat" cmpd="sng" algn="ctr">
                    <a:solidFill>
                      <a:srgbClr val="9D9FA1"/>
                    </a:solidFill>
                    <a:prstDash val="solid"/>
                  </a:ln>
                  <a:effectLst/>
                </p:spPr>
              </p:cxnSp>
            </p:grpSp>
            <p:sp>
              <p:nvSpPr>
                <p:cNvPr id="150585172" name="Pijl: rechts 322"/>
                <p:cNvSpPr>
                  <a:spLocks noAdjustHandles="1" noChangeArrowheads="1" noChangeShapeType="1" noEditPoints="1" noGrp="1" noMove="1" noResize="1" noRot="1"/>
                </p:cNvSpPr>
                <p:nvPr userDrawn="1"/>
              </p:nvSpPr>
              <p:spPr bwMode="auto">
                <a:xfrm>
                  <a:off x="-2866743" y="858736"/>
                  <a:ext cx="70675" cy="67901"/>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noAutofit/>
                </a:bodyPr>
                <a:lstStyle/>
                <a:p>
                  <a:pPr algn="l">
                    <a:defRPr/>
                  </a:pPr>
                  <a:endParaRPr lang="en-GB" sz="1000" b="1">
                    <a:solidFill>
                      <a:srgbClr val="211F26"/>
                    </a:solidFill>
                    <a:latin typeface="Calibri"/>
                    <a:cs typeface="Calibri"/>
                  </a:endParaRPr>
                </a:p>
              </p:txBody>
            </p:sp>
          </p:grpSp>
          <p:grpSp>
            <p:nvGrpSpPr>
              <p:cNvPr id="1366571877" name="Groep 311"/>
              <p:cNvGrpSpPr>
                <a:grpSpLocks noGrp="1" noMove="1" noResize="1" noRot="1" noUngrp="1"/>
              </p:cNvGrpSpPr>
              <p:nvPr userDrawn="1"/>
            </p:nvGrpSpPr>
            <p:grpSpPr bwMode="auto">
              <a:xfrm>
                <a:off x="-2916762" y="460170"/>
                <a:ext cx="268737" cy="248380"/>
                <a:chOff x="-2916762" y="460170"/>
                <a:chExt cx="268737" cy="248380"/>
              </a:xfrm>
            </p:grpSpPr>
            <p:sp>
              <p:nvSpPr>
                <p:cNvPr id="1489995547" name="Rechthoek 312"/>
                <p:cNvSpPr>
                  <a:spLocks noAdjustHandles="1" noChangeArrowheads="1" noChangeShapeType="1" noEditPoints="1" noGrp="1" noMove="1" noResize="1" noRot="1"/>
                </p:cNvSpPr>
                <p:nvPr userDrawn="1"/>
              </p:nvSpPr>
              <p:spPr bwMode="auto">
                <a:xfrm>
                  <a:off x="-2916762" y="460170"/>
                  <a:ext cx="268737" cy="248380"/>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noAutofit/>
                </a:bodyPr>
                <a:lstStyle/>
                <a:p>
                  <a:pPr algn="ctr">
                    <a:defRPr/>
                  </a:pPr>
                  <a:endParaRPr lang="en-GB" sz="1050" b="0">
                    <a:solidFill>
                      <a:srgbClr val="211F26"/>
                    </a:solidFill>
                    <a:latin typeface="Calibri"/>
                    <a:cs typeface="Calibri"/>
                  </a:endParaRPr>
                </a:p>
              </p:txBody>
            </p:sp>
            <p:grpSp>
              <p:nvGrpSpPr>
                <p:cNvPr id="675035919" name="Groep 313"/>
                <p:cNvGrpSpPr>
                  <a:grpSpLocks noGrp="1" noMove="1" noResize="1" noRot="1" noUngrp="1"/>
                </p:cNvGrpSpPr>
                <p:nvPr userDrawn="1"/>
              </p:nvGrpSpPr>
              <p:grpSpPr bwMode="auto">
                <a:xfrm>
                  <a:off x="-2866743" y="518073"/>
                  <a:ext cx="168700" cy="132574"/>
                  <a:chOff x="-2866743" y="518073"/>
                  <a:chExt cx="168700" cy="132574"/>
                </a:xfrm>
              </p:grpSpPr>
              <p:cxnSp>
                <p:nvCxnSpPr>
                  <p:cNvPr id="1288968616" name="Rechte verbindingslijn 315"/>
                  <p:cNvCxnSpPr>
                    <a:cxnSpLocks noAdjustHandles="1" noChangeArrowheads="1" noChangeShapeType="1" noEditPoints="1" noGrp="1" noMove="1" noResize="1" noRot="1"/>
                  </p:cNvCxnSpPr>
                  <p:nvPr userDrawn="1"/>
                </p:nvCxnSpPr>
                <p:spPr bwMode="auto">
                  <a:xfrm>
                    <a:off x="-2866743" y="518073"/>
                    <a:ext cx="168700" cy="0"/>
                  </a:xfrm>
                  <a:prstGeom prst="line">
                    <a:avLst/>
                  </a:prstGeom>
                  <a:solidFill>
                    <a:schemeClr val="bg1"/>
                  </a:solidFill>
                  <a:ln w="12700" cap="flat" cmpd="sng" algn="ctr">
                    <a:solidFill>
                      <a:srgbClr val="9D9FA1"/>
                    </a:solidFill>
                    <a:prstDash val="solid"/>
                  </a:ln>
                  <a:effectLst/>
                </p:spPr>
              </p:cxnSp>
              <p:cxnSp>
                <p:nvCxnSpPr>
                  <p:cNvPr id="1285254154" name="Rechte verbindingslijn 316"/>
                  <p:cNvCxnSpPr>
                    <a:cxnSpLocks noAdjustHandles="1" noChangeArrowheads="1" noChangeShapeType="1" noEditPoints="1" noGrp="1" noMove="1" noResize="1" noRot="1"/>
                  </p:cNvCxnSpPr>
                  <p:nvPr userDrawn="1"/>
                </p:nvCxnSpPr>
                <p:spPr bwMode="auto">
                  <a:xfrm>
                    <a:off x="-2866743" y="650648"/>
                    <a:ext cx="168700" cy="0"/>
                  </a:xfrm>
                  <a:prstGeom prst="line">
                    <a:avLst/>
                  </a:prstGeom>
                  <a:solidFill>
                    <a:schemeClr val="bg1"/>
                  </a:solidFill>
                  <a:ln w="12700" cap="flat" cmpd="sng" algn="ctr">
                    <a:solidFill>
                      <a:srgbClr val="9D9FA1"/>
                    </a:solidFill>
                    <a:prstDash val="solid"/>
                  </a:ln>
                  <a:effectLst/>
                </p:spPr>
              </p:cxnSp>
              <p:cxnSp>
                <p:nvCxnSpPr>
                  <p:cNvPr id="463813071" name="Rechte verbindingslijn 317"/>
                  <p:cNvCxnSpPr>
                    <a:cxnSpLocks noAdjustHandles="1" noChangeArrowheads="1" noChangeShapeType="1" noEditPoints="1" noGrp="1" noMove="1" noResize="1" noRot="1"/>
                  </p:cNvCxnSpPr>
                  <p:nvPr userDrawn="1"/>
                </p:nvCxnSpPr>
                <p:spPr bwMode="auto">
                  <a:xfrm>
                    <a:off x="-2773989" y="617505"/>
                    <a:ext cx="75946" cy="0"/>
                  </a:xfrm>
                  <a:prstGeom prst="line">
                    <a:avLst/>
                  </a:prstGeom>
                  <a:solidFill>
                    <a:schemeClr val="bg1"/>
                  </a:solidFill>
                  <a:ln w="12700" cap="flat" cmpd="sng" algn="ctr">
                    <a:solidFill>
                      <a:srgbClr val="9D9FA1"/>
                    </a:solidFill>
                    <a:prstDash val="solid"/>
                  </a:ln>
                  <a:effectLst/>
                </p:spPr>
              </p:cxnSp>
              <p:cxnSp>
                <p:nvCxnSpPr>
                  <p:cNvPr id="80805617" name="Rechte verbindingslijn 318"/>
                  <p:cNvCxnSpPr>
                    <a:cxnSpLocks noAdjustHandles="1" noChangeArrowheads="1" noChangeShapeType="1" noEditPoints="1" noGrp="1" noMove="1" noResize="1" noRot="1"/>
                  </p:cNvCxnSpPr>
                  <p:nvPr userDrawn="1"/>
                </p:nvCxnSpPr>
                <p:spPr bwMode="auto">
                  <a:xfrm>
                    <a:off x="-2773989" y="584361"/>
                    <a:ext cx="75946" cy="0"/>
                  </a:xfrm>
                  <a:prstGeom prst="line">
                    <a:avLst/>
                  </a:prstGeom>
                  <a:solidFill>
                    <a:schemeClr val="bg1"/>
                  </a:solidFill>
                  <a:ln w="12700" cap="flat" cmpd="sng" algn="ctr">
                    <a:solidFill>
                      <a:srgbClr val="9D9FA1"/>
                    </a:solidFill>
                    <a:prstDash val="solid"/>
                  </a:ln>
                  <a:effectLst/>
                </p:spPr>
              </p:cxnSp>
              <p:cxnSp>
                <p:nvCxnSpPr>
                  <p:cNvPr id="1437619059" name="Rechte verbindingslijn 319"/>
                  <p:cNvCxnSpPr>
                    <a:cxnSpLocks noAdjustHandles="1" noChangeArrowheads="1" noChangeShapeType="1" noEditPoints="1" noGrp="1" noMove="1" noResize="1" noRot="1"/>
                  </p:cNvCxnSpPr>
                  <p:nvPr userDrawn="1"/>
                </p:nvCxnSpPr>
                <p:spPr bwMode="auto">
                  <a:xfrm>
                    <a:off x="-2773989" y="551217"/>
                    <a:ext cx="75946" cy="0"/>
                  </a:xfrm>
                  <a:prstGeom prst="line">
                    <a:avLst/>
                  </a:prstGeom>
                  <a:solidFill>
                    <a:schemeClr val="bg1"/>
                  </a:solidFill>
                  <a:ln w="12700" cap="flat" cmpd="sng" algn="ctr">
                    <a:solidFill>
                      <a:srgbClr val="9D9FA1"/>
                    </a:solidFill>
                    <a:prstDash val="solid"/>
                  </a:ln>
                  <a:effectLst/>
                </p:spPr>
              </p:cxnSp>
            </p:grpSp>
            <p:sp>
              <p:nvSpPr>
                <p:cNvPr id="1379581241" name="Pijl: rechts 314"/>
                <p:cNvSpPr>
                  <a:spLocks noAdjustHandles="1" noChangeArrowheads="1" noChangeShapeType="1" noEditPoints="1" noGrp="1" noMove="1" noResize="1" noRot="1"/>
                </p:cNvSpPr>
                <p:nvPr userDrawn="1"/>
              </p:nvSpPr>
              <p:spPr bwMode="auto">
                <a:xfrm flipH="1">
                  <a:off x="-2866743" y="549739"/>
                  <a:ext cx="70675" cy="67901"/>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noAutofit/>
                </a:bodyPr>
                <a:lstStyle/>
                <a:p>
                  <a:pPr algn="l">
                    <a:defRPr/>
                  </a:pPr>
                  <a:endParaRPr lang="en-GB" sz="1000" b="1">
                    <a:solidFill>
                      <a:srgbClr val="211F26"/>
                    </a:solidFill>
                    <a:latin typeface="Calibri"/>
                    <a:cs typeface="Calibri"/>
                  </a:endParaRPr>
                </a:p>
              </p:txBody>
            </p:sp>
          </p:grpSp>
        </p:grpSp>
        <p:grpSp>
          <p:nvGrpSpPr>
            <p:cNvPr id="1068228838" name="Groep 296"/>
            <p:cNvGrpSpPr>
              <a:grpSpLocks noGrp="1" noMove="1" noResize="1" noRot="1" noUngrp="1"/>
            </p:cNvGrpSpPr>
            <p:nvPr userDrawn="1"/>
          </p:nvGrpSpPr>
          <p:grpSpPr bwMode="auto">
            <a:xfrm>
              <a:off x="-938433" y="4663036"/>
              <a:ext cx="627797" cy="576693"/>
              <a:chOff x="-1753861" y="6112774"/>
              <a:chExt cx="759634" cy="697797"/>
            </a:xfrm>
          </p:grpSpPr>
          <p:grpSp>
            <p:nvGrpSpPr>
              <p:cNvPr id="467234999" name="Inspireren"/>
              <p:cNvGrpSpPr>
                <a:grpSpLocks noChangeAspect="1" noGrp="1" noMove="1" noResize="1" noRot="1" noUngrp="1"/>
              </p:cNvGrpSpPr>
              <p:nvPr userDrawn="1"/>
            </p:nvGrpSpPr>
            <p:grpSpPr bwMode="auto">
              <a:xfrm>
                <a:off x="-1484857" y="6112774"/>
                <a:ext cx="205430" cy="293285"/>
                <a:chOff x="4767" y="2782"/>
                <a:chExt cx="787" cy="1125"/>
              </a:xfrm>
              <a:gradFill>
                <a:gsLst>
                  <a:gs pos="0">
                    <a:srgbClr val="9D9FA1"/>
                  </a:gs>
                  <a:gs pos="70000">
                    <a:srgbClr val="211F26"/>
                  </a:gs>
                </a:gsLst>
                <a:lin ang="2700000" scaled="0"/>
              </a:gradFill>
            </p:grpSpPr>
            <p:sp>
              <p:nvSpPr>
                <p:cNvPr id="668219410" name="Freeform 12"/>
                <p:cNvSpPr>
                  <a:spLocks noAdjustHandles="1" noChangeArrowheads="1" noChangeShapeType="1" noEditPoints="1" noGrp="1" noMove="1" noResize="1" noRot="1"/>
                </p:cNvSpPr>
                <p:nvPr/>
              </p:nvSpPr>
              <p:spPr bwMode="auto">
                <a:xfrm>
                  <a:off x="5000" y="3186"/>
                  <a:ext cx="318" cy="288"/>
                </a:xfrm>
                <a:custGeom>
                  <a:avLst/>
                  <a:gdLst>
                    <a:gd name="T0" fmla="*/ 220 w 319"/>
                    <a:gd name="T1" fmla="*/ 288 h 288"/>
                    <a:gd name="T2" fmla="*/ 107 w 319"/>
                    <a:gd name="T3" fmla="*/ 288 h 288"/>
                    <a:gd name="T4" fmla="*/ 0 w 319"/>
                    <a:gd name="T5" fmla="*/ 0 h 288"/>
                    <a:gd name="T6" fmla="*/ 319 w 319"/>
                    <a:gd name="T7" fmla="*/ 0 h 288"/>
                    <a:gd name="T8" fmla="*/ 220 w 319"/>
                    <a:gd name="T9" fmla="*/ 288 h 288"/>
                  </a:gdLst>
                  <a:ahLst/>
                  <a:cxnLst>
                    <a:cxn ang="0">
                      <a:pos x="T0" y="T1"/>
                    </a:cxn>
                    <a:cxn ang="0">
                      <a:pos x="T2" y="T3"/>
                    </a:cxn>
                    <a:cxn ang="0">
                      <a:pos x="T4" y="T5"/>
                    </a:cxn>
                    <a:cxn ang="0">
                      <a:pos x="T6" y="T7"/>
                    </a:cxn>
                    <a:cxn ang="0">
                      <a:pos x="T8" y="T9"/>
                    </a:cxn>
                  </a:cxnLst>
                  <a:rect l="0" t="0" r="r" b="b"/>
                  <a:pathLst>
                    <a:path w="319" h="288" fill="norm" stroke="1" extrusionOk="0">
                      <a:moveTo>
                        <a:pt x="220" y="288"/>
                      </a:moveTo>
                      <a:lnTo>
                        <a:pt x="107" y="288"/>
                      </a:lnTo>
                      <a:lnTo>
                        <a:pt x="0" y="0"/>
                      </a:lnTo>
                      <a:lnTo>
                        <a:pt x="319" y="0"/>
                      </a:lnTo>
                      <a:lnTo>
                        <a:pt x="220" y="288"/>
                      </a:lnTo>
                      <a:close/>
                    </a:path>
                  </a:pathLst>
                </a:custGeom>
                <a:solidFill>
                  <a:srgbClr val="1FF524"/>
                </a:solidFill>
                <a:ln>
                  <a:noFill/>
                </a:ln>
              </p:spPr>
              <p:txBody>
                <a:bodyPr vert="horz" wrap="square" lIns="91440" tIns="45720" rIns="91440" bIns="45720" numCol="1" anchor="t" anchorCtr="0" compatLnSpc="1">
                  <a:prstTxWarp prst="textNoShape"/>
                </a:bodyPr>
                <a:lstStyle/>
                <a:p>
                  <a:pPr marL="0" marR="0" lvl="0" indent="0" defTabSz="995467">
                    <a:lnSpc>
                      <a:spcPct val="100000"/>
                    </a:lnSpc>
                    <a:spcBef>
                      <a:spcPts val="0"/>
                    </a:spcBef>
                    <a:spcAft>
                      <a:spcPts val="0"/>
                    </a:spcAft>
                    <a:buClrTx/>
                    <a:buSzTx/>
                    <a:buFontTx/>
                    <a:buNone/>
                    <a:defRPr/>
                  </a:pPr>
                  <a:endParaRPr lang="en-GB" sz="300" b="0" i="0" u="none" strike="noStrike" cap="none" spc="0">
                    <a:ln>
                      <a:noFill/>
                    </a:ln>
                    <a:solidFill>
                      <a:srgbClr val="211F26"/>
                    </a:solidFill>
                    <a:latin typeface="Arial"/>
                  </a:endParaRPr>
                </a:p>
              </p:txBody>
            </p:sp>
            <p:sp>
              <p:nvSpPr>
                <p:cNvPr id="1105644023" name="Freeform 13"/>
                <p:cNvSpPr>
                  <a:spLocks noAdjustHandles="1" noChangeArrowheads="1" noChangeShapeType="1" noEditPoints="1" noGrp="1" noMove="1" noResize="1" noRot="1"/>
                </p:cNvSpPr>
                <p:nvPr/>
              </p:nvSpPr>
              <p:spPr bwMode="auto">
                <a:xfrm>
                  <a:off x="5022" y="3794"/>
                  <a:ext cx="281" cy="111"/>
                </a:xfrm>
                <a:custGeom>
                  <a:avLst/>
                  <a:gdLst>
                    <a:gd name="T0" fmla="*/ 229 w 251"/>
                    <a:gd name="T1" fmla="*/ 70 h 100"/>
                    <a:gd name="T2" fmla="*/ 229 w 251"/>
                    <a:gd name="T3" fmla="*/ 69 h 100"/>
                    <a:gd name="T4" fmla="*/ 251 w 251"/>
                    <a:gd name="T5" fmla="*/ 0 h 100"/>
                    <a:gd name="T6" fmla="*/ 0 w 251"/>
                    <a:gd name="T7" fmla="*/ 0 h 100"/>
                    <a:gd name="T8" fmla="*/ 22 w 251"/>
                    <a:gd name="T9" fmla="*/ 69 h 100"/>
                    <a:gd name="T10" fmla="*/ 63 w 251"/>
                    <a:gd name="T11" fmla="*/ 100 h 100"/>
                    <a:gd name="T12" fmla="*/ 188 w 251"/>
                    <a:gd name="T13" fmla="*/ 100 h 100"/>
                    <a:gd name="T14" fmla="*/ 229 w 251"/>
                    <a:gd name="T15" fmla="*/ 71 h 100"/>
                    <a:gd name="T16" fmla="*/ 229 w 251"/>
                    <a:gd name="T17" fmla="*/ 71 h 100"/>
                    <a:gd name="T18" fmla="*/ 229 w 251"/>
                    <a:gd name="T19" fmla="*/ 7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1" h="100" fill="norm" stroke="1" extrusionOk="0">
                      <a:moveTo>
                        <a:pt x="229" y="70"/>
                      </a:moveTo>
                      <a:cubicBezTo>
                        <a:pt x="229" y="70"/>
                        <a:pt x="229" y="69"/>
                        <a:pt x="229" y="69"/>
                      </a:cubicBezTo>
                      <a:cubicBezTo>
                        <a:pt x="251" y="0"/>
                        <a:pt x="251" y="0"/>
                        <a:pt x="251" y="0"/>
                      </a:cubicBezTo>
                      <a:cubicBezTo>
                        <a:pt x="0" y="0"/>
                        <a:pt x="0" y="0"/>
                        <a:pt x="0" y="0"/>
                      </a:cubicBezTo>
                      <a:cubicBezTo>
                        <a:pt x="22" y="69"/>
                        <a:pt x="22" y="69"/>
                        <a:pt x="22" y="69"/>
                      </a:cubicBezTo>
                      <a:cubicBezTo>
                        <a:pt x="27" y="87"/>
                        <a:pt x="44" y="100"/>
                        <a:pt x="63" y="100"/>
                      </a:cubicBezTo>
                      <a:cubicBezTo>
                        <a:pt x="188" y="100"/>
                        <a:pt x="188" y="100"/>
                        <a:pt x="188" y="100"/>
                      </a:cubicBezTo>
                      <a:cubicBezTo>
                        <a:pt x="207" y="100"/>
                        <a:pt x="223" y="88"/>
                        <a:pt x="229" y="71"/>
                      </a:cubicBezTo>
                      <a:cubicBezTo>
                        <a:pt x="229" y="71"/>
                        <a:pt x="229" y="71"/>
                        <a:pt x="229" y="71"/>
                      </a:cubicBezTo>
                      <a:lnTo>
                        <a:pt x="229" y="70"/>
                      </a:lnTo>
                      <a:close/>
                    </a:path>
                  </a:pathLst>
                </a:custGeom>
                <a:grpFill/>
                <a:ln>
                  <a:noFill/>
                </a:ln>
              </p:spPr>
              <p:txBody>
                <a:bodyPr vert="horz" wrap="square" lIns="91440" tIns="45720" rIns="91440" bIns="45720" numCol="1" anchor="t" anchorCtr="0" compatLnSpc="1">
                  <a:prstTxWarp prst="textNoShape"/>
                </a:bodyPr>
                <a:lstStyle/>
                <a:p>
                  <a:pPr marL="0" marR="0" lvl="0" indent="0" defTabSz="995467">
                    <a:lnSpc>
                      <a:spcPct val="100000"/>
                    </a:lnSpc>
                    <a:spcBef>
                      <a:spcPts val="0"/>
                    </a:spcBef>
                    <a:spcAft>
                      <a:spcPts val="0"/>
                    </a:spcAft>
                    <a:buClrTx/>
                    <a:buSzTx/>
                    <a:buFontTx/>
                    <a:buNone/>
                    <a:defRPr/>
                  </a:pPr>
                  <a:endParaRPr lang="en-GB" sz="300" b="0" i="0" u="none" strike="noStrike" cap="none" spc="0">
                    <a:ln>
                      <a:noFill/>
                    </a:ln>
                    <a:solidFill>
                      <a:srgbClr val="211F26"/>
                    </a:solidFill>
                    <a:latin typeface="Arial"/>
                  </a:endParaRPr>
                </a:p>
              </p:txBody>
            </p:sp>
            <p:sp>
              <p:nvSpPr>
                <p:cNvPr id="909589924" name="Freeform 14"/>
                <p:cNvSpPr>
                  <a:spLocks noAdjustHandles="1" noChangeArrowheads="1" noChangeShapeType="1" noEditPoints="1" noGrp="1" noMove="1" noResize="1" noRot="1"/>
                </p:cNvSpPr>
                <p:nvPr/>
              </p:nvSpPr>
              <p:spPr bwMode="auto">
                <a:xfrm>
                  <a:off x="4767" y="2782"/>
                  <a:ext cx="787" cy="965"/>
                </a:xfrm>
                <a:custGeom>
                  <a:avLst/>
                  <a:gdLst>
                    <a:gd name="T0" fmla="*/ 351 w 702"/>
                    <a:gd name="T1" fmla="*/ 0 h 860"/>
                    <a:gd name="T2" fmla="*/ 0 w 702"/>
                    <a:gd name="T3" fmla="*/ 351 h 860"/>
                    <a:gd name="T4" fmla="*/ 134 w 702"/>
                    <a:gd name="T5" fmla="*/ 627 h 860"/>
                    <a:gd name="T6" fmla="*/ 165 w 702"/>
                    <a:gd name="T7" fmla="*/ 718 h 860"/>
                    <a:gd name="T8" fmla="*/ 266 w 702"/>
                    <a:gd name="T9" fmla="*/ 718 h 860"/>
                    <a:gd name="T10" fmla="*/ 266 w 702"/>
                    <a:gd name="T11" fmla="*/ 718 h 860"/>
                    <a:gd name="T12" fmla="*/ 434 w 702"/>
                    <a:gd name="T13" fmla="*/ 718 h 860"/>
                    <a:gd name="T14" fmla="*/ 419 w 702"/>
                    <a:gd name="T15" fmla="*/ 760 h 860"/>
                    <a:gd name="T16" fmla="*/ 284 w 702"/>
                    <a:gd name="T17" fmla="*/ 760 h 860"/>
                    <a:gd name="T18" fmla="*/ 284 w 702"/>
                    <a:gd name="T19" fmla="*/ 760 h 860"/>
                    <a:gd name="T20" fmla="*/ 179 w 702"/>
                    <a:gd name="T21" fmla="*/ 760 h 860"/>
                    <a:gd name="T22" fmla="*/ 212 w 702"/>
                    <a:gd name="T23" fmla="*/ 860 h 860"/>
                    <a:gd name="T24" fmla="*/ 212 w 702"/>
                    <a:gd name="T25" fmla="*/ 860 h 860"/>
                    <a:gd name="T26" fmla="*/ 216 w 702"/>
                    <a:gd name="T27" fmla="*/ 860 h 860"/>
                    <a:gd name="T28" fmla="*/ 488 w 702"/>
                    <a:gd name="T29" fmla="*/ 860 h 860"/>
                    <a:gd name="T30" fmla="*/ 491 w 702"/>
                    <a:gd name="T31" fmla="*/ 860 h 860"/>
                    <a:gd name="T32" fmla="*/ 570 w 702"/>
                    <a:gd name="T33" fmla="*/ 625 h 860"/>
                    <a:gd name="T34" fmla="*/ 702 w 702"/>
                    <a:gd name="T35" fmla="*/ 351 h 860"/>
                    <a:gd name="T36" fmla="*/ 351 w 702"/>
                    <a:gd name="T37" fmla="*/ 0 h 860"/>
                    <a:gd name="T38" fmla="*/ 587 w 702"/>
                    <a:gd name="T39" fmla="*/ 438 h 860"/>
                    <a:gd name="T40" fmla="*/ 485 w 702"/>
                    <a:gd name="T41" fmla="*/ 563 h 860"/>
                    <a:gd name="T42" fmla="*/ 454 w 702"/>
                    <a:gd name="T43" fmla="*/ 658 h 860"/>
                    <a:gd name="T44" fmla="*/ 250 w 702"/>
                    <a:gd name="T45" fmla="*/ 658 h 860"/>
                    <a:gd name="T46" fmla="*/ 219 w 702"/>
                    <a:gd name="T47" fmla="*/ 565 h 860"/>
                    <a:gd name="T48" fmla="*/ 115 w 702"/>
                    <a:gd name="T49" fmla="*/ 439 h 860"/>
                    <a:gd name="T50" fmla="*/ 99 w 702"/>
                    <a:gd name="T51" fmla="*/ 351 h 860"/>
                    <a:gd name="T52" fmla="*/ 351 w 702"/>
                    <a:gd name="T53" fmla="*/ 99 h 860"/>
                    <a:gd name="T54" fmla="*/ 603 w 702"/>
                    <a:gd name="T55" fmla="*/ 351 h 860"/>
                    <a:gd name="T56" fmla="*/ 587 w 702"/>
                    <a:gd name="T57" fmla="*/ 438 h 8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702" h="860" fill="norm" stroke="1" extrusionOk="0">
                      <a:moveTo>
                        <a:pt x="351" y="0"/>
                      </a:moveTo>
                      <a:cubicBezTo>
                        <a:pt x="157" y="0"/>
                        <a:pt x="0" y="157"/>
                        <a:pt x="0" y="351"/>
                      </a:cubicBezTo>
                      <a:cubicBezTo>
                        <a:pt x="0" y="463"/>
                        <a:pt x="52" y="562"/>
                        <a:pt x="134" y="627"/>
                      </a:cubicBezTo>
                      <a:cubicBezTo>
                        <a:pt x="165" y="718"/>
                        <a:pt x="165" y="718"/>
                        <a:pt x="165" y="718"/>
                      </a:cubicBezTo>
                      <a:cubicBezTo>
                        <a:pt x="266" y="718"/>
                        <a:pt x="266" y="718"/>
                        <a:pt x="266" y="718"/>
                      </a:cubicBezTo>
                      <a:cubicBezTo>
                        <a:pt x="266" y="718"/>
                        <a:pt x="266" y="718"/>
                        <a:pt x="266" y="718"/>
                      </a:cubicBezTo>
                      <a:cubicBezTo>
                        <a:pt x="434" y="718"/>
                        <a:pt x="434" y="718"/>
                        <a:pt x="434" y="718"/>
                      </a:cubicBezTo>
                      <a:cubicBezTo>
                        <a:pt x="419" y="760"/>
                        <a:pt x="419" y="760"/>
                        <a:pt x="419" y="760"/>
                      </a:cubicBezTo>
                      <a:cubicBezTo>
                        <a:pt x="284" y="760"/>
                        <a:pt x="284" y="760"/>
                        <a:pt x="284" y="760"/>
                      </a:cubicBezTo>
                      <a:cubicBezTo>
                        <a:pt x="284" y="760"/>
                        <a:pt x="284" y="760"/>
                        <a:pt x="284" y="760"/>
                      </a:cubicBezTo>
                      <a:cubicBezTo>
                        <a:pt x="179" y="760"/>
                        <a:pt x="179" y="760"/>
                        <a:pt x="179" y="760"/>
                      </a:cubicBezTo>
                      <a:cubicBezTo>
                        <a:pt x="212" y="860"/>
                        <a:pt x="212" y="860"/>
                        <a:pt x="212" y="860"/>
                      </a:cubicBezTo>
                      <a:cubicBezTo>
                        <a:pt x="212" y="860"/>
                        <a:pt x="212" y="860"/>
                        <a:pt x="212" y="860"/>
                      </a:cubicBezTo>
                      <a:cubicBezTo>
                        <a:pt x="216" y="860"/>
                        <a:pt x="216" y="860"/>
                        <a:pt x="216" y="860"/>
                      </a:cubicBezTo>
                      <a:cubicBezTo>
                        <a:pt x="488" y="860"/>
                        <a:pt x="488" y="860"/>
                        <a:pt x="488" y="860"/>
                      </a:cubicBezTo>
                      <a:cubicBezTo>
                        <a:pt x="491" y="860"/>
                        <a:pt x="491" y="860"/>
                        <a:pt x="491" y="860"/>
                      </a:cubicBezTo>
                      <a:cubicBezTo>
                        <a:pt x="570" y="625"/>
                        <a:pt x="570" y="625"/>
                        <a:pt x="570" y="625"/>
                      </a:cubicBezTo>
                      <a:cubicBezTo>
                        <a:pt x="651" y="560"/>
                        <a:pt x="702" y="461"/>
                        <a:pt x="702" y="351"/>
                      </a:cubicBezTo>
                      <a:cubicBezTo>
                        <a:pt x="702" y="157"/>
                        <a:pt x="545" y="0"/>
                        <a:pt x="351" y="0"/>
                      </a:cubicBezTo>
                      <a:close/>
                      <a:moveTo>
                        <a:pt x="587" y="438"/>
                      </a:moveTo>
                      <a:cubicBezTo>
                        <a:pt x="568" y="490"/>
                        <a:pt x="531" y="534"/>
                        <a:pt x="485" y="563"/>
                      </a:cubicBezTo>
                      <a:cubicBezTo>
                        <a:pt x="454" y="658"/>
                        <a:pt x="454" y="658"/>
                        <a:pt x="454" y="658"/>
                      </a:cubicBezTo>
                      <a:cubicBezTo>
                        <a:pt x="250" y="658"/>
                        <a:pt x="250" y="658"/>
                        <a:pt x="250" y="658"/>
                      </a:cubicBezTo>
                      <a:cubicBezTo>
                        <a:pt x="219" y="565"/>
                        <a:pt x="219" y="565"/>
                        <a:pt x="219" y="565"/>
                      </a:cubicBezTo>
                      <a:cubicBezTo>
                        <a:pt x="172" y="536"/>
                        <a:pt x="135" y="491"/>
                        <a:pt x="115" y="439"/>
                      </a:cubicBezTo>
                      <a:cubicBezTo>
                        <a:pt x="105" y="411"/>
                        <a:pt x="99" y="382"/>
                        <a:pt x="99" y="351"/>
                      </a:cubicBezTo>
                      <a:cubicBezTo>
                        <a:pt x="99" y="212"/>
                        <a:pt x="212" y="99"/>
                        <a:pt x="351" y="99"/>
                      </a:cubicBezTo>
                      <a:cubicBezTo>
                        <a:pt x="490" y="99"/>
                        <a:pt x="603" y="212"/>
                        <a:pt x="603" y="351"/>
                      </a:cubicBezTo>
                      <a:cubicBezTo>
                        <a:pt x="603" y="381"/>
                        <a:pt x="597" y="411"/>
                        <a:pt x="587" y="438"/>
                      </a:cubicBezTo>
                      <a:close/>
                    </a:path>
                  </a:pathLst>
                </a:custGeom>
                <a:grpFill/>
                <a:ln>
                  <a:noFill/>
                </a:ln>
              </p:spPr>
              <p:txBody>
                <a:bodyPr vert="horz" wrap="square" lIns="91440" tIns="45720" rIns="91440" bIns="45720" numCol="1" anchor="t" anchorCtr="0" compatLnSpc="1">
                  <a:prstTxWarp prst="textNoShape"/>
                </a:bodyPr>
                <a:lstStyle/>
                <a:p>
                  <a:pPr marL="0" marR="0" lvl="0" indent="0" defTabSz="995467">
                    <a:lnSpc>
                      <a:spcPct val="100000"/>
                    </a:lnSpc>
                    <a:spcBef>
                      <a:spcPts val="0"/>
                    </a:spcBef>
                    <a:spcAft>
                      <a:spcPts val="0"/>
                    </a:spcAft>
                    <a:buClrTx/>
                    <a:buSzTx/>
                    <a:buFontTx/>
                    <a:buNone/>
                    <a:defRPr/>
                  </a:pPr>
                  <a:endParaRPr lang="en-GB" sz="300" b="0" i="0" u="none" strike="noStrike" cap="none" spc="0">
                    <a:ln>
                      <a:noFill/>
                    </a:ln>
                    <a:solidFill>
                      <a:srgbClr val="211F26"/>
                    </a:solidFill>
                    <a:latin typeface="Arial"/>
                  </a:endParaRPr>
                </a:p>
              </p:txBody>
            </p:sp>
          </p:grpSp>
          <p:sp>
            <p:nvSpPr>
              <p:cNvPr id="1077353062" name="Tekstvak 298"/>
              <p:cNvSpPr txBox="1">
                <a:spLocks noAdjustHandles="1" noChangeArrowheads="1" noChangeShapeType="1" noEditPoints="1" noGrp="1" noMove="1" noResize="1" noRot="1"/>
              </p:cNvSpPr>
              <p:nvPr userDrawn="1"/>
            </p:nvSpPr>
            <p:spPr bwMode="auto">
              <a:xfrm>
                <a:off x="-1753861" y="6420663"/>
                <a:ext cx="759634" cy="389908"/>
              </a:xfrm>
              <a:prstGeom prst="rect">
                <a:avLst/>
              </a:prstGeom>
              <a:noFill/>
            </p:spPr>
            <p:txBody>
              <a:bodyPr wrap="square" lIns="0" tIns="0" rIns="0" bIns="0" rtlCol="0" anchor="ctr">
                <a:noAutofit/>
              </a:bodyPr>
              <a:lstStyle/>
              <a:p>
                <a:pPr marL="0" marR="0" lvl="0" indent="0" algn="ctr" defTabSz="914400">
                  <a:lnSpc>
                    <a:spcPct val="90000"/>
                  </a:lnSpc>
                  <a:spcBef>
                    <a:spcPts val="599"/>
                  </a:spcBef>
                  <a:spcAft>
                    <a:spcPts val="599"/>
                  </a:spcAft>
                  <a:buClrTx/>
                  <a:buSzTx/>
                  <a:buFontTx/>
                  <a:buNone/>
                  <a:defRPr/>
                </a:pPr>
                <a:r>
                  <a:rPr lang="en-GB" sz="1000" b="0" i="0" u="none" strike="noStrike" cap="none" spc="0">
                    <a:ln>
                      <a:noFill/>
                    </a:ln>
                    <a:solidFill>
                      <a:srgbClr val="211F26"/>
                    </a:solidFill>
                    <a:latin typeface="Calibri"/>
                    <a:ea typeface="Arial"/>
                    <a:cs typeface="Calibri"/>
                  </a:rPr>
                  <a:t>Inspiration</a:t>
                </a:r>
                <a:endParaRPr/>
              </a:p>
            </p:txBody>
          </p:sp>
        </p:grpSp>
      </p:grpSp>
      <p:pic>
        <p:nvPicPr>
          <p:cNvPr id="1432035247" name=""/>
          <p:cNvPicPr>
            <a:picLocks noChangeAspect="1"/>
          </p:cNvPicPr>
          <p:nvPr/>
        </p:nvPicPr>
        <p:blipFill>
          <a:blip r:embed="rId3"/>
          <a:stretch/>
        </p:blipFill>
        <p:spPr bwMode="auto">
          <a:xfrm flipH="0" flipV="0">
            <a:off x="5019156" y="1269999"/>
            <a:ext cx="6304955" cy="4794249"/>
          </a:xfrm>
          <a:prstGeom prst="rect">
            <a:avLst/>
          </a:prstGeom>
        </p:spPr>
      </p:pic>
      <p:sp>
        <p:nvSpPr>
          <p:cNvPr id="1624318363" name=""/>
          <p:cNvSpPr txBox="1"/>
          <p:nvPr/>
        </p:nvSpPr>
        <p:spPr bwMode="auto">
          <a:xfrm flipH="0" flipV="0">
            <a:off x="718665" y="1587499"/>
            <a:ext cx="4030303" cy="118907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defRPr/>
            </a:pPr>
            <a:r>
              <a:rPr lang="en-US"/>
              <a:t>Tip rotor forces are in a better agreement between LLM and CFD. Yet this time torque is significantly </a:t>
            </a:r>
            <a:r>
              <a:rPr lang="en-US"/>
              <a:t>overpredicted by the LLM.</a:t>
            </a:r>
            <a:endParaRPr/>
          </a:p>
        </p:txBody>
      </p:sp>
      <p:graphicFrame>
        <p:nvGraphicFramePr>
          <p:cNvPr id="1007906199" name=""/>
          <p:cNvGraphicFramePr>
            <a:graphicFrameLocks xmlns:a="http://schemas.openxmlformats.org/drawingml/2006/main"/>
          </p:cNvGraphicFramePr>
          <p:nvPr/>
        </p:nvGraphicFramePr>
        <p:xfrm>
          <a:off x="671584" y="4747749"/>
          <a:ext cx="4300796" cy="1475739"/>
        </p:xfrm>
        <a:graphic>
          <a:graphicData uri="http://schemas.openxmlformats.org/drawingml/2006/table">
            <a:tbl>
              <a:tblPr firstRow="1" firstCol="0" lastRow="0" lastCol="0" bandRow="1" bandCol="0">
                <a:tableStyleId>{5C22544A-7EE6-4342-B048-85BDC9FD1C3A}</a:tableStyleId>
              </a:tblPr>
              <a:tblGrid>
                <a:gridCol w="1429364"/>
                <a:gridCol w="1429364"/>
                <a:gridCol w="1429364"/>
              </a:tblGrid>
              <a:tr h="365760">
                <a:tc>
                  <a:txBody>
                    <a:bodyPr/>
                    <a:p>
                      <a:pPr>
                        <a:defRPr/>
                      </a:pPr>
                      <a:endParaRPr/>
                    </a:p>
                  </a:txBody>
                  <a:tcPr/>
                </a:tc>
                <a:tc>
                  <a:txBody>
                    <a:bodyPr/>
                    <a:p>
                      <a:pPr>
                        <a:defRPr/>
                      </a:pPr>
                      <a:r>
                        <a:rPr lang="en-US"/>
                        <a:t>Thrust</a:t>
                      </a:r>
                      <a:endParaRPr/>
                    </a:p>
                  </a:txBody>
                  <a:tcPr/>
                </a:tc>
                <a:tc>
                  <a:txBody>
                    <a:bodyPr/>
                    <a:p>
                      <a:pPr>
                        <a:defRPr/>
                      </a:pPr>
                      <a:r>
                        <a:rPr lang="en-US"/>
                        <a:t>Torque</a:t>
                      </a:r>
                      <a:endParaRPr/>
                    </a:p>
                  </a:txBody>
                  <a:tcPr/>
                </a:tc>
              </a:tr>
              <a:tr h="365760">
                <a:tc>
                  <a:txBody>
                    <a:bodyPr/>
                    <a:p>
                      <a:pPr>
                        <a:defRPr/>
                      </a:pPr>
                      <a:r>
                        <a:rPr lang="en-US"/>
                        <a:t>LLM</a:t>
                      </a:r>
                      <a:endParaRPr/>
                    </a:p>
                  </a:txBody>
                  <a:tcPr/>
                </a:tc>
                <a:tc>
                  <a:txBody>
                    <a:bodyPr/>
                    <a:p>
                      <a:pPr>
                        <a:defRPr/>
                      </a:pPr>
                      <a:r>
                        <a:rPr lang="en-US" sz="1800" b="0" i="0" u="none" strike="noStrike" cap="none" spc="0">
                          <a:solidFill>
                            <a:schemeClr val="dk1"/>
                          </a:solidFill>
                          <a:latin typeface="Arial"/>
                          <a:ea typeface="Arial"/>
                          <a:cs typeface="Arial"/>
                        </a:rPr>
                        <a:t>6.8767</a:t>
                      </a:r>
                      <a:endParaRPr/>
                    </a:p>
                  </a:txBody>
                  <a:tcPr/>
                </a:tc>
                <a:tc>
                  <a:txBody>
                    <a:bodyPr/>
                    <a:p>
                      <a:pPr>
                        <a:defRPr/>
                      </a:pPr>
                      <a:r>
                        <a:rPr lang="nl-NL" sz="1800" b="0" i="0" u="none" strike="noStrike" cap="none" spc="0">
                          <a:solidFill>
                            <a:schemeClr val="dk1"/>
                          </a:solidFill>
                          <a:latin typeface="Arial"/>
                          <a:ea typeface="Arial"/>
                          <a:cs typeface="Arial"/>
                        </a:rPr>
                        <a:t>0.2147</a:t>
                      </a:r>
                      <a:endParaRPr/>
                    </a:p>
                  </a:txBody>
                  <a:tcPr/>
                </a:tc>
              </a:tr>
              <a:tr h="365760">
                <a:tc>
                  <a:txBody>
                    <a:bodyPr/>
                    <a:p>
                      <a:pPr>
                        <a:defRPr/>
                      </a:pPr>
                      <a:r>
                        <a:rPr lang="en-US"/>
                        <a:t>CFD</a:t>
                      </a:r>
                      <a:endParaRPr/>
                    </a:p>
                  </a:txBody>
                  <a:tcPr/>
                </a:tc>
                <a:tc>
                  <a:txBody>
                    <a:bodyPr/>
                    <a:p>
                      <a:pPr>
                        <a:defRPr/>
                      </a:pPr>
                      <a:r>
                        <a:rPr lang="nl-NL" sz="1800" b="0" i="0" u="none" strike="noStrike" cap="none" spc="0">
                          <a:solidFill>
                            <a:schemeClr val="dk1"/>
                          </a:solidFill>
                          <a:latin typeface="Arial"/>
                          <a:ea typeface="Arial"/>
                          <a:cs typeface="Arial"/>
                        </a:rPr>
                        <a:t>6.9092</a:t>
                      </a:r>
                      <a:endParaRPr/>
                    </a:p>
                  </a:txBody>
                  <a:tcPr/>
                </a:tc>
                <a:tc>
                  <a:txBody>
                    <a:bodyPr/>
                    <a:p>
                      <a:pPr>
                        <a:defRPr/>
                      </a:pPr>
                      <a:r>
                        <a:rPr lang="en-US" sz="1800" b="0" i="0" u="none" strike="noStrike" cap="none" spc="0">
                          <a:solidFill>
                            <a:schemeClr val="dk1"/>
                          </a:solidFill>
                          <a:latin typeface="Arial"/>
                          <a:ea typeface="Arial"/>
                          <a:cs typeface="Arial"/>
                        </a:rPr>
                        <a:t>0.1681</a:t>
                      </a:r>
                      <a:endParaRPr sz="1800"/>
                    </a:p>
                  </a:txBody>
                  <a:tcPr/>
                </a:tc>
              </a:tr>
              <a:tr h="365760">
                <a:tc>
                  <a:txBody>
                    <a:bodyPr/>
                    <a:p>
                      <a:pPr>
                        <a:defRPr/>
                      </a:pPr>
                      <a:r>
                        <a:rPr lang="en-US"/>
                        <a:t>Rel error</a:t>
                      </a:r>
                      <a:endParaRPr lang="en-US"/>
                    </a:p>
                  </a:txBody>
                  <a:tcPr/>
                </a:tc>
                <a:tc>
                  <a:txBody>
                    <a:bodyPr/>
                    <a:p>
                      <a:pPr>
                        <a:defRPr/>
                      </a:pPr>
                      <a:r>
                        <a:rPr lang="en-US"/>
                        <a:t>0.42 %</a:t>
                      </a:r>
                      <a:endParaRPr/>
                    </a:p>
                  </a:txBody>
                  <a:tcPr/>
                </a:tc>
                <a:tc>
                  <a:txBody>
                    <a:bodyPr/>
                    <a:p>
                      <a:pPr>
                        <a:defRPr/>
                      </a:pPr>
                      <a:r>
                        <a:rPr lang="en-US"/>
                        <a:t>27%</a:t>
                      </a:r>
                      <a:endParaRPr/>
                    </a:p>
                  </a:txBody>
                  <a:tcPr/>
                </a:tc>
              </a:tr>
            </a:tbl>
          </a:graphicData>
        </a:graphic>
      </p:graphicFrame>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med" p14:dur="700" advClick="1">
        <p:fade thruBlk="0"/>
      </p:transition>
    </mc:Choice>
    <mc:Fallback>
      <p:transition spd="med" advClick="1">
        <p:fade thruBlk="0"/>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680660286" name="Tijdelijke aanduiding voor datum 4"/>
          <p:cNvSpPr>
            <a:spLocks noGrp="1"/>
          </p:cNvSpPr>
          <p:nvPr>
            <p:ph type="dt" sz="half" idx="18"/>
          </p:nvPr>
        </p:nvSpPr>
        <p:spPr bwMode="auto"/>
        <p:txBody>
          <a:bodyPr/>
          <a:lstStyle/>
          <a:p>
            <a:pPr>
              <a:defRPr/>
            </a:pPr>
            <a:fld id="{4EA55703-36C1-B872-2CC2-B0C4DE11FC0B}" type="datetime1">
              <a:rPr lang="nl-NL"/>
              <a:t/>
            </a:fld>
            <a:endParaRPr lang="en-GB"/>
          </a:p>
        </p:txBody>
      </p:sp>
      <p:sp>
        <p:nvSpPr>
          <p:cNvPr id="1043842634" name="Titel 8"/>
          <p:cNvSpPr>
            <a:spLocks noGrp="1"/>
          </p:cNvSpPr>
          <p:nvPr>
            <p:ph type="title"/>
          </p:nvPr>
        </p:nvSpPr>
        <p:spPr bwMode="auto"/>
        <p:txBody>
          <a:bodyPr/>
          <a:lstStyle/>
          <a:p>
            <a:pPr>
              <a:defRPr/>
            </a:pPr>
            <a:r>
              <a:rPr lang="en-US"/>
              <a:t>Future steps</a:t>
            </a:r>
            <a:endParaRPr/>
          </a:p>
        </p:txBody>
      </p:sp>
      <p:sp>
        <p:nvSpPr>
          <p:cNvPr id="1092680249" name="Tijdelijke aanduiding voor dianummer 1"/>
          <p:cNvSpPr>
            <a:spLocks noGrp="1"/>
          </p:cNvSpPr>
          <p:nvPr>
            <p:ph type="sldNum" sz="quarter" idx="20"/>
          </p:nvPr>
        </p:nvSpPr>
        <p:spPr bwMode="auto"/>
        <p:txBody>
          <a:bodyPr/>
          <a:lstStyle/>
          <a:p>
            <a:pPr>
              <a:defRPr/>
            </a:pPr>
            <a:fld id="{F4ED7DEF-0963-E01B-5484-10FF2BF66749}" type="slidenum">
              <a:rPr lang="en-GB"/>
              <a:t/>
            </a:fld>
            <a:endParaRPr lang="en-GB"/>
          </a:p>
        </p:txBody>
      </p:sp>
      <p:sp>
        <p:nvSpPr>
          <p:cNvPr id="1857385512" name="Tijdelijke aanduiding voor verticale tekst 33"/>
          <p:cNvSpPr txBox="1"/>
          <p:nvPr/>
        </p:nvSpPr>
        <p:spPr bwMode="auto">
          <a:xfrm>
            <a:off x="719137" y="1569103"/>
            <a:ext cx="4655998" cy="4431645"/>
          </a:xfrm>
          <a:prstGeom prst="rect">
            <a:avLst/>
          </a:prstGeom>
        </p:spPr>
        <p:txBody>
          <a:bodyPr lIns="0" tIns="0" rIns="0" bIns="0"/>
          <a:lstStyle>
            <a:lvl1pPr marL="361949" indent="-361949" algn="l" defTabSz="914400">
              <a:lnSpc>
                <a:spcPct val="90000"/>
              </a:lnSpc>
              <a:spcBef>
                <a:spcPts val="599"/>
              </a:spcBef>
              <a:spcAft>
                <a:spcPts val="599"/>
              </a:spcAft>
              <a:buClr>
                <a:schemeClr val="accent1"/>
              </a:buClr>
              <a:buSzPct val="120000"/>
              <a:buFont typeface="Arial"/>
              <a:buChar char="•"/>
              <a:defRPr sz="2000">
                <a:solidFill>
                  <a:schemeClr val="tx2"/>
                </a:solidFill>
                <a:latin typeface="+mn-lt"/>
                <a:ea typeface="+mn-ea"/>
                <a:cs typeface="+mn-cs"/>
              </a:defRPr>
            </a:lvl1pPr>
            <a:lvl2pPr marL="712787" indent="-350838" algn="l" defTabSz="914400">
              <a:lnSpc>
                <a:spcPct val="90000"/>
              </a:lnSpc>
              <a:spcBef>
                <a:spcPts val="599"/>
              </a:spcBef>
              <a:spcAft>
                <a:spcPts val="599"/>
              </a:spcAft>
              <a:buClr>
                <a:schemeClr val="accent1"/>
              </a:buClr>
              <a:buSzPct val="120000"/>
              <a:buFont typeface="Arial"/>
              <a:buChar char="•"/>
              <a:tabLst>
                <a:tab pos="712787" algn="l"/>
              </a:tabLst>
              <a:defRPr sz="2000">
                <a:solidFill>
                  <a:schemeClr val="tx2"/>
                </a:solidFill>
                <a:latin typeface="+mn-lt"/>
                <a:ea typeface="+mn-ea"/>
                <a:cs typeface="+mn-cs"/>
              </a:defRPr>
            </a:lvl2pPr>
            <a:lvl3pPr marL="0" indent="0" algn="l" defTabSz="914400">
              <a:lnSpc>
                <a:spcPct val="90000"/>
              </a:lnSpc>
              <a:spcBef>
                <a:spcPts val="599"/>
              </a:spcBef>
              <a:spcAft>
                <a:spcPts val="599"/>
              </a:spcAft>
              <a:buClr>
                <a:schemeClr val="accent3"/>
              </a:buClr>
              <a:buFont typeface="Segoe UI Light"/>
              <a:buNone/>
              <a:defRPr sz="2000">
                <a:solidFill>
                  <a:schemeClr val="tx2"/>
                </a:solidFill>
                <a:latin typeface="+mn-lt"/>
                <a:ea typeface="+mn-ea"/>
                <a:cs typeface="+mn-cs"/>
              </a:defRPr>
            </a:lvl3pPr>
            <a:lvl4pPr marL="0" indent="0" algn="l" defTabSz="914400">
              <a:lnSpc>
                <a:spcPct val="90000"/>
              </a:lnSpc>
              <a:spcBef>
                <a:spcPts val="599"/>
              </a:spcBef>
              <a:spcAft>
                <a:spcPts val="599"/>
              </a:spcAft>
              <a:buFont typeface="Arial"/>
              <a:buNone/>
              <a:defRPr sz="3600" b="1">
                <a:solidFill>
                  <a:schemeClr val="tx2"/>
                </a:solidFill>
                <a:latin typeface="+mj-lt"/>
                <a:ea typeface="+mn-ea"/>
                <a:cs typeface="+mn-cs"/>
              </a:defRPr>
            </a:lvl4pPr>
            <a:lvl5pPr marL="0" indent="0" algn="l" defTabSz="914400">
              <a:lnSpc>
                <a:spcPct val="90000"/>
              </a:lnSpc>
              <a:spcBef>
                <a:spcPts val="599"/>
              </a:spcBef>
              <a:spcAft>
                <a:spcPts val="599"/>
              </a:spcAft>
              <a:buFont typeface="Arial"/>
              <a:buNone/>
              <a:defRPr sz="2400" b="0">
                <a:solidFill>
                  <a:schemeClr val="accent1"/>
                </a:solidFill>
                <a:latin typeface="+mj-lt"/>
                <a:ea typeface="+mn-ea"/>
                <a:cs typeface="+mn-cs"/>
              </a:defRPr>
            </a:lvl5pPr>
            <a:lvl6pPr marL="0" indent="0" algn="l" defTabSz="914400">
              <a:lnSpc>
                <a:spcPct val="90000"/>
              </a:lnSpc>
              <a:spcBef>
                <a:spcPts val="599"/>
              </a:spcBef>
              <a:spcAft>
                <a:spcPts val="599"/>
              </a:spcAft>
              <a:buClr>
                <a:schemeClr val="accent1"/>
              </a:buClr>
              <a:buFont typeface="Arial"/>
              <a:buNone/>
              <a:defRPr sz="2000" b="0" cap="none">
                <a:solidFill>
                  <a:schemeClr val="tx1"/>
                </a:solidFill>
                <a:latin typeface="+mj-lt"/>
                <a:ea typeface="+mn-ea"/>
                <a:cs typeface="+mn-cs"/>
              </a:defRPr>
            </a:lvl6pPr>
            <a:lvl7pPr marL="361949" indent="-361949" algn="l" defTabSz="914400">
              <a:lnSpc>
                <a:spcPct val="90000"/>
              </a:lnSpc>
              <a:spcBef>
                <a:spcPts val="599"/>
              </a:spcBef>
              <a:spcAft>
                <a:spcPts val="599"/>
              </a:spcAft>
              <a:buClr>
                <a:schemeClr val="accent1"/>
              </a:buClr>
              <a:buFont typeface="+mj-lt"/>
              <a:buAutoNum type="arabicPeriod"/>
              <a:defRPr sz="2000">
                <a:solidFill>
                  <a:schemeClr val="tx1"/>
                </a:solidFill>
                <a:latin typeface="+mn-lt"/>
                <a:ea typeface="+mn-ea"/>
                <a:cs typeface="+mn-cs"/>
              </a:defRPr>
            </a:lvl7pPr>
            <a:lvl8pPr marL="361949" indent="-361949" algn="l" defTabSz="914400">
              <a:lnSpc>
                <a:spcPct val="90000"/>
              </a:lnSpc>
              <a:spcBef>
                <a:spcPts val="599"/>
              </a:spcBef>
              <a:spcAft>
                <a:spcPts val="599"/>
              </a:spcAft>
              <a:buClr>
                <a:schemeClr val="accent1"/>
              </a:buClr>
              <a:buFont typeface="+mj-lt"/>
              <a:buAutoNum type="alphaLcPeriod"/>
              <a:defRPr sz="2000">
                <a:solidFill>
                  <a:schemeClr val="tx1"/>
                </a:solidFill>
                <a:latin typeface="+mn-lt"/>
                <a:ea typeface="+mn-ea"/>
                <a:cs typeface="+mn-cs"/>
              </a:defRPr>
            </a:lvl8pPr>
            <a:lvl9pPr marL="0" indent="0" algn="l" defTabSz="914400">
              <a:lnSpc>
                <a:spcPct val="90000"/>
              </a:lnSpc>
              <a:spcBef>
                <a:spcPts val="599"/>
              </a:spcBef>
              <a:spcAft>
                <a:spcPts val="599"/>
              </a:spcAft>
              <a:buClr>
                <a:schemeClr val="accent1"/>
              </a:buClr>
              <a:buFont typeface="Arial"/>
              <a:buNone/>
              <a:defRPr sz="1600" i="1">
                <a:solidFill>
                  <a:schemeClr val="tx1"/>
                </a:solidFill>
                <a:latin typeface="+mn-lt"/>
                <a:ea typeface="+mn-ea"/>
                <a:cs typeface="+mn-cs"/>
              </a:defRPr>
            </a:lvl9pPr>
          </a:lstStyle>
          <a:p>
            <a:pPr>
              <a:defRPr/>
            </a:pPr>
            <a:r>
              <a:rPr lang="en-US"/>
              <a:t>Design/model optimization</a:t>
            </a:r>
            <a:endParaRPr lang="en-US"/>
          </a:p>
          <a:p>
            <a:pPr>
              <a:defRPr/>
            </a:pPr>
            <a:r>
              <a:rPr lang="en-US"/>
              <a:t>Forward flight </a:t>
            </a:r>
            <a:r>
              <a:rPr lang="en-US"/>
              <a:t>investigation</a:t>
            </a:r>
            <a:endParaRPr lang="en-US"/>
          </a:p>
          <a:p>
            <a:pPr>
              <a:defRPr/>
            </a:pPr>
            <a:endParaRPr/>
          </a:p>
        </p:txBody>
      </p:sp>
      <p:grpSp>
        <p:nvGrpSpPr>
          <p:cNvPr id="320815260" name="INSTRUCTION"/>
          <p:cNvGrpSpPr>
            <a:grpSpLocks noGrp="1" noMove="1" noResize="1" noRot="1" noUngrp="1"/>
          </p:cNvGrpSpPr>
          <p:nvPr/>
        </p:nvGrpSpPr>
        <p:grpSpPr bwMode="auto">
          <a:xfrm>
            <a:off x="-3786436" y="0"/>
            <a:ext cx="3693385" cy="5359348"/>
            <a:chOff x="-3786436" y="0"/>
            <a:chExt cx="3693385" cy="5359348"/>
          </a:xfrm>
        </p:grpSpPr>
        <p:sp>
          <p:nvSpPr>
            <p:cNvPr id="852813283" name="Rechthoek 273"/>
            <p:cNvSpPr>
              <a:spLocks noAdjustHandles="1" noChangeArrowheads="1" noChangeShapeType="1" noEditPoints="1" noGrp="1" noMove="1" noResize="1" noRot="1"/>
            </p:cNvSpPr>
            <p:nvPr userDrawn="1"/>
          </p:nvSpPr>
          <p:spPr bwMode="auto">
            <a:xfrm>
              <a:off x="-3786165" y="0"/>
              <a:ext cx="3593090" cy="4641337"/>
            </a:xfrm>
            <a:prstGeom prst="rect">
              <a:avLst/>
            </a:prstGeom>
            <a:solidFill>
              <a:srgbClr val="FFFFFF"/>
            </a:solidFill>
            <a:ln w="6350">
              <a:solidFill>
                <a:srgbClr val="ECECEC"/>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noAutofit/>
            </a:bodyPr>
            <a:lstStyle/>
            <a:p>
              <a:pPr algn="l">
                <a:lnSpc>
                  <a:spcPct val="90000"/>
                </a:lnSpc>
                <a:spcBef>
                  <a:spcPts val="599"/>
                </a:spcBef>
                <a:spcAft>
                  <a:spcPts val="599"/>
                </a:spcAft>
                <a:defRPr/>
              </a:pPr>
              <a:r>
                <a:rPr lang="en-GB" sz="1400" b="1" cap="all">
                  <a:solidFill>
                    <a:schemeClr val="accent1"/>
                  </a:solidFill>
                  <a:latin typeface="Calibri"/>
                  <a:cs typeface="Calibri"/>
                </a:rPr>
                <a:t>Choosing text levels</a:t>
              </a:r>
              <a:endParaRPr/>
            </a:p>
          </p:txBody>
        </p:sp>
        <p:sp>
          <p:nvSpPr>
            <p:cNvPr id="127197192" name="Ovaal 274"/>
            <p:cNvSpPr>
              <a:spLocks noAdjustHandles="1" noChangeArrowheads="1" noChangeShapeType="1" noEditPoints="1" noGrp="1" noMove="1" noResize="1" noRot="1"/>
            </p:cNvSpPr>
            <p:nvPr userDrawn="1"/>
          </p:nvSpPr>
          <p:spPr bwMode="auto">
            <a:xfrm>
              <a:off x="-3604182" y="1837483"/>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1</a:t>
              </a:r>
              <a:endParaRPr/>
            </a:p>
          </p:txBody>
        </p:sp>
        <p:sp>
          <p:nvSpPr>
            <p:cNvPr id="1744346492" name="Rechthoek 275"/>
            <p:cNvSpPr>
              <a:spLocks noAdjustHandles="1" noChangeArrowheads="1" noChangeShapeType="1" noEditPoints="1" noGrp="1" noMove="1" noResize="1" noRot="1"/>
            </p:cNvSpPr>
            <p:nvPr userDrawn="1"/>
          </p:nvSpPr>
          <p:spPr bwMode="auto">
            <a:xfrm>
              <a:off x="-3319414" y="1837483"/>
              <a:ext cx="2949219" cy="180000"/>
            </a:xfrm>
            <a:prstGeom prst="rect">
              <a:avLst/>
            </a:prstGeom>
            <a:noFill/>
            <a:ln w="25400" cap="flat" cmpd="sng" algn="ctr">
              <a:noFill/>
              <a:prstDash val="solid"/>
            </a:ln>
            <a:effectLst/>
          </p:spPr>
          <p:txBody>
            <a:bodyPr lIns="0" tIns="0" rIns="0" bIns="0" rtlCol="0" anchor="ctr"/>
            <a:lstStyle/>
            <a:p>
              <a:pPr marL="357187" marR="0" lvl="0" indent="-357187" defTabSz="914400">
                <a:lnSpc>
                  <a:spcPct val="100000"/>
                </a:lnSpc>
                <a:spcBef>
                  <a:spcPts val="599"/>
                </a:spcBef>
                <a:spcAft>
                  <a:spcPts val="599"/>
                </a:spcAft>
                <a:buClr>
                  <a:schemeClr val="accent1"/>
                </a:buClr>
                <a:buSzTx/>
                <a:buFont typeface="Calibri"/>
                <a:buChar char="•"/>
                <a:defRPr/>
              </a:pPr>
              <a:r>
                <a:rPr lang="en-GB" sz="1400" b="0" i="0" u="none" strike="noStrike" cap="none" spc="0">
                  <a:ln>
                    <a:noFill/>
                  </a:ln>
                  <a:solidFill>
                    <a:srgbClr val="000000"/>
                  </a:solidFill>
                  <a:latin typeface="Arial"/>
                  <a:cs typeface="Calibri"/>
                </a:rPr>
                <a:t>Bullet</a:t>
              </a:r>
              <a:endParaRPr/>
            </a:p>
          </p:txBody>
        </p:sp>
        <p:sp>
          <p:nvSpPr>
            <p:cNvPr id="1111247816" name="Ovaal 276"/>
            <p:cNvSpPr>
              <a:spLocks noAdjustHandles="1" noChangeArrowheads="1" noChangeShapeType="1" noEditPoints="1" noGrp="1" noMove="1" noResize="1" noRot="1"/>
            </p:cNvSpPr>
            <p:nvPr userDrawn="1"/>
          </p:nvSpPr>
          <p:spPr bwMode="auto">
            <a:xfrm>
              <a:off x="-3604182" y="2128767"/>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2</a:t>
              </a:r>
              <a:endParaRPr/>
            </a:p>
          </p:txBody>
        </p:sp>
        <p:sp>
          <p:nvSpPr>
            <p:cNvPr id="736582434" name="Rechthoek 277"/>
            <p:cNvSpPr>
              <a:spLocks noAdjustHandles="1" noChangeArrowheads="1" noChangeShapeType="1" noEditPoints="1" noGrp="1" noMove="1" noResize="1" noRot="1"/>
            </p:cNvSpPr>
            <p:nvPr userDrawn="1"/>
          </p:nvSpPr>
          <p:spPr bwMode="auto">
            <a:xfrm>
              <a:off x="-3604182" y="1196112"/>
              <a:ext cx="3229047" cy="459225"/>
            </a:xfrm>
            <a:prstGeom prst="rect">
              <a:avLst/>
            </a:prstGeom>
            <a:noFill/>
            <a:ln w="25400" cap="flat" cmpd="sng" algn="ctr">
              <a:noFill/>
              <a:prstDash val="solid"/>
            </a:ln>
            <a:effectLst/>
          </p:spPr>
          <p:txBody>
            <a:bodyPr lIns="0" tIns="0" rIns="0" bIns="0" rtlCol="0" anchor="t"/>
            <a:lstStyle/>
            <a:p>
              <a:pPr marL="0" marR="0" lvl="0" indent="0" defTabSz="914400">
                <a:lnSpc>
                  <a:spcPct val="90000"/>
                </a:lnSpc>
                <a:spcBef>
                  <a:spcPts val="599"/>
                </a:spcBef>
                <a:spcAft>
                  <a:spcPts val="599"/>
                </a:spcAft>
                <a:buClrTx/>
                <a:buSzTx/>
                <a:buFontTx/>
                <a:buNone/>
                <a:defRPr/>
              </a:pPr>
              <a:r>
                <a:rPr lang="en-GB" sz="1200" b="0" i="0" u="none" strike="noStrike" cap="none" spc="0">
                  <a:ln>
                    <a:noFill/>
                  </a:ln>
                  <a:solidFill>
                    <a:srgbClr val="000000"/>
                  </a:solidFill>
                  <a:latin typeface="Calibri"/>
                  <a:cs typeface="Calibri"/>
                </a:rPr>
                <a:t>Under the tab </a:t>
              </a:r>
              <a:r>
                <a:rPr lang="en-GB" sz="1200" b="1" i="0" u="none" strike="noStrike" cap="none" spc="0">
                  <a:ln>
                    <a:noFill/>
                  </a:ln>
                  <a:solidFill>
                    <a:srgbClr val="000000"/>
                  </a:solidFill>
                  <a:latin typeface="Calibri"/>
                  <a:cs typeface="Calibri"/>
                </a:rPr>
                <a:t>‘Home’</a:t>
              </a:r>
              <a:r>
                <a:rPr lang="en-GB" sz="1200" b="0" i="0" u="none" strike="noStrike" cap="none" spc="0">
                  <a:ln>
                    <a:noFill/>
                  </a:ln>
                  <a:solidFill>
                    <a:srgbClr val="000000"/>
                  </a:solidFill>
                  <a:latin typeface="Calibri"/>
                  <a:cs typeface="Calibri"/>
                </a:rPr>
                <a:t>, use the </a:t>
              </a:r>
              <a:r>
                <a:rPr lang="en-GB" sz="1200" b="1" i="0" u="none" strike="noStrike" cap="none" spc="0">
                  <a:ln>
                    <a:noFill/>
                  </a:ln>
                  <a:solidFill>
                    <a:srgbClr val="000000"/>
                  </a:solidFill>
                  <a:latin typeface="Calibri"/>
                  <a:cs typeface="Calibri"/>
                </a:rPr>
                <a:t>list level-buttons</a:t>
              </a:r>
              <a:r>
                <a:rPr lang="en-GB" sz="1200" b="0" i="0" u="none" strike="noStrike" cap="none" spc="0">
                  <a:ln>
                    <a:noFill/>
                  </a:ln>
                  <a:solidFill>
                    <a:srgbClr val="000000"/>
                  </a:solidFill>
                  <a:latin typeface="Calibri"/>
                  <a:cs typeface="Calibri"/>
                </a:rPr>
                <a:t> to choose a text level. </a:t>
              </a:r>
              <a:br>
                <a:rPr lang="en-GB" sz="1200" b="0" i="0" u="none" strike="noStrike" cap="none" spc="0">
                  <a:ln>
                    <a:noFill/>
                  </a:ln>
                  <a:solidFill>
                    <a:srgbClr val="000000"/>
                  </a:solidFill>
                  <a:latin typeface="Calibri"/>
                  <a:cs typeface="Calibri"/>
                </a:rPr>
              </a:br>
              <a:r>
                <a:rPr lang="en-GB" sz="1200" b="0" i="0" u="none" strike="noStrike" cap="none" spc="0">
                  <a:ln>
                    <a:noFill/>
                  </a:ln>
                  <a:solidFill>
                    <a:srgbClr val="000000"/>
                  </a:solidFill>
                  <a:latin typeface="Calibri"/>
                  <a:cs typeface="Calibri"/>
                </a:rPr>
                <a:t>Choose from:</a:t>
              </a:r>
              <a:endParaRPr/>
            </a:p>
          </p:txBody>
        </p:sp>
        <p:sp>
          <p:nvSpPr>
            <p:cNvPr id="117355577" name="Rechthoek 278"/>
            <p:cNvSpPr>
              <a:spLocks noAdjustHandles="1" noChangeArrowheads="1" noChangeShapeType="1" noEditPoints="1" noGrp="1" noMove="1" noResize="1" noRot="1"/>
            </p:cNvSpPr>
            <p:nvPr userDrawn="1"/>
          </p:nvSpPr>
          <p:spPr bwMode="auto">
            <a:xfrm>
              <a:off x="-3319414" y="2128872"/>
              <a:ext cx="2949219" cy="180000"/>
            </a:xfrm>
            <a:prstGeom prst="rect">
              <a:avLst/>
            </a:prstGeom>
            <a:noFill/>
            <a:ln w="25400" cap="flat" cmpd="sng" algn="ctr">
              <a:noFill/>
              <a:prstDash val="solid"/>
            </a:ln>
            <a:effectLst/>
          </p:spPr>
          <p:txBody>
            <a:bodyPr lIns="0" tIns="0" rIns="0" bIns="0" rtlCol="0" anchor="ctr"/>
            <a:lstStyle/>
            <a:p>
              <a:pPr marL="715962" marR="0" lvl="0" indent="-358774" defTabSz="914400">
                <a:lnSpc>
                  <a:spcPct val="100000"/>
                </a:lnSpc>
                <a:spcBef>
                  <a:spcPts val="599"/>
                </a:spcBef>
                <a:spcAft>
                  <a:spcPts val="599"/>
                </a:spcAft>
                <a:buClr>
                  <a:schemeClr val="accent1"/>
                </a:buClr>
                <a:buSzTx/>
                <a:buFont typeface="Calibri"/>
                <a:buChar char="•"/>
                <a:defRPr/>
              </a:pPr>
              <a:r>
                <a:rPr lang="en-GB" sz="1400" b="0" i="0" u="none" strike="noStrike" cap="none" spc="0">
                  <a:ln>
                    <a:noFill/>
                  </a:ln>
                  <a:solidFill>
                    <a:srgbClr val="000000"/>
                  </a:solidFill>
                  <a:latin typeface="Arial"/>
                  <a:cs typeface="Calibri"/>
                </a:rPr>
                <a:t>Sub-bullet </a:t>
              </a:r>
              <a:endParaRPr/>
            </a:p>
          </p:txBody>
        </p:sp>
        <p:sp>
          <p:nvSpPr>
            <p:cNvPr id="633336206" name="Ovaal 279"/>
            <p:cNvSpPr>
              <a:spLocks noAdjustHandles="1" noChangeArrowheads="1" noChangeShapeType="1" noEditPoints="1" noGrp="1" noMove="1" noResize="1" noRot="1"/>
            </p:cNvSpPr>
            <p:nvPr userDrawn="1"/>
          </p:nvSpPr>
          <p:spPr bwMode="auto">
            <a:xfrm>
              <a:off x="-3604182" y="2420051"/>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3</a:t>
              </a:r>
              <a:endParaRPr/>
            </a:p>
          </p:txBody>
        </p:sp>
        <p:sp>
          <p:nvSpPr>
            <p:cNvPr id="397911406" name="Rechthoek 280"/>
            <p:cNvSpPr>
              <a:spLocks noAdjustHandles="1" noChangeArrowheads="1" noChangeShapeType="1" noEditPoints="1" noGrp="1" noMove="1" noResize="1" noRot="1"/>
            </p:cNvSpPr>
            <p:nvPr userDrawn="1"/>
          </p:nvSpPr>
          <p:spPr bwMode="auto">
            <a:xfrm>
              <a:off x="-3319414" y="2420262"/>
              <a:ext cx="2949219" cy="180000"/>
            </a:xfrm>
            <a:prstGeom prst="rect">
              <a:avLst/>
            </a:prstGeom>
            <a:noFill/>
            <a:ln w="25400" cap="flat" cmpd="sng" algn="ctr">
              <a:noFill/>
              <a:prstDash val="solid"/>
            </a:ln>
            <a:effectLst/>
          </p:spPr>
          <p:txBody>
            <a:bodyPr lIns="0" tIns="0" rIns="0" bIns="0" rtlCol="0" anchor="ctr"/>
            <a:lstStyle/>
            <a:p>
              <a:pPr marL="0" marR="0" lvl="0" indent="0" defTabSz="914400">
                <a:lnSpc>
                  <a:spcPct val="100000"/>
                </a:lnSpc>
                <a:spcBef>
                  <a:spcPts val="599"/>
                </a:spcBef>
                <a:spcAft>
                  <a:spcPts val="599"/>
                </a:spcAft>
                <a:buClr>
                  <a:schemeClr val="accent1"/>
                </a:buClr>
                <a:buSzTx/>
                <a:buFont typeface="Calibri"/>
                <a:buNone/>
                <a:defRPr/>
              </a:pPr>
              <a:r>
                <a:rPr lang="en-GB" sz="1400" b="0" i="0" u="none" strike="noStrike" cap="none" spc="0">
                  <a:ln>
                    <a:noFill/>
                  </a:ln>
                  <a:solidFill>
                    <a:srgbClr val="000000"/>
                  </a:solidFill>
                  <a:latin typeface="Arial"/>
                  <a:cs typeface="Calibri"/>
                </a:rPr>
                <a:t>Default text</a:t>
              </a:r>
              <a:endParaRPr/>
            </a:p>
          </p:txBody>
        </p:sp>
        <p:sp>
          <p:nvSpPr>
            <p:cNvPr id="977671723" name="Ovaal 281"/>
            <p:cNvSpPr>
              <a:spLocks noAdjustHandles="1" noChangeArrowheads="1" noChangeShapeType="1" noEditPoints="1" noGrp="1" noMove="1" noResize="1" noRot="1"/>
            </p:cNvSpPr>
            <p:nvPr userDrawn="1"/>
          </p:nvSpPr>
          <p:spPr bwMode="auto">
            <a:xfrm>
              <a:off x="-3604182" y="2711335"/>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4</a:t>
              </a:r>
              <a:endParaRPr/>
            </a:p>
          </p:txBody>
        </p:sp>
        <p:sp>
          <p:nvSpPr>
            <p:cNvPr id="1636760370" name="Rechthoek 282"/>
            <p:cNvSpPr>
              <a:spLocks noAdjustHandles="1" noChangeArrowheads="1" noChangeShapeType="1" noEditPoints="1" noGrp="1" noMove="1" noResize="1" noRot="1"/>
            </p:cNvSpPr>
            <p:nvPr userDrawn="1"/>
          </p:nvSpPr>
          <p:spPr bwMode="auto">
            <a:xfrm>
              <a:off x="-3319414" y="2711650"/>
              <a:ext cx="2949219" cy="180000"/>
            </a:xfrm>
            <a:prstGeom prst="rect">
              <a:avLst/>
            </a:prstGeom>
            <a:noFill/>
            <a:ln w="25400" cap="flat" cmpd="sng" algn="ctr">
              <a:noFill/>
              <a:prstDash val="solid"/>
            </a:ln>
            <a:effectLst/>
          </p:spPr>
          <p:txBody>
            <a:bodyPr lIns="0" tIns="0" rIns="0" bIns="0" rtlCol="0" anchor="ctr"/>
            <a:lstStyle/>
            <a:p>
              <a:pPr marL="0" marR="0" lvl="0" indent="0" defTabSz="914400">
                <a:lnSpc>
                  <a:spcPct val="100000"/>
                </a:lnSpc>
                <a:spcBef>
                  <a:spcPts val="599"/>
                </a:spcBef>
                <a:spcAft>
                  <a:spcPts val="599"/>
                </a:spcAft>
                <a:buClr>
                  <a:schemeClr val="accent1"/>
                </a:buClr>
                <a:buSzTx/>
                <a:buFont typeface="Calibri"/>
                <a:buNone/>
                <a:defRPr/>
              </a:pPr>
              <a:r>
                <a:rPr lang="en-GB" sz="2400" b="1" i="0" u="none" strike="noStrike" cap="none" spc="0">
                  <a:ln>
                    <a:noFill/>
                  </a:ln>
                  <a:solidFill>
                    <a:schemeClr val="tx1"/>
                  </a:solidFill>
                  <a:latin typeface="Arial"/>
                  <a:cs typeface="Calibri"/>
                </a:rPr>
                <a:t>Title/Quote</a:t>
              </a:r>
              <a:endParaRPr/>
            </a:p>
          </p:txBody>
        </p:sp>
        <p:sp>
          <p:nvSpPr>
            <p:cNvPr id="385889957" name="Ovaal 283"/>
            <p:cNvSpPr>
              <a:spLocks noAdjustHandles="1" noChangeArrowheads="1" noChangeShapeType="1" noEditPoints="1" noGrp="1" noMove="1" noResize="1" noRot="1"/>
            </p:cNvSpPr>
            <p:nvPr userDrawn="1"/>
          </p:nvSpPr>
          <p:spPr bwMode="auto">
            <a:xfrm>
              <a:off x="-3604182" y="3002619"/>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5</a:t>
              </a:r>
              <a:endParaRPr/>
            </a:p>
          </p:txBody>
        </p:sp>
        <p:sp>
          <p:nvSpPr>
            <p:cNvPr id="868851191" name="Rechthoek 284"/>
            <p:cNvSpPr>
              <a:spLocks noAdjustHandles="1" noChangeArrowheads="1" noChangeShapeType="1" noEditPoints="1" noGrp="1" noMove="1" noResize="1" noRot="1"/>
            </p:cNvSpPr>
            <p:nvPr userDrawn="1"/>
          </p:nvSpPr>
          <p:spPr bwMode="auto">
            <a:xfrm>
              <a:off x="-3319414" y="3003039"/>
              <a:ext cx="2949219" cy="180000"/>
            </a:xfrm>
            <a:prstGeom prst="rect">
              <a:avLst/>
            </a:prstGeom>
            <a:noFill/>
            <a:ln w="25400" cap="flat" cmpd="sng" algn="ctr">
              <a:noFill/>
              <a:prstDash val="solid"/>
            </a:ln>
            <a:effectLst/>
          </p:spPr>
          <p:txBody>
            <a:bodyPr lIns="0" tIns="0" rIns="0" bIns="0" rtlCol="0" anchor="ctr"/>
            <a:lstStyle/>
            <a:p>
              <a:pPr marL="0" marR="0" lvl="0" indent="0" defTabSz="914400">
                <a:lnSpc>
                  <a:spcPct val="100000"/>
                </a:lnSpc>
                <a:spcBef>
                  <a:spcPts val="599"/>
                </a:spcBef>
                <a:spcAft>
                  <a:spcPts val="599"/>
                </a:spcAft>
                <a:buClr>
                  <a:schemeClr val="accent1"/>
                </a:buClr>
                <a:buSzTx/>
                <a:buFont typeface="Calibri"/>
                <a:buNone/>
                <a:defRPr/>
              </a:pPr>
              <a:r>
                <a:rPr lang="en-GB" sz="1800" b="0" i="0" u="none" strike="noStrike" cap="none" spc="0">
                  <a:ln>
                    <a:noFill/>
                  </a:ln>
                  <a:solidFill>
                    <a:schemeClr val="accent1"/>
                  </a:solidFill>
                  <a:latin typeface="Arial"/>
                  <a:cs typeface="Calibri"/>
                </a:rPr>
                <a:t>Subtitle</a:t>
              </a:r>
              <a:endParaRPr/>
            </a:p>
          </p:txBody>
        </p:sp>
        <p:sp>
          <p:nvSpPr>
            <p:cNvPr id="1836436523" name="Ovaal 285"/>
            <p:cNvSpPr>
              <a:spLocks noAdjustHandles="1" noChangeArrowheads="1" noChangeShapeType="1" noEditPoints="1" noGrp="1" noMove="1" noResize="1" noRot="1"/>
            </p:cNvSpPr>
            <p:nvPr userDrawn="1"/>
          </p:nvSpPr>
          <p:spPr bwMode="auto">
            <a:xfrm>
              <a:off x="-3604182" y="3293903"/>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6</a:t>
              </a:r>
              <a:endParaRPr/>
            </a:p>
          </p:txBody>
        </p:sp>
        <p:sp>
          <p:nvSpPr>
            <p:cNvPr id="1446194550" name="Rechthoek 286"/>
            <p:cNvSpPr>
              <a:spLocks noAdjustHandles="1" noChangeArrowheads="1" noChangeShapeType="1" noEditPoints="1" noGrp="1" noMove="1" noResize="1" noRot="1"/>
            </p:cNvSpPr>
            <p:nvPr userDrawn="1"/>
          </p:nvSpPr>
          <p:spPr bwMode="auto">
            <a:xfrm>
              <a:off x="-3319414" y="3585817"/>
              <a:ext cx="2949219" cy="180000"/>
            </a:xfrm>
            <a:prstGeom prst="rect">
              <a:avLst/>
            </a:prstGeom>
            <a:noFill/>
            <a:ln w="25400" cap="flat" cmpd="sng" algn="ctr">
              <a:noFill/>
              <a:prstDash val="solid"/>
            </a:ln>
            <a:effectLst/>
          </p:spPr>
          <p:txBody>
            <a:bodyPr lIns="0" tIns="0" rIns="0" bIns="0" rtlCol="0" anchor="ctr"/>
            <a:lstStyle/>
            <a:p>
              <a:pPr marL="357187" marR="0" lvl="0" indent="-357187" defTabSz="914400">
                <a:lnSpc>
                  <a:spcPct val="100000"/>
                </a:lnSpc>
                <a:spcBef>
                  <a:spcPts val="599"/>
                </a:spcBef>
                <a:spcAft>
                  <a:spcPts val="599"/>
                </a:spcAft>
                <a:buClr>
                  <a:schemeClr val="accent1"/>
                </a:buClr>
                <a:buSzTx/>
                <a:buFont typeface="+mj-lt"/>
                <a:buAutoNum type="arabicPeriod"/>
                <a:defRPr/>
              </a:pPr>
              <a:r>
                <a:rPr lang="en-GB" sz="1400" b="0" i="0" u="none" strike="noStrike" cap="none" spc="0">
                  <a:ln>
                    <a:noFill/>
                  </a:ln>
                  <a:solidFill>
                    <a:schemeClr val="tx1"/>
                  </a:solidFill>
                  <a:latin typeface="Arial"/>
                  <a:cs typeface="Calibri"/>
                </a:rPr>
                <a:t>Numerical bullet</a:t>
              </a:r>
              <a:endParaRPr/>
            </a:p>
          </p:txBody>
        </p:sp>
        <p:sp>
          <p:nvSpPr>
            <p:cNvPr id="2112462763" name="Ovaal 287"/>
            <p:cNvSpPr>
              <a:spLocks noAdjustHandles="1" noChangeArrowheads="1" noChangeShapeType="1" noEditPoints="1" noGrp="1" noMove="1" noResize="1" noRot="1"/>
            </p:cNvSpPr>
            <p:nvPr userDrawn="1"/>
          </p:nvSpPr>
          <p:spPr bwMode="auto">
            <a:xfrm>
              <a:off x="-3604182" y="3585187"/>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7</a:t>
              </a:r>
              <a:endParaRPr/>
            </a:p>
          </p:txBody>
        </p:sp>
        <p:sp>
          <p:nvSpPr>
            <p:cNvPr id="448795915" name="Rechthoek 288"/>
            <p:cNvSpPr>
              <a:spLocks noAdjustHandles="1" noChangeArrowheads="1" noChangeShapeType="1" noEditPoints="1" noGrp="1" noMove="1" noResize="1" noRot="1"/>
            </p:cNvSpPr>
            <p:nvPr userDrawn="1"/>
          </p:nvSpPr>
          <p:spPr bwMode="auto">
            <a:xfrm>
              <a:off x="-3325829" y="3877206"/>
              <a:ext cx="2949219" cy="180000"/>
            </a:xfrm>
            <a:prstGeom prst="rect">
              <a:avLst/>
            </a:prstGeom>
            <a:noFill/>
            <a:ln w="25400" cap="flat" cmpd="sng" algn="ctr">
              <a:noFill/>
              <a:prstDash val="solid"/>
            </a:ln>
            <a:effectLst/>
          </p:spPr>
          <p:txBody>
            <a:bodyPr lIns="0" tIns="0" rIns="0" bIns="0" rtlCol="0" anchor="ctr"/>
            <a:lstStyle/>
            <a:p>
              <a:pPr marL="342900" marR="0" lvl="0" indent="-342900" defTabSz="914400">
                <a:lnSpc>
                  <a:spcPct val="100000"/>
                </a:lnSpc>
                <a:spcBef>
                  <a:spcPts val="599"/>
                </a:spcBef>
                <a:spcAft>
                  <a:spcPts val="599"/>
                </a:spcAft>
                <a:buClr>
                  <a:schemeClr val="accent1"/>
                </a:buClr>
                <a:buSzTx/>
                <a:buFont typeface="+mj-lt"/>
                <a:buAutoNum type="alphaLcPeriod"/>
                <a:defRPr/>
              </a:pPr>
              <a:r>
                <a:rPr lang="en-GB" sz="1400" b="0" i="0" u="none" strike="noStrike" cap="none" spc="0">
                  <a:ln>
                    <a:noFill/>
                  </a:ln>
                  <a:solidFill>
                    <a:schemeClr val="tx1"/>
                  </a:solidFill>
                  <a:latin typeface="Arial"/>
                  <a:cs typeface="Calibri"/>
                </a:rPr>
                <a:t>Alphabetical bullet</a:t>
              </a:r>
              <a:endParaRPr/>
            </a:p>
          </p:txBody>
        </p:sp>
        <p:sp>
          <p:nvSpPr>
            <p:cNvPr id="1205814522" name="Ovaal 289"/>
            <p:cNvSpPr>
              <a:spLocks noAdjustHandles="1" noChangeArrowheads="1" noChangeShapeType="1" noEditPoints="1" noGrp="1" noMove="1" noResize="1" noRot="1"/>
            </p:cNvSpPr>
            <p:nvPr userDrawn="1"/>
          </p:nvSpPr>
          <p:spPr bwMode="auto">
            <a:xfrm>
              <a:off x="-3604182" y="3876471"/>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8</a:t>
              </a:r>
              <a:endParaRPr/>
            </a:p>
          </p:txBody>
        </p:sp>
        <p:sp>
          <p:nvSpPr>
            <p:cNvPr id="1474602775" name="Rechthoek 290"/>
            <p:cNvSpPr>
              <a:spLocks noAdjustHandles="1" noChangeArrowheads="1" noChangeShapeType="1" noEditPoints="1" noGrp="1" noMove="1" noResize="1" noRot="1"/>
            </p:cNvSpPr>
            <p:nvPr userDrawn="1"/>
          </p:nvSpPr>
          <p:spPr bwMode="auto">
            <a:xfrm>
              <a:off x="-3319414" y="4168593"/>
              <a:ext cx="2949219" cy="180000"/>
            </a:xfrm>
            <a:prstGeom prst="rect">
              <a:avLst/>
            </a:prstGeom>
            <a:noFill/>
            <a:ln w="25400" cap="flat" cmpd="sng" algn="ctr">
              <a:noFill/>
              <a:prstDash val="solid"/>
            </a:ln>
            <a:effectLst/>
          </p:spPr>
          <p:txBody>
            <a:bodyPr lIns="0" tIns="0" rIns="0" bIns="0" rtlCol="0" anchor="ctr"/>
            <a:lstStyle/>
            <a:p>
              <a:pPr marL="0" marR="0" lvl="0" indent="0" defTabSz="914400">
                <a:lnSpc>
                  <a:spcPct val="100000"/>
                </a:lnSpc>
                <a:spcBef>
                  <a:spcPts val="599"/>
                </a:spcBef>
                <a:spcAft>
                  <a:spcPts val="599"/>
                </a:spcAft>
                <a:buClr>
                  <a:schemeClr val="tx1"/>
                </a:buClr>
                <a:buSzTx/>
                <a:buFont typeface="Calibri"/>
                <a:buNone/>
                <a:defRPr/>
              </a:pPr>
              <a:r>
                <a:rPr lang="en-GB" sz="1200" b="0" i="1" u="none" strike="noStrike" cap="none" spc="0">
                  <a:ln>
                    <a:noFill/>
                  </a:ln>
                  <a:solidFill>
                    <a:srgbClr val="000000"/>
                  </a:solidFill>
                  <a:latin typeface="Arial"/>
                  <a:cs typeface="Calibri"/>
                </a:rPr>
                <a:t>Source</a:t>
              </a:r>
              <a:endParaRPr/>
            </a:p>
          </p:txBody>
        </p:sp>
        <p:sp>
          <p:nvSpPr>
            <p:cNvPr id="688422178" name="Ovaal 291"/>
            <p:cNvSpPr>
              <a:spLocks noAdjustHandles="1" noChangeArrowheads="1" noChangeShapeType="1" noEditPoints="1" noGrp="1" noMove="1" noResize="1" noRot="1"/>
            </p:cNvSpPr>
            <p:nvPr userDrawn="1"/>
          </p:nvSpPr>
          <p:spPr bwMode="auto">
            <a:xfrm>
              <a:off x="-3604182" y="4168593"/>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9</a:t>
              </a:r>
              <a:endParaRPr/>
            </a:p>
          </p:txBody>
        </p:sp>
        <p:sp>
          <p:nvSpPr>
            <p:cNvPr id="1566567031" name="Rechthoek 292"/>
            <p:cNvSpPr>
              <a:spLocks noAdjustHandles="1" noChangeArrowheads="1" noChangeShapeType="1" noEditPoints="1" noGrp="1" noMove="1" noResize="1" noRot="1"/>
            </p:cNvSpPr>
            <p:nvPr userDrawn="1"/>
          </p:nvSpPr>
          <p:spPr bwMode="auto">
            <a:xfrm>
              <a:off x="-3319414" y="3294428"/>
              <a:ext cx="2949219" cy="180000"/>
            </a:xfrm>
            <a:prstGeom prst="rect">
              <a:avLst/>
            </a:prstGeom>
            <a:noFill/>
            <a:ln w="25400" cap="flat" cmpd="sng" algn="ctr">
              <a:noFill/>
              <a:prstDash val="solid"/>
            </a:ln>
            <a:effectLst/>
          </p:spPr>
          <p:txBody>
            <a:bodyPr lIns="0" tIns="0" rIns="0" bIns="0" rtlCol="0" anchor="ctr"/>
            <a:lstStyle/>
            <a:p>
              <a:pPr marL="0" marR="0" lvl="0" indent="0" defTabSz="914400">
                <a:lnSpc>
                  <a:spcPct val="100000"/>
                </a:lnSpc>
                <a:spcBef>
                  <a:spcPts val="599"/>
                </a:spcBef>
                <a:spcAft>
                  <a:spcPts val="599"/>
                </a:spcAft>
                <a:buClr>
                  <a:schemeClr val="accent1"/>
                </a:buClr>
                <a:buSzTx/>
                <a:buFont typeface="Calibri"/>
                <a:buNone/>
                <a:defRPr/>
              </a:pPr>
              <a:r>
                <a:rPr lang="en-GB" sz="1400" b="0" i="0" u="none" strike="noStrike" cap="none" spc="0">
                  <a:ln>
                    <a:noFill/>
                  </a:ln>
                  <a:solidFill>
                    <a:srgbClr val="000000"/>
                  </a:solidFill>
                  <a:latin typeface="Arial"/>
                  <a:cs typeface="Calibri"/>
                </a:rPr>
                <a:t>Default text</a:t>
              </a:r>
              <a:endParaRPr/>
            </a:p>
          </p:txBody>
        </p:sp>
        <p:sp>
          <p:nvSpPr>
            <p:cNvPr id="77146263" name="Rechthoek 293"/>
            <p:cNvSpPr>
              <a:spLocks noAdjustHandles="1" noChangeArrowheads="1" noChangeShapeType="1" noEditPoints="1" noGrp="1" noMove="1" noResize="1" noRot="1"/>
            </p:cNvSpPr>
            <p:nvPr userDrawn="1"/>
          </p:nvSpPr>
          <p:spPr bwMode="auto">
            <a:xfrm>
              <a:off x="-3786436" y="4531348"/>
              <a:ext cx="3593637" cy="828000"/>
            </a:xfrm>
            <a:prstGeom prst="rect">
              <a:avLst/>
            </a:prstGeom>
            <a:solidFill>
              <a:srgbClr val="ECECEC"/>
            </a:solidFill>
            <a:ln w="6350">
              <a:solidFill>
                <a:srgbClr val="ECECEC"/>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ctr" anchorCtr="0" forceAA="0" compatLnSpc="1">
              <a:prstTxWarp prst="textNoShape"/>
              <a:noAutofit/>
            </a:bodyPr>
            <a:lstStyle/>
            <a:p>
              <a:pPr algn="l">
                <a:lnSpc>
                  <a:spcPct val="90000"/>
                </a:lnSpc>
                <a:spcBef>
                  <a:spcPts val="599"/>
                </a:spcBef>
                <a:spcAft>
                  <a:spcPts val="599"/>
                </a:spcAft>
                <a:defRPr/>
              </a:pPr>
              <a:r>
                <a:rPr lang="en-GB" sz="1200" b="1" cap="all">
                  <a:solidFill>
                    <a:srgbClr val="211F26"/>
                  </a:solidFill>
                  <a:latin typeface="Calibri"/>
                  <a:cs typeface="Calibri"/>
                </a:rPr>
                <a:t>Want to know more?</a:t>
              </a:r>
              <a:br>
                <a:rPr lang="en-GB" sz="1200" b="1" cap="all">
                  <a:solidFill>
                    <a:srgbClr val="211F26"/>
                  </a:solidFill>
                  <a:latin typeface="Calibri"/>
                  <a:cs typeface="Calibri"/>
                </a:rPr>
              </a:br>
              <a:r>
                <a:rPr lang="en-GB" sz="1200" cap="none">
                  <a:solidFill>
                    <a:srgbClr val="211F26"/>
                  </a:solidFill>
                  <a:latin typeface="Calibri"/>
                  <a:cs typeface="Calibri"/>
                </a:rPr>
                <a:t>Go to the </a:t>
              </a:r>
              <a:r>
                <a:rPr lang="en-GB" sz="1200" cap="none">
                  <a:solidFill>
                    <a:srgbClr val="211F26"/>
                  </a:solidFill>
                  <a:latin typeface="Calibri"/>
                  <a:ea typeface="Arial"/>
                  <a:cs typeface="Calibri"/>
                </a:rPr>
                <a:t>tab</a:t>
              </a:r>
              <a:r>
                <a:rPr lang="en-GB" sz="1200" b="1" cap="all">
                  <a:solidFill>
                    <a:srgbClr val="211F26"/>
                  </a:solidFill>
                  <a:latin typeface="Calibri"/>
                  <a:cs typeface="Calibri"/>
                </a:rPr>
                <a:t> 'SLIDEBUILDER’ </a:t>
              </a:r>
              <a:r>
                <a:rPr lang="en-GB" sz="1200" cap="none">
                  <a:solidFill>
                    <a:srgbClr val="211F26"/>
                  </a:solidFill>
                  <a:latin typeface="Calibri"/>
                  <a:ea typeface="Arial"/>
                  <a:cs typeface="Calibri"/>
                </a:rPr>
                <a:t>and click</a:t>
              </a:r>
              <a:br>
                <a:rPr lang="en-GB" sz="1200" cap="none">
                  <a:solidFill>
                    <a:srgbClr val="211F26"/>
                  </a:solidFill>
                  <a:latin typeface="Calibri"/>
                  <a:ea typeface="Arial"/>
                  <a:cs typeface="Calibri"/>
                </a:rPr>
              </a:br>
              <a:r>
                <a:rPr lang="en-GB" sz="1200" cap="none">
                  <a:solidFill>
                    <a:srgbClr val="211F26"/>
                  </a:solidFill>
                  <a:latin typeface="Calibri"/>
                  <a:ea typeface="Arial"/>
                  <a:cs typeface="Calibri"/>
                </a:rPr>
                <a:t>on the button </a:t>
              </a:r>
              <a:r>
                <a:rPr lang="en-GB" sz="1200" b="1" cap="all">
                  <a:solidFill>
                    <a:srgbClr val="211F26"/>
                  </a:solidFill>
                  <a:latin typeface="Calibri"/>
                  <a:cs typeface="Calibri"/>
                </a:rPr>
                <a:t>‘Inspiration'</a:t>
              </a:r>
              <a:endParaRPr/>
            </a:p>
          </p:txBody>
        </p:sp>
        <p:grpSp>
          <p:nvGrpSpPr>
            <p:cNvPr id="588964315" name="ICOON_info"/>
            <p:cNvGrpSpPr>
              <a:grpSpLocks noGrp="1" noMove="1" noResize="1" noRot="1" noUngrp="1"/>
            </p:cNvGrpSpPr>
            <p:nvPr userDrawn="1"/>
          </p:nvGrpSpPr>
          <p:grpSpPr bwMode="auto">
            <a:xfrm>
              <a:off x="-376734" y="4400185"/>
              <a:ext cx="283684" cy="283684"/>
              <a:chOff x="-510741" y="5913712"/>
              <a:chExt cx="267554" cy="267554"/>
            </a:xfrm>
          </p:grpSpPr>
          <p:sp>
            <p:nvSpPr>
              <p:cNvPr id="1617219824" name="Ovaal 342"/>
              <p:cNvSpPr>
                <a:spLocks noAdjustHandles="1" noChangeArrowheads="1" noChangeShapeType="1" noEditPoints="1" noGrp="1" noMove="1" noResize="1" noRot="1"/>
              </p:cNvSpPr>
              <p:nvPr userDrawn="1"/>
            </p:nvSpPr>
            <p:spPr bwMode="auto">
              <a:xfrm>
                <a:off x="-491852" y="5932071"/>
                <a:ext cx="230834" cy="230834"/>
              </a:xfrm>
              <a:prstGeom prst="ellipse">
                <a:avLst/>
              </a:prstGeom>
              <a:solidFill>
                <a:srgbClr val="211F2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noAutofit/>
              </a:bodyPr>
              <a:lstStyle/>
              <a:p>
                <a:pPr algn="ctr">
                  <a:lnSpc>
                    <a:spcPct val="90000"/>
                  </a:lnSpc>
                  <a:spcBef>
                    <a:spcPts val="599"/>
                  </a:spcBef>
                  <a:spcAft>
                    <a:spcPts val="599"/>
                  </a:spcAft>
                  <a:defRPr/>
                </a:pPr>
                <a:endParaRPr lang="en-GB" sz="1600" cap="all">
                  <a:latin typeface="Calibri"/>
                  <a:cs typeface="Calibri"/>
                </a:endParaRPr>
              </a:p>
            </p:txBody>
          </p:sp>
          <p:sp>
            <p:nvSpPr>
              <p:cNvPr id="446659230" name="Graphic 163" descr="Informatie"/>
              <p:cNvSpPr>
                <a:spLocks noAdjustHandles="1" noChangeArrowheads="1" noChangeShapeType="1" noEditPoints="1" noGrp="1" noMove="1" noResize="1" noRot="1"/>
              </p:cNvSpPr>
              <p:nvPr/>
            </p:nvSpPr>
            <p:spPr bwMode="auto">
              <a:xfrm>
                <a:off x="-510741" y="5913712"/>
                <a:ext cx="267554" cy="267554"/>
              </a:xfrm>
              <a:custGeom>
                <a:avLst/>
                <a:gdLst>
                  <a:gd name="connsiteX0" fmla="*/ 145860 w 291719"/>
                  <a:gd name="connsiteY0" fmla="*/ 0 h 291719"/>
                  <a:gd name="connsiteX1" fmla="*/ 0 w 291719"/>
                  <a:gd name="connsiteY1" fmla="*/ 145860 h 291719"/>
                  <a:gd name="connsiteX2" fmla="*/ 145860 w 291719"/>
                  <a:gd name="connsiteY2" fmla="*/ 291720 h 291719"/>
                  <a:gd name="connsiteX3" fmla="*/ 291720 w 291719"/>
                  <a:gd name="connsiteY3" fmla="*/ 145860 h 291719"/>
                  <a:gd name="connsiteX4" fmla="*/ 145860 w 291719"/>
                  <a:gd name="connsiteY4" fmla="*/ 0 h 291719"/>
                  <a:gd name="connsiteX5" fmla="*/ 138183 w 291719"/>
                  <a:gd name="connsiteY5" fmla="*/ 38384 h 291719"/>
                  <a:gd name="connsiteX6" fmla="*/ 157375 w 291719"/>
                  <a:gd name="connsiteY6" fmla="*/ 57576 h 291719"/>
                  <a:gd name="connsiteX7" fmla="*/ 138183 w 291719"/>
                  <a:gd name="connsiteY7" fmla="*/ 76768 h 291719"/>
                  <a:gd name="connsiteX8" fmla="*/ 118991 w 291719"/>
                  <a:gd name="connsiteY8" fmla="*/ 57576 h 291719"/>
                  <a:gd name="connsiteX9" fmla="*/ 138183 w 291719"/>
                  <a:gd name="connsiteY9" fmla="*/ 38384 h 291719"/>
                  <a:gd name="connsiteX10" fmla="*/ 184244 w 291719"/>
                  <a:gd name="connsiteY10" fmla="*/ 253336 h 291719"/>
                  <a:gd name="connsiteX11" fmla="*/ 107476 w 291719"/>
                  <a:gd name="connsiteY11" fmla="*/ 253336 h 291719"/>
                  <a:gd name="connsiteX12" fmla="*/ 107476 w 291719"/>
                  <a:gd name="connsiteY12" fmla="*/ 230305 h 291719"/>
                  <a:gd name="connsiteX13" fmla="*/ 134345 w 291719"/>
                  <a:gd name="connsiteY13" fmla="*/ 230305 h 291719"/>
                  <a:gd name="connsiteX14" fmla="*/ 134345 w 291719"/>
                  <a:gd name="connsiteY14" fmla="*/ 115153 h 291719"/>
                  <a:gd name="connsiteX15" fmla="*/ 111314 w 291719"/>
                  <a:gd name="connsiteY15" fmla="*/ 115153 h 291719"/>
                  <a:gd name="connsiteX16" fmla="*/ 111314 w 291719"/>
                  <a:gd name="connsiteY16" fmla="*/ 92122 h 291719"/>
                  <a:gd name="connsiteX17" fmla="*/ 157375 w 291719"/>
                  <a:gd name="connsiteY17" fmla="*/ 92122 h 291719"/>
                  <a:gd name="connsiteX18" fmla="*/ 157375 w 291719"/>
                  <a:gd name="connsiteY18" fmla="*/ 115153 h 291719"/>
                  <a:gd name="connsiteX19" fmla="*/ 157375 w 291719"/>
                  <a:gd name="connsiteY19" fmla="*/ 230305 h 291719"/>
                  <a:gd name="connsiteX20" fmla="*/ 184244 w 291719"/>
                  <a:gd name="connsiteY20" fmla="*/ 230305 h 291719"/>
                  <a:gd name="connsiteX21" fmla="*/ 184244 w 291719"/>
                  <a:gd name="connsiteY21" fmla="*/ 253336 h 291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1719" h="291719" fill="norm" stroke="1" extrusionOk="0">
                    <a:moveTo>
                      <a:pt x="145860" y="0"/>
                    </a:moveTo>
                    <a:cubicBezTo>
                      <a:pt x="65253" y="0"/>
                      <a:pt x="0" y="65253"/>
                      <a:pt x="0" y="145860"/>
                    </a:cubicBezTo>
                    <a:cubicBezTo>
                      <a:pt x="0" y="226467"/>
                      <a:pt x="65253" y="291720"/>
                      <a:pt x="145860" y="291720"/>
                    </a:cubicBezTo>
                    <a:cubicBezTo>
                      <a:pt x="226467" y="291720"/>
                      <a:pt x="291720" y="226467"/>
                      <a:pt x="291720" y="145860"/>
                    </a:cubicBezTo>
                    <a:cubicBezTo>
                      <a:pt x="291720" y="65253"/>
                      <a:pt x="226467" y="0"/>
                      <a:pt x="145860" y="0"/>
                    </a:cubicBezTo>
                    <a:close/>
                    <a:moveTo>
                      <a:pt x="138183" y="38384"/>
                    </a:moveTo>
                    <a:cubicBezTo>
                      <a:pt x="148931" y="38384"/>
                      <a:pt x="157375" y="46829"/>
                      <a:pt x="157375" y="57576"/>
                    </a:cubicBezTo>
                    <a:cubicBezTo>
                      <a:pt x="157375" y="68324"/>
                      <a:pt x="148931" y="76768"/>
                      <a:pt x="138183" y="76768"/>
                    </a:cubicBezTo>
                    <a:cubicBezTo>
                      <a:pt x="127435" y="76768"/>
                      <a:pt x="118991" y="68324"/>
                      <a:pt x="118991" y="57576"/>
                    </a:cubicBezTo>
                    <a:cubicBezTo>
                      <a:pt x="118991" y="46829"/>
                      <a:pt x="127435" y="38384"/>
                      <a:pt x="138183" y="38384"/>
                    </a:cubicBezTo>
                    <a:close/>
                    <a:moveTo>
                      <a:pt x="184244" y="253336"/>
                    </a:moveTo>
                    <a:lnTo>
                      <a:pt x="107476" y="253336"/>
                    </a:lnTo>
                    <a:lnTo>
                      <a:pt x="107476" y="230305"/>
                    </a:lnTo>
                    <a:lnTo>
                      <a:pt x="134345" y="230305"/>
                    </a:lnTo>
                    <a:lnTo>
                      <a:pt x="134345" y="115153"/>
                    </a:lnTo>
                    <a:lnTo>
                      <a:pt x="111314" y="115153"/>
                    </a:lnTo>
                    <a:lnTo>
                      <a:pt x="111314" y="92122"/>
                    </a:lnTo>
                    <a:lnTo>
                      <a:pt x="157375" y="92122"/>
                    </a:lnTo>
                    <a:lnTo>
                      <a:pt x="157375" y="115153"/>
                    </a:lnTo>
                    <a:lnTo>
                      <a:pt x="157375" y="230305"/>
                    </a:lnTo>
                    <a:lnTo>
                      <a:pt x="184244" y="230305"/>
                    </a:lnTo>
                    <a:lnTo>
                      <a:pt x="184244" y="253336"/>
                    </a:lnTo>
                    <a:close/>
                  </a:path>
                </a:pathLst>
              </a:custGeom>
              <a:solidFill>
                <a:srgbClr val="1FF524"/>
              </a:solidFill>
              <a:ln w="3770" cap="flat">
                <a:noFill/>
                <a:prstDash val="solid"/>
                <a:miter/>
              </a:ln>
            </p:spPr>
            <p:txBody>
              <a:bodyPr rtlCol="0" anchor="ctr"/>
              <a:lstStyle/>
              <a:p>
                <a:pPr>
                  <a:defRPr/>
                </a:pPr>
                <a:endParaRPr lang="en-GB" sz="2000">
                  <a:solidFill>
                    <a:srgbClr val="211F26"/>
                  </a:solidFill>
                  <a:latin typeface="Calibri"/>
                  <a:cs typeface="Calibri"/>
                </a:endParaRPr>
              </a:p>
            </p:txBody>
          </p:sp>
        </p:grpSp>
        <p:grpSp>
          <p:nvGrpSpPr>
            <p:cNvPr id="776544506" name="VOORBEELD"/>
            <p:cNvGrpSpPr>
              <a:grpSpLocks noGrp="1" noMove="1" noResize="1" noRot="1" noUngrp="1"/>
            </p:cNvGrpSpPr>
            <p:nvPr userDrawn="1"/>
          </p:nvGrpSpPr>
          <p:grpSpPr bwMode="auto">
            <a:xfrm>
              <a:off x="-3605171" y="458673"/>
              <a:ext cx="3234310" cy="558874"/>
              <a:chOff x="-3605171" y="458673"/>
              <a:chExt cx="3234310" cy="558874"/>
            </a:xfrm>
          </p:grpSpPr>
          <p:sp>
            <p:nvSpPr>
              <p:cNvPr id="1735009707" name="Rechthoek 302"/>
              <p:cNvSpPr>
                <a:spLocks noAdjustHandles="1" noChangeArrowheads="1" noChangeShapeType="1" noEditPoints="1" noGrp="1" noMove="1" noResize="1" noRot="1"/>
              </p:cNvSpPr>
              <p:nvPr userDrawn="1"/>
            </p:nvSpPr>
            <p:spPr bwMode="auto">
              <a:xfrm>
                <a:off x="-3604182" y="458673"/>
                <a:ext cx="393458" cy="184057"/>
              </a:xfrm>
              <a:prstGeom prst="rect">
                <a:avLst/>
              </a:prstGeom>
              <a:solidFill>
                <a:srgbClr val="F8F8F8"/>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18000" rIns="0" bIns="0" numCol="1" spcCol="0" rtlCol="0" fromWordArt="0" anchor="t" anchorCtr="0" forceAA="0" compatLnSpc="1">
                <a:prstTxWarp prst="textNoShape"/>
                <a:noAutofit/>
              </a:bodyPr>
              <a:lstStyle/>
              <a:p>
                <a:pPr algn="ctr">
                  <a:defRPr/>
                </a:pPr>
                <a:r>
                  <a:rPr lang="en-GB" sz="900" b="1">
                    <a:solidFill>
                      <a:srgbClr val="211F26"/>
                    </a:solidFill>
                    <a:latin typeface="Calibri"/>
                    <a:cs typeface="Calibri"/>
                  </a:rPr>
                  <a:t>Home</a:t>
                </a:r>
                <a:endParaRPr/>
              </a:p>
            </p:txBody>
          </p:sp>
          <p:sp>
            <p:nvSpPr>
              <p:cNvPr id="916496568" name="Rechthoek 303"/>
              <p:cNvSpPr>
                <a:spLocks noAdjustHandles="1" noChangeArrowheads="1" noChangeShapeType="1" noEditPoints="1" noGrp="1" noMove="1" noResize="1" noRot="1"/>
              </p:cNvSpPr>
              <p:nvPr userDrawn="1"/>
            </p:nvSpPr>
            <p:spPr bwMode="auto">
              <a:xfrm>
                <a:off x="-3599183" y="621344"/>
                <a:ext cx="383781" cy="27171"/>
              </a:xfrm>
              <a:prstGeom prst="rect">
                <a:avLst/>
              </a:prstGeom>
              <a:solidFill>
                <a:srgbClr val="B7462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noAutofit/>
              </a:bodyPr>
              <a:lstStyle/>
              <a:p>
                <a:pPr algn="l">
                  <a:defRPr/>
                </a:pPr>
                <a:endParaRPr lang="en-GB" sz="1000" b="1">
                  <a:solidFill>
                    <a:srgbClr val="211F26"/>
                  </a:solidFill>
                  <a:latin typeface="Calibri"/>
                  <a:cs typeface="Calibri"/>
                </a:endParaRPr>
              </a:p>
            </p:txBody>
          </p:sp>
          <p:grpSp>
            <p:nvGrpSpPr>
              <p:cNvPr id="578729101" name="Groep 304"/>
              <p:cNvGrpSpPr>
                <a:grpSpLocks noGrp="1" noMove="1" noResize="1" noRot="1" noUngrp="1"/>
              </p:cNvGrpSpPr>
              <p:nvPr userDrawn="1"/>
            </p:nvGrpSpPr>
            <p:grpSpPr bwMode="auto">
              <a:xfrm>
                <a:off x="-3386246" y="830871"/>
                <a:ext cx="139422" cy="109566"/>
                <a:chOff x="-2866743" y="827069"/>
                <a:chExt cx="168700" cy="132574"/>
              </a:xfrm>
            </p:grpSpPr>
            <p:grpSp>
              <p:nvGrpSpPr>
                <p:cNvPr id="275832356" name="Groep 335"/>
                <p:cNvGrpSpPr>
                  <a:grpSpLocks noGrp="1" noMove="1" noResize="1" noRot="1" noUngrp="1"/>
                </p:cNvGrpSpPr>
                <p:nvPr userDrawn="1"/>
              </p:nvGrpSpPr>
              <p:grpSpPr bwMode="auto">
                <a:xfrm>
                  <a:off x="-2866743" y="827069"/>
                  <a:ext cx="168700" cy="132574"/>
                  <a:chOff x="-2866743" y="827069"/>
                  <a:chExt cx="168700" cy="132574"/>
                </a:xfrm>
              </p:grpSpPr>
              <p:cxnSp>
                <p:nvCxnSpPr>
                  <p:cNvPr id="119574244" name="Rechte verbindingslijn 337"/>
                  <p:cNvCxnSpPr>
                    <a:cxnSpLocks noAdjustHandles="1" noChangeArrowheads="1" noChangeShapeType="1" noEditPoints="1" noGrp="1" noMove="1" noResize="1" noRot="1"/>
                  </p:cNvCxnSpPr>
                  <p:nvPr userDrawn="1"/>
                </p:nvCxnSpPr>
                <p:spPr bwMode="auto">
                  <a:xfrm>
                    <a:off x="-2866743" y="827069"/>
                    <a:ext cx="168700" cy="0"/>
                  </a:xfrm>
                  <a:prstGeom prst="line">
                    <a:avLst/>
                  </a:prstGeom>
                  <a:solidFill>
                    <a:schemeClr val="bg1"/>
                  </a:solidFill>
                  <a:ln w="12700" cap="flat" cmpd="sng" algn="ctr">
                    <a:solidFill>
                      <a:srgbClr val="9D9FA1"/>
                    </a:solidFill>
                    <a:prstDash val="solid"/>
                  </a:ln>
                  <a:effectLst/>
                </p:spPr>
              </p:cxnSp>
              <p:cxnSp>
                <p:nvCxnSpPr>
                  <p:cNvPr id="559109154" name="Rechte verbindingslijn 338"/>
                  <p:cNvCxnSpPr>
                    <a:cxnSpLocks noAdjustHandles="1" noChangeArrowheads="1" noChangeShapeType="1" noEditPoints="1" noGrp="1" noMove="1" noResize="1" noRot="1"/>
                  </p:cNvCxnSpPr>
                  <p:nvPr userDrawn="1"/>
                </p:nvCxnSpPr>
                <p:spPr bwMode="auto">
                  <a:xfrm>
                    <a:off x="-2866743" y="959645"/>
                    <a:ext cx="168700" cy="0"/>
                  </a:xfrm>
                  <a:prstGeom prst="line">
                    <a:avLst/>
                  </a:prstGeom>
                  <a:solidFill>
                    <a:schemeClr val="bg1"/>
                  </a:solidFill>
                  <a:ln w="12700" cap="flat" cmpd="sng" algn="ctr">
                    <a:solidFill>
                      <a:srgbClr val="9D9FA1"/>
                    </a:solidFill>
                    <a:prstDash val="solid"/>
                  </a:ln>
                  <a:effectLst/>
                </p:spPr>
              </p:cxnSp>
              <p:cxnSp>
                <p:nvCxnSpPr>
                  <p:cNvPr id="96854106" name="Rechte verbindingslijn 339"/>
                  <p:cNvCxnSpPr>
                    <a:cxnSpLocks noAdjustHandles="1" noChangeArrowheads="1" noChangeShapeType="1" noEditPoints="1" noGrp="1" noMove="1" noResize="1" noRot="1"/>
                  </p:cNvCxnSpPr>
                  <p:nvPr userDrawn="1"/>
                </p:nvCxnSpPr>
                <p:spPr bwMode="auto">
                  <a:xfrm>
                    <a:off x="-2773989" y="926502"/>
                    <a:ext cx="75946" cy="0"/>
                  </a:xfrm>
                  <a:prstGeom prst="line">
                    <a:avLst/>
                  </a:prstGeom>
                  <a:solidFill>
                    <a:schemeClr val="bg1"/>
                  </a:solidFill>
                  <a:ln w="12700" cap="flat" cmpd="sng" algn="ctr">
                    <a:solidFill>
                      <a:srgbClr val="9D9FA1"/>
                    </a:solidFill>
                    <a:prstDash val="solid"/>
                  </a:ln>
                  <a:effectLst/>
                </p:spPr>
              </p:cxnSp>
              <p:cxnSp>
                <p:nvCxnSpPr>
                  <p:cNvPr id="2141717169" name="Rechte verbindingslijn 340"/>
                  <p:cNvCxnSpPr>
                    <a:cxnSpLocks noAdjustHandles="1" noChangeArrowheads="1" noChangeShapeType="1" noEditPoints="1" noGrp="1" noMove="1" noResize="1" noRot="1"/>
                  </p:cNvCxnSpPr>
                  <p:nvPr userDrawn="1"/>
                </p:nvCxnSpPr>
                <p:spPr bwMode="auto">
                  <a:xfrm>
                    <a:off x="-2773989" y="893358"/>
                    <a:ext cx="75946" cy="0"/>
                  </a:xfrm>
                  <a:prstGeom prst="line">
                    <a:avLst/>
                  </a:prstGeom>
                  <a:solidFill>
                    <a:schemeClr val="bg1"/>
                  </a:solidFill>
                  <a:ln w="12700" cap="flat" cmpd="sng" algn="ctr">
                    <a:solidFill>
                      <a:srgbClr val="9D9FA1"/>
                    </a:solidFill>
                    <a:prstDash val="solid"/>
                  </a:ln>
                  <a:effectLst/>
                </p:spPr>
              </p:cxnSp>
              <p:cxnSp>
                <p:nvCxnSpPr>
                  <p:cNvPr id="228324445" name="Rechte verbindingslijn 341"/>
                  <p:cNvCxnSpPr>
                    <a:cxnSpLocks noAdjustHandles="1" noChangeArrowheads="1" noChangeShapeType="1" noEditPoints="1" noGrp="1" noMove="1" noResize="1" noRot="1"/>
                  </p:cNvCxnSpPr>
                  <p:nvPr userDrawn="1"/>
                </p:nvCxnSpPr>
                <p:spPr bwMode="auto">
                  <a:xfrm>
                    <a:off x="-2773989" y="860214"/>
                    <a:ext cx="75946" cy="0"/>
                  </a:xfrm>
                  <a:prstGeom prst="line">
                    <a:avLst/>
                  </a:prstGeom>
                  <a:solidFill>
                    <a:schemeClr val="bg1"/>
                  </a:solidFill>
                  <a:ln w="12700" cap="flat" cmpd="sng" algn="ctr">
                    <a:solidFill>
                      <a:srgbClr val="9D9FA1"/>
                    </a:solidFill>
                    <a:prstDash val="solid"/>
                  </a:ln>
                  <a:effectLst/>
                </p:spPr>
              </p:cxnSp>
            </p:grpSp>
            <p:sp>
              <p:nvSpPr>
                <p:cNvPr id="235919715" name="Pijl: rechts 336"/>
                <p:cNvSpPr>
                  <a:spLocks noAdjustHandles="1" noChangeArrowheads="1" noChangeShapeType="1" noEditPoints="1" noGrp="1" noMove="1" noResize="1" noRot="1"/>
                </p:cNvSpPr>
                <p:nvPr userDrawn="1"/>
              </p:nvSpPr>
              <p:spPr bwMode="auto">
                <a:xfrm>
                  <a:off x="-2866743" y="858736"/>
                  <a:ext cx="70675" cy="67901"/>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noAutofit/>
                </a:bodyPr>
                <a:lstStyle/>
                <a:p>
                  <a:pPr algn="l">
                    <a:defRPr/>
                  </a:pPr>
                  <a:endParaRPr lang="en-GB" sz="1000" b="1">
                    <a:solidFill>
                      <a:srgbClr val="211F26"/>
                    </a:solidFill>
                    <a:latin typeface="Calibri"/>
                    <a:cs typeface="Calibri"/>
                  </a:endParaRPr>
                </a:p>
              </p:txBody>
            </p:sp>
          </p:grpSp>
          <p:grpSp>
            <p:nvGrpSpPr>
              <p:cNvPr id="1686644454" name="Groep 305"/>
              <p:cNvGrpSpPr>
                <a:grpSpLocks noGrp="1" noMove="1" noResize="1" noRot="1" noUngrp="1"/>
              </p:cNvGrpSpPr>
              <p:nvPr userDrawn="1"/>
            </p:nvGrpSpPr>
            <p:grpSpPr bwMode="auto">
              <a:xfrm>
                <a:off x="-3605171" y="830871"/>
                <a:ext cx="139422" cy="109566"/>
                <a:chOff x="-2866743" y="518073"/>
                <a:chExt cx="168700" cy="132574"/>
              </a:xfrm>
            </p:grpSpPr>
            <p:grpSp>
              <p:nvGrpSpPr>
                <p:cNvPr id="1547174399" name="Groep 328"/>
                <p:cNvGrpSpPr>
                  <a:grpSpLocks noGrp="1" noMove="1" noResize="1" noRot="1" noUngrp="1"/>
                </p:cNvGrpSpPr>
                <p:nvPr userDrawn="1"/>
              </p:nvGrpSpPr>
              <p:grpSpPr bwMode="auto">
                <a:xfrm>
                  <a:off x="-2866743" y="518073"/>
                  <a:ext cx="168700" cy="132574"/>
                  <a:chOff x="-2866743" y="518073"/>
                  <a:chExt cx="168700" cy="132574"/>
                </a:xfrm>
              </p:grpSpPr>
              <p:cxnSp>
                <p:nvCxnSpPr>
                  <p:cNvPr id="1354489627" name="Rechte verbindingslijn 330"/>
                  <p:cNvCxnSpPr>
                    <a:cxnSpLocks noAdjustHandles="1" noChangeArrowheads="1" noChangeShapeType="1" noEditPoints="1" noGrp="1" noMove="1" noResize="1" noRot="1"/>
                  </p:cNvCxnSpPr>
                  <p:nvPr userDrawn="1"/>
                </p:nvCxnSpPr>
                <p:spPr bwMode="auto">
                  <a:xfrm>
                    <a:off x="-2866743" y="518073"/>
                    <a:ext cx="168700" cy="0"/>
                  </a:xfrm>
                  <a:prstGeom prst="line">
                    <a:avLst/>
                  </a:prstGeom>
                  <a:solidFill>
                    <a:schemeClr val="bg1"/>
                  </a:solidFill>
                  <a:ln w="12700" cap="flat" cmpd="sng" algn="ctr">
                    <a:solidFill>
                      <a:srgbClr val="9D9FA1"/>
                    </a:solidFill>
                    <a:prstDash val="solid"/>
                  </a:ln>
                  <a:effectLst/>
                </p:spPr>
              </p:cxnSp>
              <p:cxnSp>
                <p:nvCxnSpPr>
                  <p:cNvPr id="1453492813" name="Rechte verbindingslijn 331"/>
                  <p:cNvCxnSpPr>
                    <a:cxnSpLocks noAdjustHandles="1" noChangeArrowheads="1" noChangeShapeType="1" noEditPoints="1" noGrp="1" noMove="1" noResize="1" noRot="1"/>
                  </p:cNvCxnSpPr>
                  <p:nvPr userDrawn="1"/>
                </p:nvCxnSpPr>
                <p:spPr bwMode="auto">
                  <a:xfrm>
                    <a:off x="-2866743" y="650648"/>
                    <a:ext cx="168700" cy="0"/>
                  </a:xfrm>
                  <a:prstGeom prst="line">
                    <a:avLst/>
                  </a:prstGeom>
                  <a:solidFill>
                    <a:schemeClr val="bg1"/>
                  </a:solidFill>
                  <a:ln w="12700" cap="flat" cmpd="sng" algn="ctr">
                    <a:solidFill>
                      <a:srgbClr val="9D9FA1"/>
                    </a:solidFill>
                    <a:prstDash val="solid"/>
                  </a:ln>
                  <a:effectLst/>
                </p:spPr>
              </p:cxnSp>
              <p:cxnSp>
                <p:nvCxnSpPr>
                  <p:cNvPr id="1474810450" name="Rechte verbindingslijn 332"/>
                  <p:cNvCxnSpPr>
                    <a:cxnSpLocks noAdjustHandles="1" noChangeArrowheads="1" noChangeShapeType="1" noEditPoints="1" noGrp="1" noMove="1" noResize="1" noRot="1"/>
                  </p:cNvCxnSpPr>
                  <p:nvPr userDrawn="1"/>
                </p:nvCxnSpPr>
                <p:spPr bwMode="auto">
                  <a:xfrm>
                    <a:off x="-2773989" y="617505"/>
                    <a:ext cx="75946" cy="0"/>
                  </a:xfrm>
                  <a:prstGeom prst="line">
                    <a:avLst/>
                  </a:prstGeom>
                  <a:solidFill>
                    <a:schemeClr val="bg1"/>
                  </a:solidFill>
                  <a:ln w="12700" cap="flat" cmpd="sng" algn="ctr">
                    <a:solidFill>
                      <a:srgbClr val="9D9FA1"/>
                    </a:solidFill>
                    <a:prstDash val="solid"/>
                  </a:ln>
                  <a:effectLst/>
                </p:spPr>
              </p:cxnSp>
              <p:cxnSp>
                <p:nvCxnSpPr>
                  <p:cNvPr id="794533184" name="Rechte verbindingslijn 333"/>
                  <p:cNvCxnSpPr>
                    <a:cxnSpLocks noAdjustHandles="1" noChangeArrowheads="1" noChangeShapeType="1" noEditPoints="1" noGrp="1" noMove="1" noResize="1" noRot="1"/>
                  </p:cNvCxnSpPr>
                  <p:nvPr userDrawn="1"/>
                </p:nvCxnSpPr>
                <p:spPr bwMode="auto">
                  <a:xfrm>
                    <a:off x="-2773989" y="584361"/>
                    <a:ext cx="75946" cy="0"/>
                  </a:xfrm>
                  <a:prstGeom prst="line">
                    <a:avLst/>
                  </a:prstGeom>
                  <a:solidFill>
                    <a:schemeClr val="bg1"/>
                  </a:solidFill>
                  <a:ln w="12700" cap="flat" cmpd="sng" algn="ctr">
                    <a:solidFill>
                      <a:srgbClr val="9D9FA1"/>
                    </a:solidFill>
                    <a:prstDash val="solid"/>
                  </a:ln>
                  <a:effectLst/>
                </p:spPr>
              </p:cxnSp>
              <p:cxnSp>
                <p:nvCxnSpPr>
                  <p:cNvPr id="1302700852" name="Rechte verbindingslijn 334"/>
                  <p:cNvCxnSpPr>
                    <a:cxnSpLocks noAdjustHandles="1" noChangeArrowheads="1" noChangeShapeType="1" noEditPoints="1" noGrp="1" noMove="1" noResize="1" noRot="1"/>
                  </p:cNvCxnSpPr>
                  <p:nvPr userDrawn="1"/>
                </p:nvCxnSpPr>
                <p:spPr bwMode="auto">
                  <a:xfrm>
                    <a:off x="-2773989" y="551217"/>
                    <a:ext cx="75946" cy="0"/>
                  </a:xfrm>
                  <a:prstGeom prst="line">
                    <a:avLst/>
                  </a:prstGeom>
                  <a:solidFill>
                    <a:schemeClr val="bg1"/>
                  </a:solidFill>
                  <a:ln w="12700" cap="flat" cmpd="sng" algn="ctr">
                    <a:solidFill>
                      <a:srgbClr val="9D9FA1"/>
                    </a:solidFill>
                    <a:prstDash val="solid"/>
                  </a:ln>
                  <a:effectLst/>
                </p:spPr>
              </p:cxnSp>
            </p:grpSp>
            <p:sp>
              <p:nvSpPr>
                <p:cNvPr id="1900263225" name="Pijl: rechts 329"/>
                <p:cNvSpPr>
                  <a:spLocks noAdjustHandles="1" noChangeArrowheads="1" noChangeShapeType="1" noEditPoints="1" noGrp="1" noMove="1" noResize="1" noRot="1"/>
                </p:cNvSpPr>
                <p:nvPr userDrawn="1"/>
              </p:nvSpPr>
              <p:spPr bwMode="auto">
                <a:xfrm flipH="1">
                  <a:off x="-2866743" y="549739"/>
                  <a:ext cx="70675" cy="67901"/>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noAutofit/>
                </a:bodyPr>
                <a:lstStyle/>
                <a:p>
                  <a:pPr algn="l">
                    <a:defRPr/>
                  </a:pPr>
                  <a:endParaRPr lang="en-GB" sz="1000" b="1">
                    <a:solidFill>
                      <a:srgbClr val="211F26"/>
                    </a:solidFill>
                    <a:latin typeface="Calibri"/>
                    <a:cs typeface="Calibri"/>
                  </a:endParaRPr>
                </a:p>
              </p:txBody>
            </p:sp>
          </p:grpSp>
          <p:cxnSp>
            <p:nvCxnSpPr>
              <p:cNvPr id="1210689203" name="Rechte verbindingslijn 306"/>
              <p:cNvCxnSpPr>
                <a:cxnSpLocks noAdjustHandles="1" noChangeArrowheads="1" noChangeShapeType="1" noEditPoints="1" noGrp="1" noMove="1" noResize="1" noRot="1"/>
              </p:cNvCxnSpPr>
              <p:nvPr userDrawn="1"/>
            </p:nvCxnSpPr>
            <p:spPr bwMode="auto">
              <a:xfrm flipV="1">
                <a:off x="-3459956" y="588168"/>
                <a:ext cx="547686" cy="219075"/>
              </a:xfrm>
              <a:prstGeom prst="line">
                <a:avLst/>
              </a:prstGeom>
              <a:noFill/>
              <a:ln w="19050" cap="rnd" cmpd="sng" algn="ctr">
                <a:solidFill>
                  <a:schemeClr val="accent1"/>
                </a:solidFill>
                <a:prstDash val="solid"/>
                <a:headEnd type="oval"/>
              </a:ln>
              <a:effectLst/>
            </p:spPr>
          </p:cxnSp>
          <p:cxnSp>
            <p:nvCxnSpPr>
              <p:cNvPr id="1102185978" name="Rechte verbindingslijn 307"/>
              <p:cNvCxnSpPr>
                <a:cxnSpLocks noAdjustHandles="1" noChangeArrowheads="1" noChangeShapeType="1" noEditPoints="1" noGrp="1" noMove="1" noResize="1" noRot="1"/>
              </p:cNvCxnSpPr>
              <p:nvPr userDrawn="1"/>
            </p:nvCxnSpPr>
            <p:spPr bwMode="auto">
              <a:xfrm>
                <a:off x="-3224212" y="828675"/>
                <a:ext cx="319087" cy="0"/>
              </a:xfrm>
              <a:prstGeom prst="line">
                <a:avLst/>
              </a:prstGeom>
              <a:noFill/>
              <a:ln w="19050" cap="rnd" cmpd="sng" algn="ctr">
                <a:solidFill>
                  <a:schemeClr val="accent1"/>
                </a:solidFill>
                <a:prstDash val="solid"/>
                <a:headEnd type="oval"/>
              </a:ln>
              <a:effectLst/>
            </p:spPr>
          </p:cxnSp>
          <p:sp>
            <p:nvSpPr>
              <p:cNvPr id="1953304010" name="Rechthoek 308"/>
              <p:cNvSpPr>
                <a:spLocks noAdjustHandles="1" noChangeArrowheads="1" noChangeShapeType="1" noEditPoints="1" noGrp="1" noMove="1" noResize="1" noRot="1"/>
              </p:cNvSpPr>
              <p:nvPr userDrawn="1"/>
            </p:nvSpPr>
            <p:spPr bwMode="auto">
              <a:xfrm>
                <a:off x="-2559902" y="512178"/>
                <a:ext cx="2189041" cy="151083"/>
              </a:xfrm>
              <a:prstGeom prst="rect">
                <a:avLst/>
              </a:prstGeom>
              <a:noFill/>
              <a:ln w="25400" cap="flat" cmpd="sng" algn="ctr">
                <a:noFill/>
                <a:prstDash val="solid"/>
              </a:ln>
              <a:effectLst/>
            </p:spPr>
            <p:txBody>
              <a:bodyPr lIns="0" tIns="0" rIns="0" bIns="0" rtlCol="0" anchor="ctr"/>
              <a:lstStyle/>
              <a:p>
                <a:pPr marL="0" marR="0" lvl="0" indent="0" defTabSz="914400">
                  <a:lnSpc>
                    <a:spcPct val="90000"/>
                  </a:lnSpc>
                  <a:spcBef>
                    <a:spcPts val="599"/>
                  </a:spcBef>
                  <a:spcAft>
                    <a:spcPts val="599"/>
                  </a:spcAft>
                  <a:buClrTx/>
                  <a:buSzTx/>
                  <a:buFontTx/>
                  <a:buNone/>
                  <a:defRPr/>
                </a:pPr>
                <a:r>
                  <a:rPr lang="en-GB" sz="1100" b="0" i="0" u="none" strike="noStrike" cap="none" spc="0">
                    <a:ln>
                      <a:noFill/>
                    </a:ln>
                    <a:solidFill>
                      <a:schemeClr val="tx1"/>
                    </a:solidFill>
                    <a:latin typeface="Calibri"/>
                    <a:cs typeface="Calibri"/>
                  </a:rPr>
                  <a:t>Text level down</a:t>
                </a:r>
                <a:endParaRPr/>
              </a:p>
            </p:txBody>
          </p:sp>
          <p:sp>
            <p:nvSpPr>
              <p:cNvPr id="885279518" name="Rechthoek 309"/>
              <p:cNvSpPr>
                <a:spLocks noAdjustHandles="1" noChangeArrowheads="1" noChangeShapeType="1" noEditPoints="1" noGrp="1" noMove="1" noResize="1" noRot="1"/>
              </p:cNvSpPr>
              <p:nvPr userDrawn="1"/>
            </p:nvSpPr>
            <p:spPr bwMode="auto">
              <a:xfrm>
                <a:off x="-2559902" y="819560"/>
                <a:ext cx="2189043" cy="142201"/>
              </a:xfrm>
              <a:prstGeom prst="rect">
                <a:avLst/>
              </a:prstGeom>
              <a:noFill/>
              <a:ln w="25400" cap="flat" cmpd="sng" algn="ctr">
                <a:noFill/>
                <a:prstDash val="solid"/>
              </a:ln>
              <a:effectLst/>
            </p:spPr>
            <p:txBody>
              <a:bodyPr lIns="0" tIns="0" rIns="0" bIns="0" rtlCol="0" anchor="ctr"/>
              <a:lstStyle/>
              <a:p>
                <a:pPr marL="0" marR="0" lvl="0" indent="0" defTabSz="914400">
                  <a:lnSpc>
                    <a:spcPct val="90000"/>
                  </a:lnSpc>
                  <a:spcBef>
                    <a:spcPts val="599"/>
                  </a:spcBef>
                  <a:spcAft>
                    <a:spcPts val="599"/>
                  </a:spcAft>
                  <a:buClrTx/>
                  <a:buSzTx/>
                  <a:buFontTx/>
                  <a:buNone/>
                  <a:defRPr/>
                </a:pPr>
                <a:r>
                  <a:rPr lang="en-GB" sz="1100" b="0" i="0" u="none" strike="noStrike" cap="none" spc="0">
                    <a:ln>
                      <a:noFill/>
                    </a:ln>
                    <a:solidFill>
                      <a:schemeClr val="tx1"/>
                    </a:solidFill>
                    <a:latin typeface="Calibri"/>
                    <a:cs typeface="Calibri"/>
                  </a:rPr>
                  <a:t>Text level up</a:t>
                </a:r>
                <a:endParaRPr/>
              </a:p>
            </p:txBody>
          </p:sp>
          <p:grpSp>
            <p:nvGrpSpPr>
              <p:cNvPr id="1487077831" name="Groep 310"/>
              <p:cNvGrpSpPr>
                <a:grpSpLocks noGrp="1" noMove="1" noResize="1" noRot="1" noUngrp="1"/>
              </p:cNvGrpSpPr>
              <p:nvPr userDrawn="1"/>
            </p:nvGrpSpPr>
            <p:grpSpPr bwMode="auto">
              <a:xfrm>
                <a:off x="-2916762" y="769167"/>
                <a:ext cx="268737" cy="248380"/>
                <a:chOff x="-2916762" y="769167"/>
                <a:chExt cx="268737" cy="248380"/>
              </a:xfrm>
            </p:grpSpPr>
            <p:sp>
              <p:nvSpPr>
                <p:cNvPr id="1248043512" name="Rechthoek 320"/>
                <p:cNvSpPr>
                  <a:spLocks noAdjustHandles="1" noChangeArrowheads="1" noChangeShapeType="1" noEditPoints="1" noGrp="1" noMove="1" noResize="1" noRot="1"/>
                </p:cNvSpPr>
                <p:nvPr userDrawn="1"/>
              </p:nvSpPr>
              <p:spPr bwMode="auto">
                <a:xfrm>
                  <a:off x="-2916762" y="769167"/>
                  <a:ext cx="268737" cy="248380"/>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noAutofit/>
                </a:bodyPr>
                <a:lstStyle/>
                <a:p>
                  <a:pPr algn="ctr">
                    <a:defRPr/>
                  </a:pPr>
                  <a:endParaRPr lang="en-GB" sz="1050" b="0">
                    <a:solidFill>
                      <a:srgbClr val="211F26"/>
                    </a:solidFill>
                    <a:latin typeface="Calibri"/>
                    <a:cs typeface="Calibri"/>
                  </a:endParaRPr>
                </a:p>
              </p:txBody>
            </p:sp>
            <p:grpSp>
              <p:nvGrpSpPr>
                <p:cNvPr id="1898478737" name="Groep 321"/>
                <p:cNvGrpSpPr>
                  <a:grpSpLocks noGrp="1" noMove="1" noResize="1" noRot="1" noUngrp="1"/>
                </p:cNvGrpSpPr>
                <p:nvPr userDrawn="1"/>
              </p:nvGrpSpPr>
              <p:grpSpPr bwMode="auto">
                <a:xfrm>
                  <a:off x="-2866743" y="827069"/>
                  <a:ext cx="168700" cy="132574"/>
                  <a:chOff x="-2866743" y="827069"/>
                  <a:chExt cx="168700" cy="132574"/>
                </a:xfrm>
              </p:grpSpPr>
              <p:cxnSp>
                <p:nvCxnSpPr>
                  <p:cNvPr id="2036032400" name="Rechte verbindingslijn 323"/>
                  <p:cNvCxnSpPr>
                    <a:cxnSpLocks noAdjustHandles="1" noChangeArrowheads="1" noChangeShapeType="1" noEditPoints="1" noGrp="1" noMove="1" noResize="1" noRot="1"/>
                  </p:cNvCxnSpPr>
                  <p:nvPr userDrawn="1"/>
                </p:nvCxnSpPr>
                <p:spPr bwMode="auto">
                  <a:xfrm>
                    <a:off x="-2866743" y="827069"/>
                    <a:ext cx="168700" cy="0"/>
                  </a:xfrm>
                  <a:prstGeom prst="line">
                    <a:avLst/>
                  </a:prstGeom>
                  <a:solidFill>
                    <a:schemeClr val="bg1"/>
                  </a:solidFill>
                  <a:ln w="12700" cap="flat" cmpd="sng" algn="ctr">
                    <a:solidFill>
                      <a:srgbClr val="9D9FA1"/>
                    </a:solidFill>
                    <a:prstDash val="solid"/>
                  </a:ln>
                  <a:effectLst/>
                </p:spPr>
              </p:cxnSp>
              <p:cxnSp>
                <p:nvCxnSpPr>
                  <p:cNvPr id="1955487577" name="Rechte verbindingslijn 324"/>
                  <p:cNvCxnSpPr>
                    <a:cxnSpLocks noAdjustHandles="1" noChangeArrowheads="1" noChangeShapeType="1" noEditPoints="1" noGrp="1" noMove="1" noResize="1" noRot="1"/>
                  </p:cNvCxnSpPr>
                  <p:nvPr userDrawn="1"/>
                </p:nvCxnSpPr>
                <p:spPr bwMode="auto">
                  <a:xfrm>
                    <a:off x="-2866743" y="959645"/>
                    <a:ext cx="168700" cy="0"/>
                  </a:xfrm>
                  <a:prstGeom prst="line">
                    <a:avLst/>
                  </a:prstGeom>
                  <a:solidFill>
                    <a:schemeClr val="bg1"/>
                  </a:solidFill>
                  <a:ln w="12700" cap="flat" cmpd="sng" algn="ctr">
                    <a:solidFill>
                      <a:srgbClr val="9D9FA1"/>
                    </a:solidFill>
                    <a:prstDash val="solid"/>
                  </a:ln>
                  <a:effectLst/>
                </p:spPr>
              </p:cxnSp>
              <p:cxnSp>
                <p:nvCxnSpPr>
                  <p:cNvPr id="392529309" name="Rechte verbindingslijn 325"/>
                  <p:cNvCxnSpPr>
                    <a:cxnSpLocks noAdjustHandles="1" noChangeArrowheads="1" noChangeShapeType="1" noEditPoints="1" noGrp="1" noMove="1" noResize="1" noRot="1"/>
                  </p:cNvCxnSpPr>
                  <p:nvPr userDrawn="1"/>
                </p:nvCxnSpPr>
                <p:spPr bwMode="auto">
                  <a:xfrm>
                    <a:off x="-2773989" y="926502"/>
                    <a:ext cx="75946" cy="0"/>
                  </a:xfrm>
                  <a:prstGeom prst="line">
                    <a:avLst/>
                  </a:prstGeom>
                  <a:solidFill>
                    <a:schemeClr val="bg1"/>
                  </a:solidFill>
                  <a:ln w="12700" cap="flat" cmpd="sng" algn="ctr">
                    <a:solidFill>
                      <a:srgbClr val="9D9FA1"/>
                    </a:solidFill>
                    <a:prstDash val="solid"/>
                  </a:ln>
                  <a:effectLst/>
                </p:spPr>
              </p:cxnSp>
              <p:cxnSp>
                <p:nvCxnSpPr>
                  <p:cNvPr id="1704441991" name="Rechte verbindingslijn 326"/>
                  <p:cNvCxnSpPr>
                    <a:cxnSpLocks noAdjustHandles="1" noChangeArrowheads="1" noChangeShapeType="1" noEditPoints="1" noGrp="1" noMove="1" noResize="1" noRot="1"/>
                  </p:cNvCxnSpPr>
                  <p:nvPr userDrawn="1"/>
                </p:nvCxnSpPr>
                <p:spPr bwMode="auto">
                  <a:xfrm>
                    <a:off x="-2773989" y="893358"/>
                    <a:ext cx="75946" cy="0"/>
                  </a:xfrm>
                  <a:prstGeom prst="line">
                    <a:avLst/>
                  </a:prstGeom>
                  <a:solidFill>
                    <a:schemeClr val="bg1"/>
                  </a:solidFill>
                  <a:ln w="12700" cap="flat" cmpd="sng" algn="ctr">
                    <a:solidFill>
                      <a:srgbClr val="9D9FA1"/>
                    </a:solidFill>
                    <a:prstDash val="solid"/>
                  </a:ln>
                  <a:effectLst/>
                </p:spPr>
              </p:cxnSp>
              <p:cxnSp>
                <p:nvCxnSpPr>
                  <p:cNvPr id="1375767215" name="Rechte verbindingslijn 327"/>
                  <p:cNvCxnSpPr>
                    <a:cxnSpLocks noAdjustHandles="1" noChangeArrowheads="1" noChangeShapeType="1" noEditPoints="1" noGrp="1" noMove="1" noResize="1" noRot="1"/>
                  </p:cNvCxnSpPr>
                  <p:nvPr userDrawn="1"/>
                </p:nvCxnSpPr>
                <p:spPr bwMode="auto">
                  <a:xfrm>
                    <a:off x="-2773989" y="860214"/>
                    <a:ext cx="75946" cy="0"/>
                  </a:xfrm>
                  <a:prstGeom prst="line">
                    <a:avLst/>
                  </a:prstGeom>
                  <a:solidFill>
                    <a:schemeClr val="bg1"/>
                  </a:solidFill>
                  <a:ln w="12700" cap="flat" cmpd="sng" algn="ctr">
                    <a:solidFill>
                      <a:srgbClr val="9D9FA1"/>
                    </a:solidFill>
                    <a:prstDash val="solid"/>
                  </a:ln>
                  <a:effectLst/>
                </p:spPr>
              </p:cxnSp>
            </p:grpSp>
            <p:sp>
              <p:nvSpPr>
                <p:cNvPr id="1301363028" name="Pijl: rechts 322"/>
                <p:cNvSpPr>
                  <a:spLocks noAdjustHandles="1" noChangeArrowheads="1" noChangeShapeType="1" noEditPoints="1" noGrp="1" noMove="1" noResize="1" noRot="1"/>
                </p:cNvSpPr>
                <p:nvPr userDrawn="1"/>
              </p:nvSpPr>
              <p:spPr bwMode="auto">
                <a:xfrm>
                  <a:off x="-2866743" y="858736"/>
                  <a:ext cx="70675" cy="67901"/>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noAutofit/>
                </a:bodyPr>
                <a:lstStyle/>
                <a:p>
                  <a:pPr algn="l">
                    <a:defRPr/>
                  </a:pPr>
                  <a:endParaRPr lang="en-GB" sz="1000" b="1">
                    <a:solidFill>
                      <a:srgbClr val="211F26"/>
                    </a:solidFill>
                    <a:latin typeface="Calibri"/>
                    <a:cs typeface="Calibri"/>
                  </a:endParaRPr>
                </a:p>
              </p:txBody>
            </p:sp>
          </p:grpSp>
          <p:grpSp>
            <p:nvGrpSpPr>
              <p:cNvPr id="1812066321" name="Groep 311"/>
              <p:cNvGrpSpPr>
                <a:grpSpLocks noGrp="1" noMove="1" noResize="1" noRot="1" noUngrp="1"/>
              </p:cNvGrpSpPr>
              <p:nvPr userDrawn="1"/>
            </p:nvGrpSpPr>
            <p:grpSpPr bwMode="auto">
              <a:xfrm>
                <a:off x="-2916762" y="460170"/>
                <a:ext cx="268737" cy="248380"/>
                <a:chOff x="-2916762" y="460170"/>
                <a:chExt cx="268737" cy="248380"/>
              </a:xfrm>
            </p:grpSpPr>
            <p:sp>
              <p:nvSpPr>
                <p:cNvPr id="1952700286" name="Rechthoek 312"/>
                <p:cNvSpPr>
                  <a:spLocks noAdjustHandles="1" noChangeArrowheads="1" noChangeShapeType="1" noEditPoints="1" noGrp="1" noMove="1" noResize="1" noRot="1"/>
                </p:cNvSpPr>
                <p:nvPr userDrawn="1"/>
              </p:nvSpPr>
              <p:spPr bwMode="auto">
                <a:xfrm>
                  <a:off x="-2916762" y="460170"/>
                  <a:ext cx="268737" cy="248380"/>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noAutofit/>
                </a:bodyPr>
                <a:lstStyle/>
                <a:p>
                  <a:pPr algn="ctr">
                    <a:defRPr/>
                  </a:pPr>
                  <a:endParaRPr lang="en-GB" sz="1050" b="0">
                    <a:solidFill>
                      <a:srgbClr val="211F26"/>
                    </a:solidFill>
                    <a:latin typeface="Calibri"/>
                    <a:cs typeface="Calibri"/>
                  </a:endParaRPr>
                </a:p>
              </p:txBody>
            </p:sp>
            <p:grpSp>
              <p:nvGrpSpPr>
                <p:cNvPr id="1600094682" name="Groep 313"/>
                <p:cNvGrpSpPr>
                  <a:grpSpLocks noGrp="1" noMove="1" noResize="1" noRot="1" noUngrp="1"/>
                </p:cNvGrpSpPr>
                <p:nvPr userDrawn="1"/>
              </p:nvGrpSpPr>
              <p:grpSpPr bwMode="auto">
                <a:xfrm>
                  <a:off x="-2866743" y="518073"/>
                  <a:ext cx="168700" cy="132574"/>
                  <a:chOff x="-2866743" y="518073"/>
                  <a:chExt cx="168700" cy="132574"/>
                </a:xfrm>
              </p:grpSpPr>
              <p:cxnSp>
                <p:nvCxnSpPr>
                  <p:cNvPr id="491447793" name="Rechte verbindingslijn 315"/>
                  <p:cNvCxnSpPr>
                    <a:cxnSpLocks noAdjustHandles="1" noChangeArrowheads="1" noChangeShapeType="1" noEditPoints="1" noGrp="1" noMove="1" noResize="1" noRot="1"/>
                  </p:cNvCxnSpPr>
                  <p:nvPr userDrawn="1"/>
                </p:nvCxnSpPr>
                <p:spPr bwMode="auto">
                  <a:xfrm>
                    <a:off x="-2866743" y="518073"/>
                    <a:ext cx="168700" cy="0"/>
                  </a:xfrm>
                  <a:prstGeom prst="line">
                    <a:avLst/>
                  </a:prstGeom>
                  <a:solidFill>
                    <a:schemeClr val="bg1"/>
                  </a:solidFill>
                  <a:ln w="12700" cap="flat" cmpd="sng" algn="ctr">
                    <a:solidFill>
                      <a:srgbClr val="9D9FA1"/>
                    </a:solidFill>
                    <a:prstDash val="solid"/>
                  </a:ln>
                  <a:effectLst/>
                </p:spPr>
              </p:cxnSp>
              <p:cxnSp>
                <p:nvCxnSpPr>
                  <p:cNvPr id="584075284" name="Rechte verbindingslijn 316"/>
                  <p:cNvCxnSpPr>
                    <a:cxnSpLocks noAdjustHandles="1" noChangeArrowheads="1" noChangeShapeType="1" noEditPoints="1" noGrp="1" noMove="1" noResize="1" noRot="1"/>
                  </p:cNvCxnSpPr>
                  <p:nvPr userDrawn="1"/>
                </p:nvCxnSpPr>
                <p:spPr bwMode="auto">
                  <a:xfrm>
                    <a:off x="-2866743" y="650648"/>
                    <a:ext cx="168700" cy="0"/>
                  </a:xfrm>
                  <a:prstGeom prst="line">
                    <a:avLst/>
                  </a:prstGeom>
                  <a:solidFill>
                    <a:schemeClr val="bg1"/>
                  </a:solidFill>
                  <a:ln w="12700" cap="flat" cmpd="sng" algn="ctr">
                    <a:solidFill>
                      <a:srgbClr val="9D9FA1"/>
                    </a:solidFill>
                    <a:prstDash val="solid"/>
                  </a:ln>
                  <a:effectLst/>
                </p:spPr>
              </p:cxnSp>
              <p:cxnSp>
                <p:nvCxnSpPr>
                  <p:cNvPr id="2025561639" name="Rechte verbindingslijn 317"/>
                  <p:cNvCxnSpPr>
                    <a:cxnSpLocks noAdjustHandles="1" noChangeArrowheads="1" noChangeShapeType="1" noEditPoints="1" noGrp="1" noMove="1" noResize="1" noRot="1"/>
                  </p:cNvCxnSpPr>
                  <p:nvPr userDrawn="1"/>
                </p:nvCxnSpPr>
                <p:spPr bwMode="auto">
                  <a:xfrm>
                    <a:off x="-2773989" y="617505"/>
                    <a:ext cx="75946" cy="0"/>
                  </a:xfrm>
                  <a:prstGeom prst="line">
                    <a:avLst/>
                  </a:prstGeom>
                  <a:solidFill>
                    <a:schemeClr val="bg1"/>
                  </a:solidFill>
                  <a:ln w="12700" cap="flat" cmpd="sng" algn="ctr">
                    <a:solidFill>
                      <a:srgbClr val="9D9FA1"/>
                    </a:solidFill>
                    <a:prstDash val="solid"/>
                  </a:ln>
                  <a:effectLst/>
                </p:spPr>
              </p:cxnSp>
              <p:cxnSp>
                <p:nvCxnSpPr>
                  <p:cNvPr id="564482095" name="Rechte verbindingslijn 318"/>
                  <p:cNvCxnSpPr>
                    <a:cxnSpLocks noAdjustHandles="1" noChangeArrowheads="1" noChangeShapeType="1" noEditPoints="1" noGrp="1" noMove="1" noResize="1" noRot="1"/>
                  </p:cNvCxnSpPr>
                  <p:nvPr userDrawn="1"/>
                </p:nvCxnSpPr>
                <p:spPr bwMode="auto">
                  <a:xfrm>
                    <a:off x="-2773989" y="584361"/>
                    <a:ext cx="75946" cy="0"/>
                  </a:xfrm>
                  <a:prstGeom prst="line">
                    <a:avLst/>
                  </a:prstGeom>
                  <a:solidFill>
                    <a:schemeClr val="bg1"/>
                  </a:solidFill>
                  <a:ln w="12700" cap="flat" cmpd="sng" algn="ctr">
                    <a:solidFill>
                      <a:srgbClr val="9D9FA1"/>
                    </a:solidFill>
                    <a:prstDash val="solid"/>
                  </a:ln>
                  <a:effectLst/>
                </p:spPr>
              </p:cxnSp>
              <p:cxnSp>
                <p:nvCxnSpPr>
                  <p:cNvPr id="1898040455" name="Rechte verbindingslijn 319"/>
                  <p:cNvCxnSpPr>
                    <a:cxnSpLocks noAdjustHandles="1" noChangeArrowheads="1" noChangeShapeType="1" noEditPoints="1" noGrp="1" noMove="1" noResize="1" noRot="1"/>
                  </p:cNvCxnSpPr>
                  <p:nvPr userDrawn="1"/>
                </p:nvCxnSpPr>
                <p:spPr bwMode="auto">
                  <a:xfrm>
                    <a:off x="-2773989" y="551217"/>
                    <a:ext cx="75946" cy="0"/>
                  </a:xfrm>
                  <a:prstGeom prst="line">
                    <a:avLst/>
                  </a:prstGeom>
                  <a:solidFill>
                    <a:schemeClr val="bg1"/>
                  </a:solidFill>
                  <a:ln w="12700" cap="flat" cmpd="sng" algn="ctr">
                    <a:solidFill>
                      <a:srgbClr val="9D9FA1"/>
                    </a:solidFill>
                    <a:prstDash val="solid"/>
                  </a:ln>
                  <a:effectLst/>
                </p:spPr>
              </p:cxnSp>
            </p:grpSp>
            <p:sp>
              <p:nvSpPr>
                <p:cNvPr id="1862034760" name="Pijl: rechts 314"/>
                <p:cNvSpPr>
                  <a:spLocks noAdjustHandles="1" noChangeArrowheads="1" noChangeShapeType="1" noEditPoints="1" noGrp="1" noMove="1" noResize="1" noRot="1"/>
                </p:cNvSpPr>
                <p:nvPr userDrawn="1"/>
              </p:nvSpPr>
              <p:spPr bwMode="auto">
                <a:xfrm flipH="1">
                  <a:off x="-2866743" y="549739"/>
                  <a:ext cx="70675" cy="67901"/>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noAutofit/>
                </a:bodyPr>
                <a:lstStyle/>
                <a:p>
                  <a:pPr algn="l">
                    <a:defRPr/>
                  </a:pPr>
                  <a:endParaRPr lang="en-GB" sz="1000" b="1">
                    <a:solidFill>
                      <a:srgbClr val="211F26"/>
                    </a:solidFill>
                    <a:latin typeface="Calibri"/>
                    <a:cs typeface="Calibri"/>
                  </a:endParaRPr>
                </a:p>
              </p:txBody>
            </p:sp>
          </p:grpSp>
        </p:grpSp>
        <p:grpSp>
          <p:nvGrpSpPr>
            <p:cNvPr id="329991830" name="Groep 296"/>
            <p:cNvGrpSpPr>
              <a:grpSpLocks noGrp="1" noMove="1" noResize="1" noRot="1" noUngrp="1"/>
            </p:cNvGrpSpPr>
            <p:nvPr userDrawn="1"/>
          </p:nvGrpSpPr>
          <p:grpSpPr bwMode="auto">
            <a:xfrm>
              <a:off x="-938433" y="4663036"/>
              <a:ext cx="627797" cy="576693"/>
              <a:chOff x="-1753861" y="6112774"/>
              <a:chExt cx="759634" cy="697797"/>
            </a:xfrm>
          </p:grpSpPr>
          <p:grpSp>
            <p:nvGrpSpPr>
              <p:cNvPr id="1000071488" name="Inspireren"/>
              <p:cNvGrpSpPr>
                <a:grpSpLocks noChangeAspect="1" noGrp="1" noMove="1" noResize="1" noRot="1" noUngrp="1"/>
              </p:cNvGrpSpPr>
              <p:nvPr userDrawn="1"/>
            </p:nvGrpSpPr>
            <p:grpSpPr bwMode="auto">
              <a:xfrm>
                <a:off x="-1484857" y="6112774"/>
                <a:ext cx="205430" cy="293285"/>
                <a:chOff x="4767" y="2782"/>
                <a:chExt cx="787" cy="1125"/>
              </a:xfrm>
              <a:gradFill>
                <a:gsLst>
                  <a:gs pos="0">
                    <a:srgbClr val="9D9FA1"/>
                  </a:gs>
                  <a:gs pos="70000">
                    <a:srgbClr val="211F26"/>
                  </a:gs>
                </a:gsLst>
                <a:lin ang="2700000" scaled="0"/>
              </a:gradFill>
            </p:grpSpPr>
            <p:sp>
              <p:nvSpPr>
                <p:cNvPr id="350161429" name="Freeform 12"/>
                <p:cNvSpPr>
                  <a:spLocks noAdjustHandles="1" noChangeArrowheads="1" noChangeShapeType="1" noEditPoints="1" noGrp="1" noMove="1" noResize="1" noRot="1"/>
                </p:cNvSpPr>
                <p:nvPr/>
              </p:nvSpPr>
              <p:spPr bwMode="auto">
                <a:xfrm>
                  <a:off x="5000" y="3186"/>
                  <a:ext cx="318" cy="288"/>
                </a:xfrm>
                <a:custGeom>
                  <a:avLst/>
                  <a:gdLst>
                    <a:gd name="T0" fmla="*/ 220 w 319"/>
                    <a:gd name="T1" fmla="*/ 288 h 288"/>
                    <a:gd name="T2" fmla="*/ 107 w 319"/>
                    <a:gd name="T3" fmla="*/ 288 h 288"/>
                    <a:gd name="T4" fmla="*/ 0 w 319"/>
                    <a:gd name="T5" fmla="*/ 0 h 288"/>
                    <a:gd name="T6" fmla="*/ 319 w 319"/>
                    <a:gd name="T7" fmla="*/ 0 h 288"/>
                    <a:gd name="T8" fmla="*/ 220 w 319"/>
                    <a:gd name="T9" fmla="*/ 288 h 288"/>
                  </a:gdLst>
                  <a:ahLst/>
                  <a:cxnLst>
                    <a:cxn ang="0">
                      <a:pos x="T0" y="T1"/>
                    </a:cxn>
                    <a:cxn ang="0">
                      <a:pos x="T2" y="T3"/>
                    </a:cxn>
                    <a:cxn ang="0">
                      <a:pos x="T4" y="T5"/>
                    </a:cxn>
                    <a:cxn ang="0">
                      <a:pos x="T6" y="T7"/>
                    </a:cxn>
                    <a:cxn ang="0">
                      <a:pos x="T8" y="T9"/>
                    </a:cxn>
                  </a:cxnLst>
                  <a:rect l="0" t="0" r="r" b="b"/>
                  <a:pathLst>
                    <a:path w="319" h="288" fill="norm" stroke="1" extrusionOk="0">
                      <a:moveTo>
                        <a:pt x="220" y="288"/>
                      </a:moveTo>
                      <a:lnTo>
                        <a:pt x="107" y="288"/>
                      </a:lnTo>
                      <a:lnTo>
                        <a:pt x="0" y="0"/>
                      </a:lnTo>
                      <a:lnTo>
                        <a:pt x="319" y="0"/>
                      </a:lnTo>
                      <a:lnTo>
                        <a:pt x="220" y="288"/>
                      </a:lnTo>
                      <a:close/>
                    </a:path>
                  </a:pathLst>
                </a:custGeom>
                <a:solidFill>
                  <a:srgbClr val="1FF524"/>
                </a:solidFill>
                <a:ln>
                  <a:noFill/>
                </a:ln>
              </p:spPr>
              <p:txBody>
                <a:bodyPr vert="horz" wrap="square" lIns="91440" tIns="45720" rIns="91440" bIns="45720" numCol="1" anchor="t" anchorCtr="0" compatLnSpc="1">
                  <a:prstTxWarp prst="textNoShape"/>
                </a:bodyPr>
                <a:lstStyle/>
                <a:p>
                  <a:pPr marL="0" marR="0" lvl="0" indent="0" defTabSz="995467">
                    <a:lnSpc>
                      <a:spcPct val="100000"/>
                    </a:lnSpc>
                    <a:spcBef>
                      <a:spcPts val="0"/>
                    </a:spcBef>
                    <a:spcAft>
                      <a:spcPts val="0"/>
                    </a:spcAft>
                    <a:buClrTx/>
                    <a:buSzTx/>
                    <a:buFontTx/>
                    <a:buNone/>
                    <a:defRPr/>
                  </a:pPr>
                  <a:endParaRPr lang="en-GB" sz="300" b="0" i="0" u="none" strike="noStrike" cap="none" spc="0">
                    <a:ln>
                      <a:noFill/>
                    </a:ln>
                    <a:solidFill>
                      <a:srgbClr val="211F26"/>
                    </a:solidFill>
                    <a:latin typeface="Arial"/>
                  </a:endParaRPr>
                </a:p>
              </p:txBody>
            </p:sp>
            <p:sp>
              <p:nvSpPr>
                <p:cNvPr id="713330926" name="Freeform 13"/>
                <p:cNvSpPr>
                  <a:spLocks noAdjustHandles="1" noChangeArrowheads="1" noChangeShapeType="1" noEditPoints="1" noGrp="1" noMove="1" noResize="1" noRot="1"/>
                </p:cNvSpPr>
                <p:nvPr/>
              </p:nvSpPr>
              <p:spPr bwMode="auto">
                <a:xfrm>
                  <a:off x="5022" y="3794"/>
                  <a:ext cx="281" cy="111"/>
                </a:xfrm>
                <a:custGeom>
                  <a:avLst/>
                  <a:gdLst>
                    <a:gd name="T0" fmla="*/ 229 w 251"/>
                    <a:gd name="T1" fmla="*/ 70 h 100"/>
                    <a:gd name="T2" fmla="*/ 229 w 251"/>
                    <a:gd name="T3" fmla="*/ 69 h 100"/>
                    <a:gd name="T4" fmla="*/ 251 w 251"/>
                    <a:gd name="T5" fmla="*/ 0 h 100"/>
                    <a:gd name="T6" fmla="*/ 0 w 251"/>
                    <a:gd name="T7" fmla="*/ 0 h 100"/>
                    <a:gd name="T8" fmla="*/ 22 w 251"/>
                    <a:gd name="T9" fmla="*/ 69 h 100"/>
                    <a:gd name="T10" fmla="*/ 63 w 251"/>
                    <a:gd name="T11" fmla="*/ 100 h 100"/>
                    <a:gd name="T12" fmla="*/ 188 w 251"/>
                    <a:gd name="T13" fmla="*/ 100 h 100"/>
                    <a:gd name="T14" fmla="*/ 229 w 251"/>
                    <a:gd name="T15" fmla="*/ 71 h 100"/>
                    <a:gd name="T16" fmla="*/ 229 w 251"/>
                    <a:gd name="T17" fmla="*/ 71 h 100"/>
                    <a:gd name="T18" fmla="*/ 229 w 251"/>
                    <a:gd name="T19" fmla="*/ 7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1" h="100" fill="norm" stroke="1" extrusionOk="0">
                      <a:moveTo>
                        <a:pt x="229" y="70"/>
                      </a:moveTo>
                      <a:cubicBezTo>
                        <a:pt x="229" y="70"/>
                        <a:pt x="229" y="69"/>
                        <a:pt x="229" y="69"/>
                      </a:cubicBezTo>
                      <a:cubicBezTo>
                        <a:pt x="251" y="0"/>
                        <a:pt x="251" y="0"/>
                        <a:pt x="251" y="0"/>
                      </a:cubicBezTo>
                      <a:cubicBezTo>
                        <a:pt x="0" y="0"/>
                        <a:pt x="0" y="0"/>
                        <a:pt x="0" y="0"/>
                      </a:cubicBezTo>
                      <a:cubicBezTo>
                        <a:pt x="22" y="69"/>
                        <a:pt x="22" y="69"/>
                        <a:pt x="22" y="69"/>
                      </a:cubicBezTo>
                      <a:cubicBezTo>
                        <a:pt x="27" y="87"/>
                        <a:pt x="44" y="100"/>
                        <a:pt x="63" y="100"/>
                      </a:cubicBezTo>
                      <a:cubicBezTo>
                        <a:pt x="188" y="100"/>
                        <a:pt x="188" y="100"/>
                        <a:pt x="188" y="100"/>
                      </a:cubicBezTo>
                      <a:cubicBezTo>
                        <a:pt x="207" y="100"/>
                        <a:pt x="223" y="88"/>
                        <a:pt x="229" y="71"/>
                      </a:cubicBezTo>
                      <a:cubicBezTo>
                        <a:pt x="229" y="71"/>
                        <a:pt x="229" y="71"/>
                        <a:pt x="229" y="71"/>
                      </a:cubicBezTo>
                      <a:lnTo>
                        <a:pt x="229" y="70"/>
                      </a:lnTo>
                      <a:close/>
                    </a:path>
                  </a:pathLst>
                </a:custGeom>
                <a:grpFill/>
                <a:ln>
                  <a:noFill/>
                </a:ln>
              </p:spPr>
              <p:txBody>
                <a:bodyPr vert="horz" wrap="square" lIns="91440" tIns="45720" rIns="91440" bIns="45720" numCol="1" anchor="t" anchorCtr="0" compatLnSpc="1">
                  <a:prstTxWarp prst="textNoShape"/>
                </a:bodyPr>
                <a:lstStyle/>
                <a:p>
                  <a:pPr marL="0" marR="0" lvl="0" indent="0" defTabSz="995467">
                    <a:lnSpc>
                      <a:spcPct val="100000"/>
                    </a:lnSpc>
                    <a:spcBef>
                      <a:spcPts val="0"/>
                    </a:spcBef>
                    <a:spcAft>
                      <a:spcPts val="0"/>
                    </a:spcAft>
                    <a:buClrTx/>
                    <a:buSzTx/>
                    <a:buFontTx/>
                    <a:buNone/>
                    <a:defRPr/>
                  </a:pPr>
                  <a:endParaRPr lang="en-GB" sz="300" b="0" i="0" u="none" strike="noStrike" cap="none" spc="0">
                    <a:ln>
                      <a:noFill/>
                    </a:ln>
                    <a:solidFill>
                      <a:srgbClr val="211F26"/>
                    </a:solidFill>
                    <a:latin typeface="Arial"/>
                  </a:endParaRPr>
                </a:p>
              </p:txBody>
            </p:sp>
            <p:sp>
              <p:nvSpPr>
                <p:cNvPr id="1653245745" name="Freeform 14"/>
                <p:cNvSpPr>
                  <a:spLocks noAdjustHandles="1" noChangeArrowheads="1" noChangeShapeType="1" noEditPoints="1" noGrp="1" noMove="1" noResize="1" noRot="1"/>
                </p:cNvSpPr>
                <p:nvPr/>
              </p:nvSpPr>
              <p:spPr bwMode="auto">
                <a:xfrm>
                  <a:off x="4767" y="2782"/>
                  <a:ext cx="787" cy="965"/>
                </a:xfrm>
                <a:custGeom>
                  <a:avLst/>
                  <a:gdLst>
                    <a:gd name="T0" fmla="*/ 351 w 702"/>
                    <a:gd name="T1" fmla="*/ 0 h 860"/>
                    <a:gd name="T2" fmla="*/ 0 w 702"/>
                    <a:gd name="T3" fmla="*/ 351 h 860"/>
                    <a:gd name="T4" fmla="*/ 134 w 702"/>
                    <a:gd name="T5" fmla="*/ 627 h 860"/>
                    <a:gd name="T6" fmla="*/ 165 w 702"/>
                    <a:gd name="T7" fmla="*/ 718 h 860"/>
                    <a:gd name="T8" fmla="*/ 266 w 702"/>
                    <a:gd name="T9" fmla="*/ 718 h 860"/>
                    <a:gd name="T10" fmla="*/ 266 w 702"/>
                    <a:gd name="T11" fmla="*/ 718 h 860"/>
                    <a:gd name="T12" fmla="*/ 434 w 702"/>
                    <a:gd name="T13" fmla="*/ 718 h 860"/>
                    <a:gd name="T14" fmla="*/ 419 w 702"/>
                    <a:gd name="T15" fmla="*/ 760 h 860"/>
                    <a:gd name="T16" fmla="*/ 284 w 702"/>
                    <a:gd name="T17" fmla="*/ 760 h 860"/>
                    <a:gd name="T18" fmla="*/ 284 w 702"/>
                    <a:gd name="T19" fmla="*/ 760 h 860"/>
                    <a:gd name="T20" fmla="*/ 179 w 702"/>
                    <a:gd name="T21" fmla="*/ 760 h 860"/>
                    <a:gd name="T22" fmla="*/ 212 w 702"/>
                    <a:gd name="T23" fmla="*/ 860 h 860"/>
                    <a:gd name="T24" fmla="*/ 212 w 702"/>
                    <a:gd name="T25" fmla="*/ 860 h 860"/>
                    <a:gd name="T26" fmla="*/ 216 w 702"/>
                    <a:gd name="T27" fmla="*/ 860 h 860"/>
                    <a:gd name="T28" fmla="*/ 488 w 702"/>
                    <a:gd name="T29" fmla="*/ 860 h 860"/>
                    <a:gd name="T30" fmla="*/ 491 w 702"/>
                    <a:gd name="T31" fmla="*/ 860 h 860"/>
                    <a:gd name="T32" fmla="*/ 570 w 702"/>
                    <a:gd name="T33" fmla="*/ 625 h 860"/>
                    <a:gd name="T34" fmla="*/ 702 w 702"/>
                    <a:gd name="T35" fmla="*/ 351 h 860"/>
                    <a:gd name="T36" fmla="*/ 351 w 702"/>
                    <a:gd name="T37" fmla="*/ 0 h 860"/>
                    <a:gd name="T38" fmla="*/ 587 w 702"/>
                    <a:gd name="T39" fmla="*/ 438 h 860"/>
                    <a:gd name="T40" fmla="*/ 485 w 702"/>
                    <a:gd name="T41" fmla="*/ 563 h 860"/>
                    <a:gd name="T42" fmla="*/ 454 w 702"/>
                    <a:gd name="T43" fmla="*/ 658 h 860"/>
                    <a:gd name="T44" fmla="*/ 250 w 702"/>
                    <a:gd name="T45" fmla="*/ 658 h 860"/>
                    <a:gd name="T46" fmla="*/ 219 w 702"/>
                    <a:gd name="T47" fmla="*/ 565 h 860"/>
                    <a:gd name="T48" fmla="*/ 115 w 702"/>
                    <a:gd name="T49" fmla="*/ 439 h 860"/>
                    <a:gd name="T50" fmla="*/ 99 w 702"/>
                    <a:gd name="T51" fmla="*/ 351 h 860"/>
                    <a:gd name="T52" fmla="*/ 351 w 702"/>
                    <a:gd name="T53" fmla="*/ 99 h 860"/>
                    <a:gd name="T54" fmla="*/ 603 w 702"/>
                    <a:gd name="T55" fmla="*/ 351 h 860"/>
                    <a:gd name="T56" fmla="*/ 587 w 702"/>
                    <a:gd name="T57" fmla="*/ 438 h 8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702" h="860" fill="norm" stroke="1" extrusionOk="0">
                      <a:moveTo>
                        <a:pt x="351" y="0"/>
                      </a:moveTo>
                      <a:cubicBezTo>
                        <a:pt x="157" y="0"/>
                        <a:pt x="0" y="157"/>
                        <a:pt x="0" y="351"/>
                      </a:cubicBezTo>
                      <a:cubicBezTo>
                        <a:pt x="0" y="463"/>
                        <a:pt x="52" y="562"/>
                        <a:pt x="134" y="627"/>
                      </a:cubicBezTo>
                      <a:cubicBezTo>
                        <a:pt x="165" y="718"/>
                        <a:pt x="165" y="718"/>
                        <a:pt x="165" y="718"/>
                      </a:cubicBezTo>
                      <a:cubicBezTo>
                        <a:pt x="266" y="718"/>
                        <a:pt x="266" y="718"/>
                        <a:pt x="266" y="718"/>
                      </a:cubicBezTo>
                      <a:cubicBezTo>
                        <a:pt x="266" y="718"/>
                        <a:pt x="266" y="718"/>
                        <a:pt x="266" y="718"/>
                      </a:cubicBezTo>
                      <a:cubicBezTo>
                        <a:pt x="434" y="718"/>
                        <a:pt x="434" y="718"/>
                        <a:pt x="434" y="718"/>
                      </a:cubicBezTo>
                      <a:cubicBezTo>
                        <a:pt x="419" y="760"/>
                        <a:pt x="419" y="760"/>
                        <a:pt x="419" y="760"/>
                      </a:cubicBezTo>
                      <a:cubicBezTo>
                        <a:pt x="284" y="760"/>
                        <a:pt x="284" y="760"/>
                        <a:pt x="284" y="760"/>
                      </a:cubicBezTo>
                      <a:cubicBezTo>
                        <a:pt x="284" y="760"/>
                        <a:pt x="284" y="760"/>
                        <a:pt x="284" y="760"/>
                      </a:cubicBezTo>
                      <a:cubicBezTo>
                        <a:pt x="179" y="760"/>
                        <a:pt x="179" y="760"/>
                        <a:pt x="179" y="760"/>
                      </a:cubicBezTo>
                      <a:cubicBezTo>
                        <a:pt x="212" y="860"/>
                        <a:pt x="212" y="860"/>
                        <a:pt x="212" y="860"/>
                      </a:cubicBezTo>
                      <a:cubicBezTo>
                        <a:pt x="212" y="860"/>
                        <a:pt x="212" y="860"/>
                        <a:pt x="212" y="860"/>
                      </a:cubicBezTo>
                      <a:cubicBezTo>
                        <a:pt x="216" y="860"/>
                        <a:pt x="216" y="860"/>
                        <a:pt x="216" y="860"/>
                      </a:cubicBezTo>
                      <a:cubicBezTo>
                        <a:pt x="488" y="860"/>
                        <a:pt x="488" y="860"/>
                        <a:pt x="488" y="860"/>
                      </a:cubicBezTo>
                      <a:cubicBezTo>
                        <a:pt x="491" y="860"/>
                        <a:pt x="491" y="860"/>
                        <a:pt x="491" y="860"/>
                      </a:cubicBezTo>
                      <a:cubicBezTo>
                        <a:pt x="570" y="625"/>
                        <a:pt x="570" y="625"/>
                        <a:pt x="570" y="625"/>
                      </a:cubicBezTo>
                      <a:cubicBezTo>
                        <a:pt x="651" y="560"/>
                        <a:pt x="702" y="461"/>
                        <a:pt x="702" y="351"/>
                      </a:cubicBezTo>
                      <a:cubicBezTo>
                        <a:pt x="702" y="157"/>
                        <a:pt x="545" y="0"/>
                        <a:pt x="351" y="0"/>
                      </a:cubicBezTo>
                      <a:close/>
                      <a:moveTo>
                        <a:pt x="587" y="438"/>
                      </a:moveTo>
                      <a:cubicBezTo>
                        <a:pt x="568" y="490"/>
                        <a:pt x="531" y="534"/>
                        <a:pt x="485" y="563"/>
                      </a:cubicBezTo>
                      <a:cubicBezTo>
                        <a:pt x="454" y="658"/>
                        <a:pt x="454" y="658"/>
                        <a:pt x="454" y="658"/>
                      </a:cubicBezTo>
                      <a:cubicBezTo>
                        <a:pt x="250" y="658"/>
                        <a:pt x="250" y="658"/>
                        <a:pt x="250" y="658"/>
                      </a:cubicBezTo>
                      <a:cubicBezTo>
                        <a:pt x="219" y="565"/>
                        <a:pt x="219" y="565"/>
                        <a:pt x="219" y="565"/>
                      </a:cubicBezTo>
                      <a:cubicBezTo>
                        <a:pt x="172" y="536"/>
                        <a:pt x="135" y="491"/>
                        <a:pt x="115" y="439"/>
                      </a:cubicBezTo>
                      <a:cubicBezTo>
                        <a:pt x="105" y="411"/>
                        <a:pt x="99" y="382"/>
                        <a:pt x="99" y="351"/>
                      </a:cubicBezTo>
                      <a:cubicBezTo>
                        <a:pt x="99" y="212"/>
                        <a:pt x="212" y="99"/>
                        <a:pt x="351" y="99"/>
                      </a:cubicBezTo>
                      <a:cubicBezTo>
                        <a:pt x="490" y="99"/>
                        <a:pt x="603" y="212"/>
                        <a:pt x="603" y="351"/>
                      </a:cubicBezTo>
                      <a:cubicBezTo>
                        <a:pt x="603" y="381"/>
                        <a:pt x="597" y="411"/>
                        <a:pt x="587" y="438"/>
                      </a:cubicBezTo>
                      <a:close/>
                    </a:path>
                  </a:pathLst>
                </a:custGeom>
                <a:grpFill/>
                <a:ln>
                  <a:noFill/>
                </a:ln>
              </p:spPr>
              <p:txBody>
                <a:bodyPr vert="horz" wrap="square" lIns="91440" tIns="45720" rIns="91440" bIns="45720" numCol="1" anchor="t" anchorCtr="0" compatLnSpc="1">
                  <a:prstTxWarp prst="textNoShape"/>
                </a:bodyPr>
                <a:lstStyle/>
                <a:p>
                  <a:pPr marL="0" marR="0" lvl="0" indent="0" defTabSz="995467">
                    <a:lnSpc>
                      <a:spcPct val="100000"/>
                    </a:lnSpc>
                    <a:spcBef>
                      <a:spcPts val="0"/>
                    </a:spcBef>
                    <a:spcAft>
                      <a:spcPts val="0"/>
                    </a:spcAft>
                    <a:buClrTx/>
                    <a:buSzTx/>
                    <a:buFontTx/>
                    <a:buNone/>
                    <a:defRPr/>
                  </a:pPr>
                  <a:endParaRPr lang="en-GB" sz="300" b="0" i="0" u="none" strike="noStrike" cap="none" spc="0">
                    <a:ln>
                      <a:noFill/>
                    </a:ln>
                    <a:solidFill>
                      <a:srgbClr val="211F26"/>
                    </a:solidFill>
                    <a:latin typeface="Arial"/>
                  </a:endParaRPr>
                </a:p>
              </p:txBody>
            </p:sp>
          </p:grpSp>
          <p:sp>
            <p:nvSpPr>
              <p:cNvPr id="1157266655" name="Tekstvak 298"/>
              <p:cNvSpPr txBox="1">
                <a:spLocks noAdjustHandles="1" noChangeArrowheads="1" noChangeShapeType="1" noEditPoints="1" noGrp="1" noMove="1" noResize="1" noRot="1"/>
              </p:cNvSpPr>
              <p:nvPr userDrawn="1"/>
            </p:nvSpPr>
            <p:spPr bwMode="auto">
              <a:xfrm>
                <a:off x="-1753861" y="6420663"/>
                <a:ext cx="759634" cy="389908"/>
              </a:xfrm>
              <a:prstGeom prst="rect">
                <a:avLst/>
              </a:prstGeom>
              <a:noFill/>
            </p:spPr>
            <p:txBody>
              <a:bodyPr wrap="square" lIns="0" tIns="0" rIns="0" bIns="0" rtlCol="0" anchor="ctr">
                <a:noAutofit/>
              </a:bodyPr>
              <a:lstStyle/>
              <a:p>
                <a:pPr marL="0" marR="0" lvl="0" indent="0" algn="ctr" defTabSz="914400">
                  <a:lnSpc>
                    <a:spcPct val="90000"/>
                  </a:lnSpc>
                  <a:spcBef>
                    <a:spcPts val="599"/>
                  </a:spcBef>
                  <a:spcAft>
                    <a:spcPts val="599"/>
                  </a:spcAft>
                  <a:buClrTx/>
                  <a:buSzTx/>
                  <a:buFontTx/>
                  <a:buNone/>
                  <a:defRPr/>
                </a:pPr>
                <a:r>
                  <a:rPr lang="en-GB" sz="1000" b="0" i="0" u="none" strike="noStrike" cap="none" spc="0">
                    <a:ln>
                      <a:noFill/>
                    </a:ln>
                    <a:solidFill>
                      <a:srgbClr val="211F26"/>
                    </a:solidFill>
                    <a:latin typeface="Calibri"/>
                    <a:ea typeface="Arial"/>
                    <a:cs typeface="Calibri"/>
                  </a:rPr>
                  <a:t>Inspiration</a:t>
                </a:r>
                <a:endParaRPr/>
              </a:p>
            </p:txBody>
          </p:sp>
        </p:grpSp>
      </p:grpSp>
      <p:pic>
        <p:nvPicPr>
          <p:cNvPr id="2018321809" name=""/>
          <p:cNvPicPr>
            <a:picLocks noChangeAspect="1"/>
          </p:cNvPicPr>
          <p:nvPr/>
        </p:nvPicPr>
        <p:blipFill>
          <a:blip r:embed="rId3"/>
          <a:stretch/>
        </p:blipFill>
        <p:spPr bwMode="auto">
          <a:xfrm flipH="0" flipV="0">
            <a:off x="4771201" y="1549364"/>
            <a:ext cx="7047459" cy="4431645"/>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med" p14:dur="700" advClick="1">
        <p:fade thruBlk="0"/>
      </p:transition>
    </mc:Choice>
    <mc:Fallback>
      <p:transition spd="med" advClick="1">
        <p:fade thruBlk="0"/>
      </p:transition>
    </mc:Fallback>
  </mc:AlternateContent>
</p:sld>
</file>

<file path=ppt/theme/_rels/theme1.xml.rels><?xml version="1.0" encoding="UTF-8" standalone="yes"?><Relationships xmlns="http://schemas.openxmlformats.org/package/2006/relationships"></Relationships>
</file>

<file path=ppt/theme/_rels/theme2.xml.rels><?xml version="1.0" encoding="UTF-8" standalone="yes"?><Relationships xmlns="http://schemas.openxmlformats.org/package/2006/relationships"></Relationships>
</file>

<file path=ppt/theme/theme1.xml><?xml version="1.0" encoding="utf-8"?>
<a:theme xmlns:a="http://schemas.openxmlformats.org/drawingml/2006/main" xmlns:r="http://schemas.openxmlformats.org/officeDocument/2006/relationships" xmlns:p="http://schemas.openxmlformats.org/presentationml/2006/main" name="TU DELFT | TEMPLATE (SLIDEBUILDER)">
  <a:themeElements>
    <a:clrScheme name="Aangepast 43">
      <a:dk1>
        <a:srgbClr val="000000"/>
      </a:dk1>
      <a:lt1>
        <a:srgbClr val="FFFFFF"/>
      </a:lt1>
      <a:dk2>
        <a:srgbClr val="000000"/>
      </a:dk2>
      <a:lt2>
        <a:srgbClr val="FFFFFF"/>
      </a:lt2>
      <a:accent1>
        <a:srgbClr val="00A6D6"/>
      </a:accent1>
      <a:accent2>
        <a:srgbClr val="0C2340"/>
      </a:accent2>
      <a:accent3>
        <a:srgbClr val="EF60A3"/>
      </a:accent3>
      <a:accent4>
        <a:srgbClr val="EC6842"/>
      </a:accent4>
      <a:accent5>
        <a:srgbClr val="FFB81C"/>
      </a:accent5>
      <a:accent6>
        <a:srgbClr val="6CC24A"/>
      </a:accent6>
      <a:hlink>
        <a:srgbClr val="00A6D6"/>
      </a:hlink>
      <a:folHlink>
        <a:srgbClr val="00A6D6"/>
      </a:folHlink>
    </a:clrScheme>
    <a:fontScheme name="Arial">
      <a:majorFont>
        <a:latin typeface="Arial"/>
        <a:ea typeface="Arial"/>
        <a:cs typeface="Arial"/>
      </a:majorFont>
      <a:minorFont>
        <a:latin typeface="Arial"/>
        <a:ea typeface="Arial"/>
        <a:cs typeface="Arial"/>
      </a:minorFont>
    </a:fontScheme>
    <a:fmtScheme name="Office">
      <a:fillStyleLst>
        <a:solidFill>
          <a:schemeClr val="phClr"/>
        </a:solidFill>
        <a:gradFill>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solidFill>
          <a:schemeClr val="phClr">
            <a:tint val="95000"/>
            <a:satMod val="170000"/>
          </a:schemeClr>
        </a:solidFill>
        <a:gradFill>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prstGeom prst="rect">
          <a:avLst/>
        </a:prstGeom>
        <a:solidFill>
          <a:schemeClr val="accent1"/>
        </a:solidFill>
        <a:ln>
          <a:noFill/>
        </a:ln>
      </a:spPr>
      <a:bodyPr/>
      <a:lstStyle/>
      <a:style>
        <a:lnRef idx="2">
          <a:schemeClr val="accent1">
            <a:shade val="50000"/>
          </a:schemeClr>
        </a:lnRef>
        <a:fillRef idx="1">
          <a:schemeClr val="accent1"/>
        </a:fillRef>
        <a:effectRef idx="0">
          <a:schemeClr val="accent1"/>
        </a:effectRef>
        <a:fontRef idx="minor">
          <a:schemeClr val="lt1"/>
        </a:fontRef>
      </a:style>
    </a:spDef>
    <a:lnDef>
      <a:spPr bwMode="auto">
        <a:prstGeom prst="rect">
          <a:avLst/>
        </a:prstGeom>
        <a:ln w="12700" cap="rnd">
          <a:solidFill>
            <a:schemeClr val="accent1"/>
          </a:solidFill>
          <a:round/>
        </a:ln>
      </a:spPr>
      <a:bodyPr/>
      <a:lstStyle/>
      <a:style>
        <a:lnRef idx="1">
          <a:schemeClr val="accent1"/>
        </a:lnRef>
        <a:fillRef idx="0">
          <a:schemeClr val="accent1"/>
        </a:fillRef>
        <a:effectRef idx="0">
          <a:schemeClr val="accent1"/>
        </a:effectRef>
        <a:fontRef idx="minor">
          <a:schemeClr val="tx1"/>
        </a:fontRef>
      </a:style>
    </a:lnDef>
    <a:txDef>
      <a:spPr bwMode="auto">
        <a:prstGeom prst="rect">
          <a:avLst/>
        </a:prstGeom>
        <a:noFill/>
      </a:spPr>
      <a:bodyPr/>
      <a:lstStyle/>
    </a:txDef>
  </a:objectDefaults>
</a:theme>
</file>

<file path=ppt/theme/theme2.xml><?xml version="1.0" encoding="utf-8"?>
<a:theme xmlns:a="http://schemas.openxmlformats.org/drawingml/2006/main" xmlns:r="http://schemas.openxmlformats.org/officeDocument/2006/relationships" xmlns:p="http://schemas.openxmlformats.org/presentation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Arial"/>
        <a:cs typeface="Arial"/>
      </a:majorFont>
      <a:minorFont>
        <a:latin typeface="Aptos"/>
        <a:ea typeface="Arial"/>
        <a:cs typeface="Arial"/>
      </a:minorFont>
    </a:fontScheme>
    <a:fmtScheme name="Office">
      <a:fillStyleLst>
        <a:solidFill>
          <a:schemeClr val="phClr"/>
        </a:solidFill>
        <a:gradFill>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solidFill>
          <a:schemeClr val="phClr">
            <a:tint val="95000"/>
            <a:satMod val="170000"/>
          </a:schemeClr>
        </a:solidFill>
        <a:gradFill>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bwMode="auto"/>
      <a:bodyPr/>
      <a:lstStyle/>
      <a:style>
        <a:lnRef idx="2">
          <a:schemeClr val="accent1"/>
        </a:lnRef>
        <a:fillRef idx="0">
          <a:schemeClr val="accent1"/>
        </a:fillRef>
        <a:effectRef idx="1">
          <a:schemeClr val="accent1"/>
        </a:effectRef>
        <a:fontRef idx="minor">
          <a:schemeClr val="tx1"/>
        </a:fontRef>
      </a:style>
    </a:lnDef>
  </a:objectDefaults>
</a:theme>
</file>

<file path=customXml/_rels/item1.xml.rels><?xml version="1.0" encoding="UTF-8" standalone="yes"?><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6F8CCD81E9B8EC4AA9F37098270FA7B2" ma:contentTypeVersion="4" ma:contentTypeDescription="Create a new document." ma:contentTypeScope="" ma:versionID="9ce5ff8de277547019f95db8a51cce4b">
  <xsd:schema xmlns:xsd="http://www.w3.org/2001/XMLSchema" xmlns:xs="http://www.w3.org/2001/XMLSchema" xmlns:p="http://schemas.microsoft.com/office/2006/metadata/properties" xmlns:ns2="5495e808-e183-4a7a-9118-4955941b014f" targetNamespace="http://schemas.microsoft.com/office/2006/metadata/properties" ma:root="true" ma:fieldsID="a5e672448a10a9fa3db7d336141638ff" ns2:_="">
    <xsd:import namespace="5495e808-e183-4a7a-9118-4955941b014f"/>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495e808-e183-4a7a-9118-4955941b014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MediaServiceSearchProperties" ma:index="11"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FB1BE96A-004D-462B-9683-1ED8D109FF11}">
  <ds:schemaRefs>
    <ds:schemaRef ds:uri="http://schemas.microsoft.com/sharepoint/v3/contenttype/forms"/>
  </ds:schemaRefs>
</ds:datastoreItem>
</file>

<file path=customXml/itemProps2.xml><?xml version="1.0" encoding="utf-8"?>
<ds:datastoreItem xmlns:ds="http://schemas.openxmlformats.org/officeDocument/2006/customXml" ds:itemID="{6C60251D-6FF0-4793-A20E-73F86C34C07D}">
  <ds:schemaRefs>
    <ds:schemaRef ds:uri="http://schemas.microsoft.com/office/2006/metadata/properties"/>
    <ds:schemaRef ds:uri="http://schemas.microsoft.com/office/infopath/2007/PartnerControls"/>
  </ds:schemaRefs>
</ds:datastoreItem>
</file>

<file path=customXml/itemProps3.xml><?xml version="1.0" encoding="utf-8"?>
<ds:datastoreItem xmlns:ds="http://schemas.openxmlformats.org/officeDocument/2006/customXml" ds:itemID="{C2FC8290-00E3-448B-9B15-87007C7044D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5495e808-e183-4a7a-9118-4955941b014f"/>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Basis template - TU Delft huisstijl</Template>
  <TotalTime>0</TotalTime>
  <Words>0</Words>
  <Application>ONLYOFFICE/8.3.3.21</Application>
  <PresentationFormat>On-screen Show (4:3)</PresentationFormat>
  <Paragraphs>0</Paragraphs>
  <Slides>17</Slides>
  <Notes>17</Notes>
  <HiddenSlides>0</HiddenSlides>
  <MMClips>2</MMClips>
  <ScaleCrop>0</ScaleCrop>
  <HeadingPairs>
    <vt:vector size="4" baseType="variant">
      <vt:variant>
        <vt:lpstr>Theme</vt:lpstr>
      </vt:variant>
      <vt:variant>
        <vt:i4>1</vt:i4>
      </vt:variant>
      <vt:variant>
        <vt:lpstr>Slide Titles</vt:lpstr>
      </vt:variant>
      <vt:variant>
        <vt:i4>17</vt:i4>
      </vt:variant>
    </vt:vector>
  </HeadingPairs>
  <TitlesOfParts>
    <vt:vector size="18" baseType="lpstr">
      <vt:lpstr>Theme 1</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
  <LinksUpToDate>0</LinksUpToDate>
  <SharedDoc>0</SharedDoc>
  <HyperlinksChanged>0</HyperlinksChanged>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Ellie Boyd</dc:creator>
  <cp:lastModifiedBy/>
  <cp:revision>2</cp:revision>
  <dcterms:created xsi:type="dcterms:W3CDTF">2025-03-10T09:36:58Z</dcterms:created>
  <dcterms:modified xsi:type="dcterms:W3CDTF">2025-06-23T08:32:36Z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0x0101006F8CCD81E9B8EC4AA9F37098270FA7B2</vt:lpwstr>
  </property>
</Properties>
</file>